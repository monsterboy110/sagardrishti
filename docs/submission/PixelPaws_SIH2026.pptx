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81" r:id="rId5"/>
    <p:sldMasterId id="2147483682" r:id="rId6"/>
    <p:sldMasterId id="2147483683" r:id="rId7"/>
  </p:sldMasterIdLst>
  <p:notesMasterIdLst>
    <p:notesMasterId r:id="rId8"/>
  </p:notesMasterIdLst>
  <p:sldIdLst>
    <p:sldId id="256" r:id="rId9"/>
    <p:sldId id="257" r:id="rId10"/>
    <p:sldId id="258" r:id="rId11"/>
    <p:sldId id="259" r:id="rId12"/>
    <p:sldId id="260" r:id="rId13"/>
    <p:sldId id="261" r:id="rId14"/>
  </p:sldIdLst>
  <p:sldSz cy="5143500" cx="9144000"/>
  <p:notesSz cx="6858000" cy="9144000"/>
  <p:embeddedFontLst>
    <p:embeddedFont>
      <p:font typeface="Garamond"/>
      <p:regular r:id="rId15"/>
      <p:bold r:id="rId16"/>
      <p:italic r:id="rId17"/>
      <p:boldItalic r:id="rId18"/>
    </p:embeddedFont>
    <p:embeddedFont>
      <p:font typeface="Oswald"/>
      <p:regular r:id="rId19"/>
      <p:bold r:id="rId20"/>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BD5BD6F1-D5D9-4BC6-827C-F8875A3E09ED}">
  <a:tblStyle styleId="{BD5BD6F1-D5D9-4BC6-827C-F8875A3E09ED}" styleName="Table_0">
    <a:wholeTbl>
      <a:tcTxStyle b="off" i="off">
        <a:font>
          <a:latin typeface="Calibri"/>
          <a:ea typeface="Calibri"/>
          <a:cs typeface="Calibri"/>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8ECF4"/>
          </a:solidFill>
        </a:fill>
      </a:tcStyle>
    </a:wholeTbl>
    <a:band1H>
      <a:tcTxStyle b="off" i="off"/>
      <a:tcStyle>
        <a:fill>
          <a:solidFill>
            <a:srgbClr val="CFD7E7"/>
          </a:solidFill>
        </a:fill>
      </a:tcStyle>
    </a:band1H>
    <a:band2H>
      <a:tcTxStyle b="off" i="off"/>
    </a:band2H>
    <a:band1V>
      <a:tcTxStyle b="off" i="off"/>
      <a:tcStyle>
        <a:fill>
          <a:solidFill>
            <a:srgbClr val="CFD7E7"/>
          </a:solidFill>
        </a:fill>
      </a:tcStyle>
    </a:band1V>
    <a:band2V>
      <a:tcTxStyle b="off" i="off"/>
    </a:band2V>
    <a:lastCol>
      <a:tcTxStyle b="on" i="off">
        <a:font>
          <a:latin typeface="Calibri"/>
          <a:ea typeface="Calibri"/>
          <a:cs typeface="Calibri"/>
        </a:font>
        <a:schemeClr val="lt1"/>
      </a:tcTxStyle>
      <a:tcStyle>
        <a:fill>
          <a:solidFill>
            <a:schemeClr val="accent1"/>
          </a:solidFill>
        </a:fill>
      </a:tcStyle>
    </a:lastCol>
    <a:firstCol>
      <a:tcTxStyle b="on" i="off">
        <a:font>
          <a:latin typeface="Calibri"/>
          <a:ea typeface="Calibri"/>
          <a:cs typeface="Calibri"/>
        </a:font>
        <a:schemeClr val="lt1"/>
      </a:tcTxStyle>
      <a:tcStyle>
        <a:fill>
          <a:solidFill>
            <a:schemeClr val="accent1"/>
          </a:solidFill>
        </a:fill>
      </a:tcStyle>
    </a:firstCol>
    <a:lastRow>
      <a:tcTxStyle b="on" i="off">
        <a:font>
          <a:latin typeface="Calibri"/>
          <a:ea typeface="Calibri"/>
          <a:cs typeface="Calibri"/>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b="off" i="off"/>
    </a:seCell>
    <a:swCell>
      <a:tcTxStyle b="off" i="off"/>
    </a:swCell>
    <a:firstRow>
      <a:tcTxStyle b="on" i="off">
        <a:font>
          <a:latin typeface="Calibri"/>
          <a:ea typeface="Calibri"/>
          <a:cs typeface="Calibri"/>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b="off" i="off"/>
    </a:neCell>
    <a:nwCell>
      <a:tcTxStyle b="off" i="off"/>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slideMaster" Target="slideMasters/slideMaster3.xml"/><Relationship Id="rId8" Type="http://schemas.openxmlformats.org/officeDocument/2006/relationships/notesMaster" Target="notesMasters/notesMaster1.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font" Target="fonts/Garamond-regular.fntdata"/><Relationship Id="rId16" Type="http://schemas.openxmlformats.org/officeDocument/2006/relationships/font" Target="fonts/Garamond-bold.fntdata"/><Relationship Id="rId17" Type="http://schemas.openxmlformats.org/officeDocument/2006/relationships/font" Target="fonts/Garamond-italic.fntdata"/><Relationship Id="rId18" Type="http://schemas.openxmlformats.org/officeDocument/2006/relationships/font" Target="fonts/Garamond-boldItalic.fntdata"/><Relationship Id="rId19" Type="http://schemas.openxmlformats.org/officeDocument/2006/relationships/font" Target="fonts/Oswald-regular.fntdata"/><Relationship Id="rId20" Type="http://schemas.openxmlformats.org/officeDocument/2006/relationships/font" Target="fonts/Oswald-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0" name="Shape 200"/>
        <p:cNvGrpSpPr/>
        <p:nvPr/>
      </p:nvGrpSpPr>
      <p:grpSpPr>
        <a:xfrm>
          <a:off x="0" y="0"/>
          <a:ext cx="0" cy="0"/>
          <a:chOff x="0" y="0"/>
          <a:chExt cx="0" cy="0"/>
        </a:xfrm>
      </p:grpSpPr>
      <p:sp>
        <p:nvSpPr>
          <p:cNvPr id="201" name="Google Shape;201;g409d75fe4a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02" name="Google Shape;202;g409d75fe4a1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g3fbad91e7c8_2_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
            <a:headEnd len="sm" w="sm" type="none"/>
            <a:tailEnd len="sm" w="sm" type="none"/>
          </a:ln>
        </p:spPr>
      </p:sp>
      <p:sp>
        <p:nvSpPr>
          <p:cNvPr id="217" name="Google Shape;217;g3fbad91e7c8_2_90: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218" name="Google Shape;218;g3fbad91e7c8_2_90:notes"/>
          <p:cNvSpPr txBox="1"/>
          <p:nvPr>
            <p:ph idx="12" type="sldNum"/>
          </p:nvPr>
        </p:nvSpPr>
        <p:spPr>
          <a:xfrm>
            <a:off x="3884613" y="8685213"/>
            <a:ext cx="2971800" cy="4572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GB"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0" name="Shape 250"/>
        <p:cNvGrpSpPr/>
        <p:nvPr/>
      </p:nvGrpSpPr>
      <p:grpSpPr>
        <a:xfrm>
          <a:off x="0" y="0"/>
          <a:ext cx="0" cy="0"/>
          <a:chOff x="0" y="0"/>
          <a:chExt cx="0" cy="0"/>
        </a:xfrm>
      </p:grpSpPr>
      <p:sp>
        <p:nvSpPr>
          <p:cNvPr id="251" name="Google Shape;251;g3fbad91e7c8_2_12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
            <a:headEnd len="sm" w="sm" type="none"/>
            <a:tailEnd len="sm" w="sm" type="none"/>
          </a:ln>
        </p:spPr>
      </p:sp>
      <p:sp>
        <p:nvSpPr>
          <p:cNvPr id="252" name="Google Shape;252;g3fbad91e7c8_2_125: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253" name="Google Shape;253;g3fbad91e7c8_2_125:notes"/>
          <p:cNvSpPr txBox="1"/>
          <p:nvPr>
            <p:ph idx="12" type="sldNum"/>
          </p:nvPr>
        </p:nvSpPr>
        <p:spPr>
          <a:xfrm>
            <a:off x="3884613" y="8685213"/>
            <a:ext cx="2971800" cy="4572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GB"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0" name="Shape 320"/>
        <p:cNvGrpSpPr/>
        <p:nvPr/>
      </p:nvGrpSpPr>
      <p:grpSpPr>
        <a:xfrm>
          <a:off x="0" y="0"/>
          <a:ext cx="0" cy="0"/>
          <a:chOff x="0" y="0"/>
          <a:chExt cx="0" cy="0"/>
        </a:xfrm>
      </p:grpSpPr>
      <p:sp>
        <p:nvSpPr>
          <p:cNvPr id="321" name="Google Shape;321;g3fbad91e7c8_2_19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
            <a:headEnd len="sm" w="sm" type="none"/>
            <a:tailEnd len="sm" w="sm" type="none"/>
          </a:ln>
        </p:spPr>
      </p:sp>
      <p:sp>
        <p:nvSpPr>
          <p:cNvPr id="322" name="Google Shape;322;g3fbad91e7c8_2_192: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323" name="Google Shape;323;g3fbad91e7c8_2_192:notes"/>
          <p:cNvSpPr txBox="1"/>
          <p:nvPr>
            <p:ph idx="12" type="sldNum"/>
          </p:nvPr>
        </p:nvSpPr>
        <p:spPr>
          <a:xfrm>
            <a:off x="3884613" y="8685213"/>
            <a:ext cx="2971800" cy="4572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Calibri"/>
              <a:buNone/>
            </a:pPr>
            <a:fld id="{00000000-1234-1234-1234-123412341234}" type="slidenum">
              <a:rPr b="0" i="0" lang="en-GB" sz="1200" u="none" cap="none" strike="noStrike">
                <a:solidFill>
                  <a:srgbClr val="000000"/>
                </a:solidFill>
                <a:latin typeface="Calibri"/>
                <a:ea typeface="Calibri"/>
                <a:cs typeface="Calibri"/>
                <a:sym typeface="Calibri"/>
              </a:rPr>
              <a:t>‹#›</a:t>
            </a:fld>
            <a:endParaRPr b="0" i="0" sz="12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7" name="Shape 387"/>
        <p:cNvGrpSpPr/>
        <p:nvPr/>
      </p:nvGrpSpPr>
      <p:grpSpPr>
        <a:xfrm>
          <a:off x="0" y="0"/>
          <a:ext cx="0" cy="0"/>
          <a:chOff x="0" y="0"/>
          <a:chExt cx="0" cy="0"/>
        </a:xfrm>
      </p:grpSpPr>
      <p:sp>
        <p:nvSpPr>
          <p:cNvPr id="388" name="Google Shape;388;g409d75fe4a1_0_21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
            <a:headEnd len="sm" w="sm" type="none"/>
            <a:tailEnd len="sm" w="sm" type="none"/>
          </a:ln>
        </p:spPr>
      </p:sp>
      <p:sp>
        <p:nvSpPr>
          <p:cNvPr id="389" name="Google Shape;389;g409d75fe4a1_0_214: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90" name="Google Shape;390;g409d75fe4a1_0_214:notes"/>
          <p:cNvSpPr txBox="1"/>
          <p:nvPr>
            <p:ph idx="12" type="sldNum"/>
          </p:nvPr>
        </p:nvSpPr>
        <p:spPr>
          <a:xfrm>
            <a:off x="3884613" y="8685213"/>
            <a:ext cx="2971800" cy="4572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Calibri"/>
              <a:buNone/>
            </a:pPr>
            <a:fld id="{00000000-1234-1234-1234-123412341234}" type="slidenum">
              <a:rPr b="0" i="0" lang="en-GB" sz="1200" u="none" cap="none" strike="noStrike">
                <a:solidFill>
                  <a:srgbClr val="000000"/>
                </a:solidFill>
                <a:latin typeface="Calibri"/>
                <a:ea typeface="Calibri"/>
                <a:cs typeface="Calibri"/>
                <a:sym typeface="Calibri"/>
              </a:rPr>
              <a:t>‹#›</a:t>
            </a:fld>
            <a:endParaRPr b="0" i="0" sz="12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3fbad91e7c8_2_3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
            <a:headEnd len="sm" w="sm" type="none"/>
            <a:tailEnd len="sm" w="sm" type="none"/>
          </a:ln>
        </p:spPr>
      </p:sp>
      <p:sp>
        <p:nvSpPr>
          <p:cNvPr id="441" name="Google Shape;441;g3fbad91e7c8_2_310: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442" name="Google Shape;442;g3fbad91e7c8_2_310:notes"/>
          <p:cNvSpPr txBox="1"/>
          <p:nvPr>
            <p:ph idx="12" type="sldNum"/>
          </p:nvPr>
        </p:nvSpPr>
        <p:spPr>
          <a:xfrm>
            <a:off x="3884613" y="8685213"/>
            <a:ext cx="2971800" cy="4572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Calibri"/>
              <a:buNone/>
            </a:pPr>
            <a:fld id="{00000000-1234-1234-1234-123412341234}" type="slidenum">
              <a:rPr b="0" i="0" lang="en-GB" sz="1200" u="none" cap="none" strike="noStrike">
                <a:solidFill>
                  <a:srgbClr val="000000"/>
                </a:solidFill>
                <a:latin typeface="Calibri"/>
                <a:ea typeface="Calibri"/>
                <a:cs typeface="Calibri"/>
                <a:sym typeface="Calibri"/>
              </a:rPr>
              <a:t>‹#›</a:t>
            </a:fld>
            <a:endParaRPr b="0" i="0" sz="1200" u="none" cap="none" strike="noStrike">
              <a:solidFill>
                <a:srgbClr val="000000"/>
              </a:solidFill>
              <a:latin typeface="Calibri"/>
              <a:ea typeface="Calibri"/>
              <a:cs typeface="Calibri"/>
              <a:sym typeface="Calibri"/>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56" name="Shape 56"/>
        <p:cNvGrpSpPr/>
        <p:nvPr/>
      </p:nvGrpSpPr>
      <p:grpSpPr>
        <a:xfrm>
          <a:off x="0" y="0"/>
          <a:ext cx="0" cy="0"/>
          <a:chOff x="0" y="0"/>
          <a:chExt cx="0" cy="0"/>
        </a:xfrm>
      </p:grpSpPr>
      <p:sp>
        <p:nvSpPr>
          <p:cNvPr id="57" name="Google Shape;57;p14"/>
          <p:cNvSpPr txBox="1"/>
          <p:nvPr>
            <p:ph type="ctrTitle"/>
          </p:nvPr>
        </p:nvSpPr>
        <p:spPr>
          <a:xfrm>
            <a:off x="685800" y="1597821"/>
            <a:ext cx="7772400" cy="1102519"/>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ctr">
              <a:spcBef>
                <a:spcPts val="0"/>
              </a:spcBef>
              <a:spcAft>
                <a:spcPts val="0"/>
              </a:spcAft>
              <a:buSzPts val="1100"/>
              <a:buNone/>
              <a:defRPr/>
            </a:lvl2pPr>
            <a:lvl3pPr lvl="2" algn="ctr">
              <a:spcBef>
                <a:spcPts val="0"/>
              </a:spcBef>
              <a:spcAft>
                <a:spcPts val="0"/>
              </a:spcAft>
              <a:buSzPts val="1100"/>
              <a:buNone/>
              <a:defRPr/>
            </a:lvl3pPr>
            <a:lvl4pPr lvl="3" algn="ctr">
              <a:spcBef>
                <a:spcPts val="0"/>
              </a:spcBef>
              <a:spcAft>
                <a:spcPts val="0"/>
              </a:spcAft>
              <a:buSzPts val="1100"/>
              <a:buNone/>
              <a:defRPr/>
            </a:lvl4pPr>
            <a:lvl5pPr lvl="4" algn="ctr">
              <a:spcBef>
                <a:spcPts val="0"/>
              </a:spcBef>
              <a:spcAft>
                <a:spcPts val="0"/>
              </a:spcAft>
              <a:buSzPts val="1100"/>
              <a:buNone/>
              <a:defRPr/>
            </a:lvl5pPr>
            <a:lvl6pPr lvl="5" algn="ctr">
              <a:spcBef>
                <a:spcPts val="0"/>
              </a:spcBef>
              <a:spcAft>
                <a:spcPts val="0"/>
              </a:spcAft>
              <a:buSzPts val="1100"/>
              <a:buNone/>
              <a:defRPr/>
            </a:lvl6pPr>
            <a:lvl7pPr lvl="6" algn="ctr">
              <a:spcBef>
                <a:spcPts val="0"/>
              </a:spcBef>
              <a:spcAft>
                <a:spcPts val="0"/>
              </a:spcAft>
              <a:buSzPts val="1100"/>
              <a:buNone/>
              <a:defRPr/>
            </a:lvl7pPr>
            <a:lvl8pPr lvl="7" algn="ctr">
              <a:spcBef>
                <a:spcPts val="0"/>
              </a:spcBef>
              <a:spcAft>
                <a:spcPts val="0"/>
              </a:spcAft>
              <a:buSzPts val="1100"/>
              <a:buNone/>
              <a:defRPr/>
            </a:lvl8pPr>
            <a:lvl9pPr lvl="8" algn="ctr">
              <a:spcBef>
                <a:spcPts val="0"/>
              </a:spcBef>
              <a:spcAft>
                <a:spcPts val="0"/>
              </a:spcAft>
              <a:buSzPts val="1100"/>
              <a:buNone/>
              <a:defRPr/>
            </a:lvl9pPr>
          </a:lstStyle>
          <a:p/>
        </p:txBody>
      </p:sp>
      <p:sp>
        <p:nvSpPr>
          <p:cNvPr id="58" name="Google Shape;58;p14"/>
          <p:cNvSpPr txBox="1"/>
          <p:nvPr>
            <p:ph idx="1" type="subTitle"/>
          </p:nvPr>
        </p:nvSpPr>
        <p:spPr>
          <a:xfrm>
            <a:off x="1371600" y="2914650"/>
            <a:ext cx="6400800" cy="1314450"/>
          </a:xfrm>
          <a:prstGeom prst="rect">
            <a:avLst/>
          </a:prstGeom>
          <a:noFill/>
          <a:ln>
            <a:noFill/>
          </a:ln>
        </p:spPr>
        <p:txBody>
          <a:bodyPr anchorCtr="0" anchor="t" bIns="34275" lIns="68575" spcFirstLastPara="1" rIns="68575" wrap="square" tIns="34275">
            <a:noAutofit/>
          </a:bodyPr>
          <a:lstStyle>
            <a:lvl1pPr lvl="0" algn="ctr">
              <a:spcBef>
                <a:spcPts val="500"/>
              </a:spcBef>
              <a:spcAft>
                <a:spcPts val="0"/>
              </a:spcAft>
              <a:buClr>
                <a:srgbClr val="888888"/>
              </a:buClr>
              <a:buSzPts val="2400"/>
              <a:buNone/>
              <a:defRPr>
                <a:solidFill>
                  <a:srgbClr val="888888"/>
                </a:solidFill>
              </a:defRPr>
            </a:lvl1pPr>
            <a:lvl2pPr lvl="1" algn="ctr">
              <a:spcBef>
                <a:spcPts val="400"/>
              </a:spcBef>
              <a:spcAft>
                <a:spcPts val="0"/>
              </a:spcAft>
              <a:buClr>
                <a:srgbClr val="888888"/>
              </a:buClr>
              <a:buSzPts val="2100"/>
              <a:buNone/>
              <a:defRPr>
                <a:solidFill>
                  <a:srgbClr val="888888"/>
                </a:solidFill>
              </a:defRPr>
            </a:lvl2pPr>
            <a:lvl3pPr lvl="2" algn="ctr">
              <a:spcBef>
                <a:spcPts val="400"/>
              </a:spcBef>
              <a:spcAft>
                <a:spcPts val="0"/>
              </a:spcAft>
              <a:buClr>
                <a:srgbClr val="888888"/>
              </a:buClr>
              <a:buSzPts val="1800"/>
              <a:buNone/>
              <a:defRPr>
                <a:solidFill>
                  <a:srgbClr val="888888"/>
                </a:solidFill>
              </a:defRPr>
            </a:lvl3pPr>
            <a:lvl4pPr lvl="3" algn="ctr">
              <a:spcBef>
                <a:spcPts val="300"/>
              </a:spcBef>
              <a:spcAft>
                <a:spcPts val="0"/>
              </a:spcAft>
              <a:buClr>
                <a:srgbClr val="888888"/>
              </a:buClr>
              <a:buSzPts val="1500"/>
              <a:buNone/>
              <a:defRPr>
                <a:solidFill>
                  <a:srgbClr val="888888"/>
                </a:solidFill>
              </a:defRPr>
            </a:lvl4pPr>
            <a:lvl5pPr lvl="4" algn="ctr">
              <a:spcBef>
                <a:spcPts val="300"/>
              </a:spcBef>
              <a:spcAft>
                <a:spcPts val="0"/>
              </a:spcAft>
              <a:buClr>
                <a:srgbClr val="888888"/>
              </a:buClr>
              <a:buSzPts val="1500"/>
              <a:buNone/>
              <a:defRPr>
                <a:solidFill>
                  <a:srgbClr val="888888"/>
                </a:solidFill>
              </a:defRPr>
            </a:lvl5pPr>
            <a:lvl6pPr lvl="5" algn="ctr">
              <a:spcBef>
                <a:spcPts val="300"/>
              </a:spcBef>
              <a:spcAft>
                <a:spcPts val="0"/>
              </a:spcAft>
              <a:buClr>
                <a:srgbClr val="888888"/>
              </a:buClr>
              <a:buSzPts val="1500"/>
              <a:buNone/>
              <a:defRPr>
                <a:solidFill>
                  <a:srgbClr val="888888"/>
                </a:solidFill>
              </a:defRPr>
            </a:lvl6pPr>
            <a:lvl7pPr lvl="6" algn="ctr">
              <a:spcBef>
                <a:spcPts val="300"/>
              </a:spcBef>
              <a:spcAft>
                <a:spcPts val="0"/>
              </a:spcAft>
              <a:buClr>
                <a:srgbClr val="888888"/>
              </a:buClr>
              <a:buSzPts val="1500"/>
              <a:buNone/>
              <a:defRPr>
                <a:solidFill>
                  <a:srgbClr val="888888"/>
                </a:solidFill>
              </a:defRPr>
            </a:lvl7pPr>
            <a:lvl8pPr lvl="7" algn="ctr">
              <a:spcBef>
                <a:spcPts val="300"/>
              </a:spcBef>
              <a:spcAft>
                <a:spcPts val="0"/>
              </a:spcAft>
              <a:buClr>
                <a:srgbClr val="888888"/>
              </a:buClr>
              <a:buSzPts val="1500"/>
              <a:buNone/>
              <a:defRPr>
                <a:solidFill>
                  <a:srgbClr val="888888"/>
                </a:solidFill>
              </a:defRPr>
            </a:lvl8pPr>
            <a:lvl9pPr lvl="8" algn="ctr">
              <a:spcBef>
                <a:spcPts val="300"/>
              </a:spcBef>
              <a:spcAft>
                <a:spcPts val="0"/>
              </a:spcAft>
              <a:buClr>
                <a:srgbClr val="888888"/>
              </a:buClr>
              <a:buSzPts val="1500"/>
              <a:buNone/>
              <a:defRPr>
                <a:solidFill>
                  <a:srgbClr val="888888"/>
                </a:solidFill>
              </a:defRPr>
            </a:lvl9pPr>
          </a:lstStyle>
          <a:p/>
        </p:txBody>
      </p:sp>
      <p:sp>
        <p:nvSpPr>
          <p:cNvPr id="59" name="Google Shape;59;p14"/>
          <p:cNvSpPr txBox="1"/>
          <p:nvPr>
            <p:ph idx="10" type="dt"/>
          </p:nvPr>
        </p:nvSpPr>
        <p:spPr>
          <a:xfrm>
            <a:off x="457200" y="4767265"/>
            <a:ext cx="21336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0" name="Google Shape;60;p14"/>
          <p:cNvSpPr txBox="1"/>
          <p:nvPr>
            <p:ph idx="11" type="ftr"/>
          </p:nvPr>
        </p:nvSpPr>
        <p:spPr>
          <a:xfrm>
            <a:off x="3124200" y="4767265"/>
            <a:ext cx="28956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1" name="Google Shape;61;p14"/>
          <p:cNvSpPr txBox="1"/>
          <p:nvPr>
            <p:ph idx="12" type="sldNum"/>
          </p:nvPr>
        </p:nvSpPr>
        <p:spPr>
          <a:xfrm>
            <a:off x="6553200" y="4767265"/>
            <a:ext cx="21336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spcAft>
                <a:spcPts val="0"/>
              </a:spcAft>
              <a:buNone/>
              <a:defRPr b="0" i="0" sz="900" u="none" cap="none" strike="noStrike">
                <a:solidFill>
                  <a:srgbClr val="898989"/>
                </a:solidFill>
                <a:latin typeface="Oswald"/>
                <a:ea typeface="Oswald"/>
                <a:cs typeface="Oswald"/>
                <a:sym typeface="Oswald"/>
              </a:defRPr>
            </a:lvl1pPr>
            <a:lvl2pPr indent="0" lvl="1" marL="0" algn="r">
              <a:spcBef>
                <a:spcPts val="0"/>
              </a:spcBef>
              <a:spcAft>
                <a:spcPts val="0"/>
              </a:spcAft>
              <a:buNone/>
              <a:defRPr b="0" i="0" sz="900" u="none" cap="none" strike="noStrike">
                <a:solidFill>
                  <a:srgbClr val="898989"/>
                </a:solidFill>
                <a:latin typeface="Oswald"/>
                <a:ea typeface="Oswald"/>
                <a:cs typeface="Oswald"/>
                <a:sym typeface="Oswald"/>
              </a:defRPr>
            </a:lvl2pPr>
            <a:lvl3pPr indent="0" lvl="2" marL="0" algn="r">
              <a:spcBef>
                <a:spcPts val="0"/>
              </a:spcBef>
              <a:spcAft>
                <a:spcPts val="0"/>
              </a:spcAft>
              <a:buNone/>
              <a:defRPr b="0" i="0" sz="900" u="none" cap="none" strike="noStrike">
                <a:solidFill>
                  <a:srgbClr val="898989"/>
                </a:solidFill>
                <a:latin typeface="Oswald"/>
                <a:ea typeface="Oswald"/>
                <a:cs typeface="Oswald"/>
                <a:sym typeface="Oswald"/>
              </a:defRPr>
            </a:lvl3pPr>
            <a:lvl4pPr indent="0" lvl="3" marL="0" algn="r">
              <a:spcBef>
                <a:spcPts val="0"/>
              </a:spcBef>
              <a:spcAft>
                <a:spcPts val="0"/>
              </a:spcAft>
              <a:buNone/>
              <a:defRPr b="0" i="0" sz="900" u="none" cap="none" strike="noStrike">
                <a:solidFill>
                  <a:srgbClr val="898989"/>
                </a:solidFill>
                <a:latin typeface="Oswald"/>
                <a:ea typeface="Oswald"/>
                <a:cs typeface="Oswald"/>
                <a:sym typeface="Oswald"/>
              </a:defRPr>
            </a:lvl4pPr>
            <a:lvl5pPr indent="0" lvl="4" marL="0" algn="r">
              <a:spcBef>
                <a:spcPts val="0"/>
              </a:spcBef>
              <a:spcAft>
                <a:spcPts val="0"/>
              </a:spcAft>
              <a:buNone/>
              <a:defRPr b="0" i="0" sz="900" u="none" cap="none" strike="noStrike">
                <a:solidFill>
                  <a:srgbClr val="898989"/>
                </a:solidFill>
                <a:latin typeface="Oswald"/>
                <a:ea typeface="Oswald"/>
                <a:cs typeface="Oswald"/>
                <a:sym typeface="Oswald"/>
              </a:defRPr>
            </a:lvl5pPr>
            <a:lvl6pPr indent="0" lvl="5" marL="0" algn="r">
              <a:spcBef>
                <a:spcPts val="0"/>
              </a:spcBef>
              <a:spcAft>
                <a:spcPts val="0"/>
              </a:spcAft>
              <a:buNone/>
              <a:defRPr b="0" i="0" sz="900" u="none" cap="none" strike="noStrike">
                <a:solidFill>
                  <a:srgbClr val="898989"/>
                </a:solidFill>
                <a:latin typeface="Oswald"/>
                <a:ea typeface="Oswald"/>
                <a:cs typeface="Oswald"/>
                <a:sym typeface="Oswald"/>
              </a:defRPr>
            </a:lvl6pPr>
            <a:lvl7pPr indent="0" lvl="6" marL="0" algn="r">
              <a:spcBef>
                <a:spcPts val="0"/>
              </a:spcBef>
              <a:spcAft>
                <a:spcPts val="0"/>
              </a:spcAft>
              <a:buNone/>
              <a:defRPr b="0" i="0" sz="900" u="none" cap="none" strike="noStrike">
                <a:solidFill>
                  <a:srgbClr val="898989"/>
                </a:solidFill>
                <a:latin typeface="Oswald"/>
                <a:ea typeface="Oswald"/>
                <a:cs typeface="Oswald"/>
                <a:sym typeface="Oswald"/>
              </a:defRPr>
            </a:lvl7pPr>
            <a:lvl8pPr indent="0" lvl="7" marL="0" algn="r">
              <a:spcBef>
                <a:spcPts val="0"/>
              </a:spcBef>
              <a:spcAft>
                <a:spcPts val="0"/>
              </a:spcAft>
              <a:buNone/>
              <a:defRPr b="0" i="0" sz="900" u="none" cap="none" strike="noStrike">
                <a:solidFill>
                  <a:srgbClr val="898989"/>
                </a:solidFill>
                <a:latin typeface="Oswald"/>
                <a:ea typeface="Oswald"/>
                <a:cs typeface="Oswald"/>
                <a:sym typeface="Oswald"/>
              </a:defRPr>
            </a:lvl8pPr>
            <a:lvl9pPr indent="0" lvl="8" marL="0" algn="r">
              <a:spcBef>
                <a:spcPts val="0"/>
              </a:spcBef>
              <a:spcAft>
                <a:spcPts val="0"/>
              </a:spcAft>
              <a:buNone/>
              <a:defRPr b="0" i="0" sz="900" u="none" cap="none" strike="noStrike">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2" name="Shape 62"/>
        <p:cNvGrpSpPr/>
        <p:nvPr/>
      </p:nvGrpSpPr>
      <p:grpSpPr>
        <a:xfrm>
          <a:off x="0" y="0"/>
          <a:ext cx="0" cy="0"/>
          <a:chOff x="0" y="0"/>
          <a:chExt cx="0" cy="0"/>
        </a:xfrm>
      </p:grpSpPr>
      <p:sp>
        <p:nvSpPr>
          <p:cNvPr id="63" name="Google Shape;63;p15"/>
          <p:cNvSpPr txBox="1"/>
          <p:nvPr>
            <p:ph type="title"/>
          </p:nvPr>
        </p:nvSpPr>
        <p:spPr>
          <a:xfrm>
            <a:off x="457200" y="-35719"/>
            <a:ext cx="8229600" cy="85725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ctr">
              <a:spcBef>
                <a:spcPts val="0"/>
              </a:spcBef>
              <a:spcAft>
                <a:spcPts val="0"/>
              </a:spcAft>
              <a:buSzPts val="1100"/>
              <a:buNone/>
              <a:defRPr/>
            </a:lvl2pPr>
            <a:lvl3pPr lvl="2" algn="ctr">
              <a:spcBef>
                <a:spcPts val="0"/>
              </a:spcBef>
              <a:spcAft>
                <a:spcPts val="0"/>
              </a:spcAft>
              <a:buSzPts val="1100"/>
              <a:buNone/>
              <a:defRPr/>
            </a:lvl3pPr>
            <a:lvl4pPr lvl="3" algn="ctr">
              <a:spcBef>
                <a:spcPts val="0"/>
              </a:spcBef>
              <a:spcAft>
                <a:spcPts val="0"/>
              </a:spcAft>
              <a:buSzPts val="1100"/>
              <a:buNone/>
              <a:defRPr/>
            </a:lvl4pPr>
            <a:lvl5pPr lvl="4" algn="ctr">
              <a:spcBef>
                <a:spcPts val="0"/>
              </a:spcBef>
              <a:spcAft>
                <a:spcPts val="0"/>
              </a:spcAft>
              <a:buSzPts val="1100"/>
              <a:buNone/>
              <a:defRPr/>
            </a:lvl5pPr>
            <a:lvl6pPr lvl="5" algn="ctr">
              <a:spcBef>
                <a:spcPts val="0"/>
              </a:spcBef>
              <a:spcAft>
                <a:spcPts val="0"/>
              </a:spcAft>
              <a:buSzPts val="1100"/>
              <a:buNone/>
              <a:defRPr/>
            </a:lvl6pPr>
            <a:lvl7pPr lvl="6" algn="ctr">
              <a:spcBef>
                <a:spcPts val="0"/>
              </a:spcBef>
              <a:spcAft>
                <a:spcPts val="0"/>
              </a:spcAft>
              <a:buSzPts val="1100"/>
              <a:buNone/>
              <a:defRPr/>
            </a:lvl7pPr>
            <a:lvl8pPr lvl="7" algn="ctr">
              <a:spcBef>
                <a:spcPts val="0"/>
              </a:spcBef>
              <a:spcAft>
                <a:spcPts val="0"/>
              </a:spcAft>
              <a:buSzPts val="1100"/>
              <a:buNone/>
              <a:defRPr/>
            </a:lvl8pPr>
            <a:lvl9pPr lvl="8" algn="ctr">
              <a:spcBef>
                <a:spcPts val="0"/>
              </a:spcBef>
              <a:spcAft>
                <a:spcPts val="0"/>
              </a:spcAft>
              <a:buSzPts val="1100"/>
              <a:buNone/>
              <a:defRPr/>
            </a:lvl9pPr>
          </a:lstStyle>
          <a:p/>
        </p:txBody>
      </p:sp>
      <p:sp>
        <p:nvSpPr>
          <p:cNvPr id="64" name="Google Shape;64;p15"/>
          <p:cNvSpPr txBox="1"/>
          <p:nvPr>
            <p:ph idx="1" type="body"/>
          </p:nvPr>
        </p:nvSpPr>
        <p:spPr>
          <a:xfrm>
            <a:off x="457200" y="821531"/>
            <a:ext cx="8229600" cy="3773091"/>
          </a:xfrm>
          <a:prstGeom prst="rect">
            <a:avLst/>
          </a:prstGeom>
          <a:noFill/>
          <a:ln>
            <a:noFill/>
          </a:ln>
        </p:spPr>
        <p:txBody>
          <a:bodyPr anchorCtr="0" anchor="t" bIns="34275" lIns="68575" spcFirstLastPara="1" rIns="68575" wrap="square" tIns="34275">
            <a:noAutofit/>
          </a:bodyPr>
          <a:lstStyle>
            <a:lvl1pPr indent="-317500" lvl="0" marL="457200" algn="l">
              <a:spcBef>
                <a:spcPts val="300"/>
              </a:spcBef>
              <a:spcAft>
                <a:spcPts val="0"/>
              </a:spcAft>
              <a:buClr>
                <a:schemeClr val="dk1"/>
              </a:buClr>
              <a:buSzPts val="1400"/>
              <a:buChar char="•"/>
              <a:defRPr/>
            </a:lvl1pPr>
            <a:lvl2pPr indent="-317500" lvl="1" marL="914400" algn="l">
              <a:spcBef>
                <a:spcPts val="300"/>
              </a:spcBef>
              <a:spcAft>
                <a:spcPts val="0"/>
              </a:spcAft>
              <a:buClr>
                <a:schemeClr val="dk1"/>
              </a:buClr>
              <a:buSzPts val="1400"/>
              <a:buChar char="–"/>
              <a:defRPr/>
            </a:lvl2pPr>
            <a:lvl3pPr indent="-317500" lvl="2" marL="1371600" algn="l">
              <a:spcBef>
                <a:spcPts val="300"/>
              </a:spcBef>
              <a:spcAft>
                <a:spcPts val="0"/>
              </a:spcAft>
              <a:buClr>
                <a:schemeClr val="dk1"/>
              </a:buClr>
              <a:buSzPts val="1400"/>
              <a:buChar char="•"/>
              <a:defRPr/>
            </a:lvl3pPr>
            <a:lvl4pPr indent="-317500" lvl="3" marL="1828800" algn="l">
              <a:spcBef>
                <a:spcPts val="300"/>
              </a:spcBef>
              <a:spcAft>
                <a:spcPts val="0"/>
              </a:spcAft>
              <a:buClr>
                <a:schemeClr val="dk1"/>
              </a:buClr>
              <a:buSzPts val="1400"/>
              <a:buChar char="–"/>
              <a:defRPr/>
            </a:lvl4pPr>
            <a:lvl5pPr indent="-317500" lvl="4" marL="2286000" algn="l">
              <a:spcBef>
                <a:spcPts val="300"/>
              </a:spcBef>
              <a:spcAft>
                <a:spcPts val="0"/>
              </a:spcAft>
              <a:buClr>
                <a:schemeClr val="dk1"/>
              </a:buClr>
              <a:buSzPts val="1400"/>
              <a:buChar char="»"/>
              <a:defRPr/>
            </a:lvl5pPr>
            <a:lvl6pPr indent="-317500" lvl="5" marL="2743200" algn="l">
              <a:spcBef>
                <a:spcPts val="300"/>
              </a:spcBef>
              <a:spcAft>
                <a:spcPts val="0"/>
              </a:spcAft>
              <a:buClr>
                <a:schemeClr val="dk1"/>
              </a:buClr>
              <a:buSzPts val="1400"/>
              <a:buChar char="•"/>
              <a:defRPr/>
            </a:lvl6pPr>
            <a:lvl7pPr indent="-317500" lvl="6" marL="3200400" algn="l">
              <a:spcBef>
                <a:spcPts val="300"/>
              </a:spcBef>
              <a:spcAft>
                <a:spcPts val="0"/>
              </a:spcAft>
              <a:buClr>
                <a:schemeClr val="dk1"/>
              </a:buClr>
              <a:buSzPts val="1400"/>
              <a:buChar char="•"/>
              <a:defRPr/>
            </a:lvl7pPr>
            <a:lvl8pPr indent="-317500" lvl="7" marL="3657600" algn="l">
              <a:spcBef>
                <a:spcPts val="300"/>
              </a:spcBef>
              <a:spcAft>
                <a:spcPts val="0"/>
              </a:spcAft>
              <a:buClr>
                <a:schemeClr val="dk1"/>
              </a:buClr>
              <a:buSzPts val="1400"/>
              <a:buChar char="•"/>
              <a:defRPr/>
            </a:lvl8pPr>
            <a:lvl9pPr indent="-317500" lvl="8" marL="4114800" algn="l">
              <a:spcBef>
                <a:spcPts val="300"/>
              </a:spcBef>
              <a:spcAft>
                <a:spcPts val="0"/>
              </a:spcAft>
              <a:buClr>
                <a:schemeClr val="dk1"/>
              </a:buClr>
              <a:buSzPts val="1400"/>
              <a:buChar char="•"/>
              <a:defRPr/>
            </a:lvl9pPr>
          </a:lstStyle>
          <a:p/>
        </p:txBody>
      </p:sp>
      <p:sp>
        <p:nvSpPr>
          <p:cNvPr id="65" name="Google Shape;65;p15"/>
          <p:cNvSpPr txBox="1"/>
          <p:nvPr>
            <p:ph idx="10" type="dt"/>
          </p:nvPr>
        </p:nvSpPr>
        <p:spPr>
          <a:xfrm>
            <a:off x="457200" y="4767265"/>
            <a:ext cx="21336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6" name="Google Shape;66;p15"/>
          <p:cNvSpPr txBox="1"/>
          <p:nvPr>
            <p:ph idx="11" type="ftr"/>
          </p:nvPr>
        </p:nvSpPr>
        <p:spPr>
          <a:xfrm>
            <a:off x="3124200" y="4767265"/>
            <a:ext cx="28956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7" name="Google Shape;67;p15"/>
          <p:cNvSpPr txBox="1"/>
          <p:nvPr>
            <p:ph idx="12" type="sldNum"/>
          </p:nvPr>
        </p:nvSpPr>
        <p:spPr>
          <a:xfrm>
            <a:off x="6553200" y="4767265"/>
            <a:ext cx="21336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spcAft>
                <a:spcPts val="0"/>
              </a:spcAft>
              <a:buNone/>
              <a:defRPr sz="900">
                <a:solidFill>
                  <a:srgbClr val="898989"/>
                </a:solidFill>
                <a:latin typeface="Oswald"/>
                <a:ea typeface="Oswald"/>
                <a:cs typeface="Oswald"/>
                <a:sym typeface="Oswald"/>
              </a:defRPr>
            </a:lvl1pPr>
            <a:lvl2pPr indent="0" lvl="1" marL="0" algn="r">
              <a:spcBef>
                <a:spcPts val="0"/>
              </a:spcBef>
              <a:spcAft>
                <a:spcPts val="0"/>
              </a:spcAft>
              <a:buNone/>
              <a:defRPr sz="900">
                <a:solidFill>
                  <a:srgbClr val="898989"/>
                </a:solidFill>
                <a:latin typeface="Oswald"/>
                <a:ea typeface="Oswald"/>
                <a:cs typeface="Oswald"/>
                <a:sym typeface="Oswald"/>
              </a:defRPr>
            </a:lvl2pPr>
            <a:lvl3pPr indent="0" lvl="2" marL="0" algn="r">
              <a:spcBef>
                <a:spcPts val="0"/>
              </a:spcBef>
              <a:spcAft>
                <a:spcPts val="0"/>
              </a:spcAft>
              <a:buNone/>
              <a:defRPr sz="900">
                <a:solidFill>
                  <a:srgbClr val="898989"/>
                </a:solidFill>
                <a:latin typeface="Oswald"/>
                <a:ea typeface="Oswald"/>
                <a:cs typeface="Oswald"/>
                <a:sym typeface="Oswald"/>
              </a:defRPr>
            </a:lvl3pPr>
            <a:lvl4pPr indent="0" lvl="3" marL="0" algn="r">
              <a:spcBef>
                <a:spcPts val="0"/>
              </a:spcBef>
              <a:spcAft>
                <a:spcPts val="0"/>
              </a:spcAft>
              <a:buNone/>
              <a:defRPr sz="900">
                <a:solidFill>
                  <a:srgbClr val="898989"/>
                </a:solidFill>
                <a:latin typeface="Oswald"/>
                <a:ea typeface="Oswald"/>
                <a:cs typeface="Oswald"/>
                <a:sym typeface="Oswald"/>
              </a:defRPr>
            </a:lvl4pPr>
            <a:lvl5pPr indent="0" lvl="4" marL="0" algn="r">
              <a:spcBef>
                <a:spcPts val="0"/>
              </a:spcBef>
              <a:spcAft>
                <a:spcPts val="0"/>
              </a:spcAft>
              <a:buNone/>
              <a:defRPr sz="900">
                <a:solidFill>
                  <a:srgbClr val="898989"/>
                </a:solidFill>
                <a:latin typeface="Oswald"/>
                <a:ea typeface="Oswald"/>
                <a:cs typeface="Oswald"/>
                <a:sym typeface="Oswald"/>
              </a:defRPr>
            </a:lvl5pPr>
            <a:lvl6pPr indent="0" lvl="5" marL="0" algn="r">
              <a:spcBef>
                <a:spcPts val="0"/>
              </a:spcBef>
              <a:spcAft>
                <a:spcPts val="0"/>
              </a:spcAft>
              <a:buNone/>
              <a:defRPr sz="900">
                <a:solidFill>
                  <a:srgbClr val="898989"/>
                </a:solidFill>
                <a:latin typeface="Oswald"/>
                <a:ea typeface="Oswald"/>
                <a:cs typeface="Oswald"/>
                <a:sym typeface="Oswald"/>
              </a:defRPr>
            </a:lvl6pPr>
            <a:lvl7pPr indent="0" lvl="6" marL="0" algn="r">
              <a:spcBef>
                <a:spcPts val="0"/>
              </a:spcBef>
              <a:spcAft>
                <a:spcPts val="0"/>
              </a:spcAft>
              <a:buNone/>
              <a:defRPr sz="900">
                <a:solidFill>
                  <a:srgbClr val="898989"/>
                </a:solidFill>
                <a:latin typeface="Oswald"/>
                <a:ea typeface="Oswald"/>
                <a:cs typeface="Oswald"/>
                <a:sym typeface="Oswald"/>
              </a:defRPr>
            </a:lvl7pPr>
            <a:lvl8pPr indent="0" lvl="7" marL="0" algn="r">
              <a:spcBef>
                <a:spcPts val="0"/>
              </a:spcBef>
              <a:spcAft>
                <a:spcPts val="0"/>
              </a:spcAft>
              <a:buNone/>
              <a:defRPr sz="900">
                <a:solidFill>
                  <a:srgbClr val="898989"/>
                </a:solidFill>
                <a:latin typeface="Oswald"/>
                <a:ea typeface="Oswald"/>
                <a:cs typeface="Oswald"/>
                <a:sym typeface="Oswald"/>
              </a:defRPr>
            </a:lvl8pPr>
            <a:lvl9pPr indent="0" lvl="8" marL="0" algn="r">
              <a:spcBef>
                <a:spcPts val="0"/>
              </a:spcBef>
              <a:spcAft>
                <a:spcPts val="0"/>
              </a:spcAft>
              <a:buNone/>
              <a:defRPr sz="900">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68" name="Shape 68"/>
        <p:cNvGrpSpPr/>
        <p:nvPr/>
      </p:nvGrpSpPr>
      <p:grpSpPr>
        <a:xfrm>
          <a:off x="0" y="0"/>
          <a:ext cx="0" cy="0"/>
          <a:chOff x="0" y="0"/>
          <a:chExt cx="0" cy="0"/>
        </a:xfrm>
      </p:grpSpPr>
      <p:sp>
        <p:nvSpPr>
          <p:cNvPr id="69" name="Google Shape;69;p16"/>
          <p:cNvSpPr txBox="1"/>
          <p:nvPr>
            <p:ph type="title"/>
          </p:nvPr>
        </p:nvSpPr>
        <p:spPr>
          <a:xfrm>
            <a:off x="722313" y="3305177"/>
            <a:ext cx="7772400" cy="1021556"/>
          </a:xfrm>
          <a:prstGeom prst="rect">
            <a:avLst/>
          </a:prstGeom>
          <a:noFill/>
          <a:ln>
            <a:noFill/>
          </a:ln>
        </p:spPr>
        <p:txBody>
          <a:bodyPr anchorCtr="0" anchor="t" bIns="34275" lIns="68575" spcFirstLastPara="1" rIns="68575" wrap="square" tIns="34275">
            <a:noAutofit/>
          </a:bodyPr>
          <a:lstStyle>
            <a:lvl1pPr lvl="0" algn="l">
              <a:spcBef>
                <a:spcPts val="0"/>
              </a:spcBef>
              <a:spcAft>
                <a:spcPts val="0"/>
              </a:spcAft>
              <a:buSzPts val="1100"/>
              <a:buNone/>
              <a:defRPr b="1" sz="3000" cap="none"/>
            </a:lvl1pPr>
            <a:lvl2pPr lvl="1" algn="ctr">
              <a:spcBef>
                <a:spcPts val="0"/>
              </a:spcBef>
              <a:spcAft>
                <a:spcPts val="0"/>
              </a:spcAft>
              <a:buSzPts val="1100"/>
              <a:buNone/>
              <a:defRPr/>
            </a:lvl2pPr>
            <a:lvl3pPr lvl="2" algn="ctr">
              <a:spcBef>
                <a:spcPts val="0"/>
              </a:spcBef>
              <a:spcAft>
                <a:spcPts val="0"/>
              </a:spcAft>
              <a:buSzPts val="1100"/>
              <a:buNone/>
              <a:defRPr/>
            </a:lvl3pPr>
            <a:lvl4pPr lvl="3" algn="ctr">
              <a:spcBef>
                <a:spcPts val="0"/>
              </a:spcBef>
              <a:spcAft>
                <a:spcPts val="0"/>
              </a:spcAft>
              <a:buSzPts val="1100"/>
              <a:buNone/>
              <a:defRPr/>
            </a:lvl4pPr>
            <a:lvl5pPr lvl="4" algn="ctr">
              <a:spcBef>
                <a:spcPts val="0"/>
              </a:spcBef>
              <a:spcAft>
                <a:spcPts val="0"/>
              </a:spcAft>
              <a:buSzPts val="1100"/>
              <a:buNone/>
              <a:defRPr/>
            </a:lvl5pPr>
            <a:lvl6pPr lvl="5" algn="ctr">
              <a:spcBef>
                <a:spcPts val="0"/>
              </a:spcBef>
              <a:spcAft>
                <a:spcPts val="0"/>
              </a:spcAft>
              <a:buSzPts val="1100"/>
              <a:buNone/>
              <a:defRPr/>
            </a:lvl6pPr>
            <a:lvl7pPr lvl="6" algn="ctr">
              <a:spcBef>
                <a:spcPts val="0"/>
              </a:spcBef>
              <a:spcAft>
                <a:spcPts val="0"/>
              </a:spcAft>
              <a:buSzPts val="1100"/>
              <a:buNone/>
              <a:defRPr/>
            </a:lvl7pPr>
            <a:lvl8pPr lvl="7" algn="ctr">
              <a:spcBef>
                <a:spcPts val="0"/>
              </a:spcBef>
              <a:spcAft>
                <a:spcPts val="0"/>
              </a:spcAft>
              <a:buSzPts val="1100"/>
              <a:buNone/>
              <a:defRPr/>
            </a:lvl8pPr>
            <a:lvl9pPr lvl="8" algn="ctr">
              <a:spcBef>
                <a:spcPts val="0"/>
              </a:spcBef>
              <a:spcAft>
                <a:spcPts val="0"/>
              </a:spcAft>
              <a:buSzPts val="1100"/>
              <a:buNone/>
              <a:defRPr/>
            </a:lvl9pPr>
          </a:lstStyle>
          <a:p/>
        </p:txBody>
      </p:sp>
      <p:sp>
        <p:nvSpPr>
          <p:cNvPr id="70" name="Google Shape;70;p16"/>
          <p:cNvSpPr txBox="1"/>
          <p:nvPr>
            <p:ph idx="1" type="body"/>
          </p:nvPr>
        </p:nvSpPr>
        <p:spPr>
          <a:xfrm>
            <a:off x="722313" y="2180035"/>
            <a:ext cx="7772400" cy="1125140"/>
          </a:xfrm>
          <a:prstGeom prst="rect">
            <a:avLst/>
          </a:prstGeom>
          <a:noFill/>
          <a:ln>
            <a:noFill/>
          </a:ln>
        </p:spPr>
        <p:txBody>
          <a:bodyPr anchorCtr="0" anchor="b" bIns="34275" lIns="68575" spcFirstLastPara="1" rIns="68575" wrap="square" tIns="34275">
            <a:noAutofit/>
          </a:bodyPr>
          <a:lstStyle>
            <a:lvl1pPr indent="-228600" lvl="0" marL="457200" algn="l">
              <a:spcBef>
                <a:spcPts val="300"/>
              </a:spcBef>
              <a:spcAft>
                <a:spcPts val="0"/>
              </a:spcAft>
              <a:buClr>
                <a:srgbClr val="888888"/>
              </a:buClr>
              <a:buSzPts val="1500"/>
              <a:buNone/>
              <a:defRPr sz="1500">
                <a:solidFill>
                  <a:srgbClr val="888888"/>
                </a:solidFill>
              </a:defRPr>
            </a:lvl1pPr>
            <a:lvl2pPr indent="-228600" lvl="1" marL="914400" algn="l">
              <a:spcBef>
                <a:spcPts val="300"/>
              </a:spcBef>
              <a:spcAft>
                <a:spcPts val="0"/>
              </a:spcAft>
              <a:buClr>
                <a:srgbClr val="888888"/>
              </a:buClr>
              <a:buSzPts val="1400"/>
              <a:buNone/>
              <a:defRPr sz="1400">
                <a:solidFill>
                  <a:srgbClr val="888888"/>
                </a:solidFill>
              </a:defRPr>
            </a:lvl2pPr>
            <a:lvl3pPr indent="-228600" lvl="2" marL="1371600" algn="l">
              <a:spcBef>
                <a:spcPts val="200"/>
              </a:spcBef>
              <a:spcAft>
                <a:spcPts val="0"/>
              </a:spcAft>
              <a:buClr>
                <a:srgbClr val="888888"/>
              </a:buClr>
              <a:buSzPts val="1200"/>
              <a:buNone/>
              <a:defRPr sz="1200">
                <a:solidFill>
                  <a:srgbClr val="888888"/>
                </a:solidFill>
              </a:defRPr>
            </a:lvl3pPr>
            <a:lvl4pPr indent="-228600" lvl="3" marL="1828800" algn="l">
              <a:spcBef>
                <a:spcPts val="200"/>
              </a:spcBef>
              <a:spcAft>
                <a:spcPts val="0"/>
              </a:spcAft>
              <a:buClr>
                <a:srgbClr val="888888"/>
              </a:buClr>
              <a:buSzPts val="1100"/>
              <a:buNone/>
              <a:defRPr sz="1100">
                <a:solidFill>
                  <a:srgbClr val="888888"/>
                </a:solidFill>
              </a:defRPr>
            </a:lvl4pPr>
            <a:lvl5pPr indent="-228600" lvl="4" marL="2286000" algn="l">
              <a:spcBef>
                <a:spcPts val="200"/>
              </a:spcBef>
              <a:spcAft>
                <a:spcPts val="0"/>
              </a:spcAft>
              <a:buClr>
                <a:srgbClr val="888888"/>
              </a:buClr>
              <a:buSzPts val="1100"/>
              <a:buNone/>
              <a:defRPr sz="1100">
                <a:solidFill>
                  <a:srgbClr val="888888"/>
                </a:solidFill>
              </a:defRPr>
            </a:lvl5pPr>
            <a:lvl6pPr indent="-228600" lvl="5" marL="2743200" algn="l">
              <a:spcBef>
                <a:spcPts val="200"/>
              </a:spcBef>
              <a:spcAft>
                <a:spcPts val="0"/>
              </a:spcAft>
              <a:buClr>
                <a:srgbClr val="888888"/>
              </a:buClr>
              <a:buSzPts val="1100"/>
              <a:buNone/>
              <a:defRPr sz="1100">
                <a:solidFill>
                  <a:srgbClr val="888888"/>
                </a:solidFill>
              </a:defRPr>
            </a:lvl6pPr>
            <a:lvl7pPr indent="-228600" lvl="6" marL="3200400" algn="l">
              <a:spcBef>
                <a:spcPts val="200"/>
              </a:spcBef>
              <a:spcAft>
                <a:spcPts val="0"/>
              </a:spcAft>
              <a:buClr>
                <a:srgbClr val="888888"/>
              </a:buClr>
              <a:buSzPts val="1100"/>
              <a:buNone/>
              <a:defRPr sz="1100">
                <a:solidFill>
                  <a:srgbClr val="888888"/>
                </a:solidFill>
              </a:defRPr>
            </a:lvl7pPr>
            <a:lvl8pPr indent="-228600" lvl="7" marL="3657600" algn="l">
              <a:spcBef>
                <a:spcPts val="200"/>
              </a:spcBef>
              <a:spcAft>
                <a:spcPts val="0"/>
              </a:spcAft>
              <a:buClr>
                <a:srgbClr val="888888"/>
              </a:buClr>
              <a:buSzPts val="1100"/>
              <a:buNone/>
              <a:defRPr sz="1100">
                <a:solidFill>
                  <a:srgbClr val="888888"/>
                </a:solidFill>
              </a:defRPr>
            </a:lvl8pPr>
            <a:lvl9pPr indent="-228600" lvl="8" marL="4114800" algn="l">
              <a:spcBef>
                <a:spcPts val="200"/>
              </a:spcBef>
              <a:spcAft>
                <a:spcPts val="0"/>
              </a:spcAft>
              <a:buClr>
                <a:srgbClr val="888888"/>
              </a:buClr>
              <a:buSzPts val="1100"/>
              <a:buNone/>
              <a:defRPr sz="1100">
                <a:solidFill>
                  <a:srgbClr val="888888"/>
                </a:solidFill>
              </a:defRPr>
            </a:lvl9pPr>
          </a:lstStyle>
          <a:p/>
        </p:txBody>
      </p:sp>
      <p:sp>
        <p:nvSpPr>
          <p:cNvPr id="71" name="Google Shape;71;p16"/>
          <p:cNvSpPr txBox="1"/>
          <p:nvPr>
            <p:ph idx="10" type="dt"/>
          </p:nvPr>
        </p:nvSpPr>
        <p:spPr>
          <a:xfrm>
            <a:off x="457200" y="4767265"/>
            <a:ext cx="21336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2" name="Google Shape;72;p16"/>
          <p:cNvSpPr txBox="1"/>
          <p:nvPr>
            <p:ph idx="11" type="ftr"/>
          </p:nvPr>
        </p:nvSpPr>
        <p:spPr>
          <a:xfrm>
            <a:off x="3124200" y="4767265"/>
            <a:ext cx="28956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3" name="Google Shape;73;p16"/>
          <p:cNvSpPr txBox="1"/>
          <p:nvPr>
            <p:ph idx="12" type="sldNum"/>
          </p:nvPr>
        </p:nvSpPr>
        <p:spPr>
          <a:xfrm>
            <a:off x="6553200" y="4767265"/>
            <a:ext cx="21336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spcAft>
                <a:spcPts val="0"/>
              </a:spcAft>
              <a:buNone/>
              <a:defRPr sz="900">
                <a:solidFill>
                  <a:srgbClr val="898989"/>
                </a:solidFill>
                <a:latin typeface="Oswald"/>
                <a:ea typeface="Oswald"/>
                <a:cs typeface="Oswald"/>
                <a:sym typeface="Oswald"/>
              </a:defRPr>
            </a:lvl1pPr>
            <a:lvl2pPr indent="0" lvl="1" marL="0" algn="r">
              <a:spcBef>
                <a:spcPts val="0"/>
              </a:spcBef>
              <a:spcAft>
                <a:spcPts val="0"/>
              </a:spcAft>
              <a:buNone/>
              <a:defRPr sz="900">
                <a:solidFill>
                  <a:srgbClr val="898989"/>
                </a:solidFill>
                <a:latin typeface="Oswald"/>
                <a:ea typeface="Oswald"/>
                <a:cs typeface="Oswald"/>
                <a:sym typeface="Oswald"/>
              </a:defRPr>
            </a:lvl2pPr>
            <a:lvl3pPr indent="0" lvl="2" marL="0" algn="r">
              <a:spcBef>
                <a:spcPts val="0"/>
              </a:spcBef>
              <a:spcAft>
                <a:spcPts val="0"/>
              </a:spcAft>
              <a:buNone/>
              <a:defRPr sz="900">
                <a:solidFill>
                  <a:srgbClr val="898989"/>
                </a:solidFill>
                <a:latin typeface="Oswald"/>
                <a:ea typeface="Oswald"/>
                <a:cs typeface="Oswald"/>
                <a:sym typeface="Oswald"/>
              </a:defRPr>
            </a:lvl3pPr>
            <a:lvl4pPr indent="0" lvl="3" marL="0" algn="r">
              <a:spcBef>
                <a:spcPts val="0"/>
              </a:spcBef>
              <a:spcAft>
                <a:spcPts val="0"/>
              </a:spcAft>
              <a:buNone/>
              <a:defRPr sz="900">
                <a:solidFill>
                  <a:srgbClr val="898989"/>
                </a:solidFill>
                <a:latin typeface="Oswald"/>
                <a:ea typeface="Oswald"/>
                <a:cs typeface="Oswald"/>
                <a:sym typeface="Oswald"/>
              </a:defRPr>
            </a:lvl4pPr>
            <a:lvl5pPr indent="0" lvl="4" marL="0" algn="r">
              <a:spcBef>
                <a:spcPts val="0"/>
              </a:spcBef>
              <a:spcAft>
                <a:spcPts val="0"/>
              </a:spcAft>
              <a:buNone/>
              <a:defRPr sz="900">
                <a:solidFill>
                  <a:srgbClr val="898989"/>
                </a:solidFill>
                <a:latin typeface="Oswald"/>
                <a:ea typeface="Oswald"/>
                <a:cs typeface="Oswald"/>
                <a:sym typeface="Oswald"/>
              </a:defRPr>
            </a:lvl5pPr>
            <a:lvl6pPr indent="0" lvl="5" marL="0" algn="r">
              <a:spcBef>
                <a:spcPts val="0"/>
              </a:spcBef>
              <a:spcAft>
                <a:spcPts val="0"/>
              </a:spcAft>
              <a:buNone/>
              <a:defRPr sz="900">
                <a:solidFill>
                  <a:srgbClr val="898989"/>
                </a:solidFill>
                <a:latin typeface="Oswald"/>
                <a:ea typeface="Oswald"/>
                <a:cs typeface="Oswald"/>
                <a:sym typeface="Oswald"/>
              </a:defRPr>
            </a:lvl6pPr>
            <a:lvl7pPr indent="0" lvl="6" marL="0" algn="r">
              <a:spcBef>
                <a:spcPts val="0"/>
              </a:spcBef>
              <a:spcAft>
                <a:spcPts val="0"/>
              </a:spcAft>
              <a:buNone/>
              <a:defRPr sz="900">
                <a:solidFill>
                  <a:srgbClr val="898989"/>
                </a:solidFill>
                <a:latin typeface="Oswald"/>
                <a:ea typeface="Oswald"/>
                <a:cs typeface="Oswald"/>
                <a:sym typeface="Oswald"/>
              </a:defRPr>
            </a:lvl7pPr>
            <a:lvl8pPr indent="0" lvl="7" marL="0" algn="r">
              <a:spcBef>
                <a:spcPts val="0"/>
              </a:spcBef>
              <a:spcAft>
                <a:spcPts val="0"/>
              </a:spcAft>
              <a:buNone/>
              <a:defRPr sz="900">
                <a:solidFill>
                  <a:srgbClr val="898989"/>
                </a:solidFill>
                <a:latin typeface="Oswald"/>
                <a:ea typeface="Oswald"/>
                <a:cs typeface="Oswald"/>
                <a:sym typeface="Oswald"/>
              </a:defRPr>
            </a:lvl8pPr>
            <a:lvl9pPr indent="0" lvl="8" marL="0" algn="r">
              <a:spcBef>
                <a:spcPts val="0"/>
              </a:spcBef>
              <a:spcAft>
                <a:spcPts val="0"/>
              </a:spcAft>
              <a:buNone/>
              <a:defRPr sz="900">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74" name="Shape 74"/>
        <p:cNvGrpSpPr/>
        <p:nvPr/>
      </p:nvGrpSpPr>
      <p:grpSpPr>
        <a:xfrm>
          <a:off x="0" y="0"/>
          <a:ext cx="0" cy="0"/>
          <a:chOff x="0" y="0"/>
          <a:chExt cx="0" cy="0"/>
        </a:xfrm>
      </p:grpSpPr>
      <p:sp>
        <p:nvSpPr>
          <p:cNvPr id="75" name="Google Shape;75;p17"/>
          <p:cNvSpPr txBox="1"/>
          <p:nvPr>
            <p:ph type="title"/>
          </p:nvPr>
        </p:nvSpPr>
        <p:spPr>
          <a:xfrm>
            <a:off x="457200" y="-35719"/>
            <a:ext cx="8229600" cy="85725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ctr">
              <a:spcBef>
                <a:spcPts val="0"/>
              </a:spcBef>
              <a:spcAft>
                <a:spcPts val="0"/>
              </a:spcAft>
              <a:buSzPts val="1100"/>
              <a:buNone/>
              <a:defRPr/>
            </a:lvl2pPr>
            <a:lvl3pPr lvl="2" algn="ctr">
              <a:spcBef>
                <a:spcPts val="0"/>
              </a:spcBef>
              <a:spcAft>
                <a:spcPts val="0"/>
              </a:spcAft>
              <a:buSzPts val="1100"/>
              <a:buNone/>
              <a:defRPr/>
            </a:lvl3pPr>
            <a:lvl4pPr lvl="3" algn="ctr">
              <a:spcBef>
                <a:spcPts val="0"/>
              </a:spcBef>
              <a:spcAft>
                <a:spcPts val="0"/>
              </a:spcAft>
              <a:buSzPts val="1100"/>
              <a:buNone/>
              <a:defRPr/>
            </a:lvl4pPr>
            <a:lvl5pPr lvl="4" algn="ctr">
              <a:spcBef>
                <a:spcPts val="0"/>
              </a:spcBef>
              <a:spcAft>
                <a:spcPts val="0"/>
              </a:spcAft>
              <a:buSzPts val="1100"/>
              <a:buNone/>
              <a:defRPr/>
            </a:lvl5pPr>
            <a:lvl6pPr lvl="5" algn="ctr">
              <a:spcBef>
                <a:spcPts val="0"/>
              </a:spcBef>
              <a:spcAft>
                <a:spcPts val="0"/>
              </a:spcAft>
              <a:buSzPts val="1100"/>
              <a:buNone/>
              <a:defRPr/>
            </a:lvl6pPr>
            <a:lvl7pPr lvl="6" algn="ctr">
              <a:spcBef>
                <a:spcPts val="0"/>
              </a:spcBef>
              <a:spcAft>
                <a:spcPts val="0"/>
              </a:spcAft>
              <a:buSzPts val="1100"/>
              <a:buNone/>
              <a:defRPr/>
            </a:lvl7pPr>
            <a:lvl8pPr lvl="7" algn="ctr">
              <a:spcBef>
                <a:spcPts val="0"/>
              </a:spcBef>
              <a:spcAft>
                <a:spcPts val="0"/>
              </a:spcAft>
              <a:buSzPts val="1100"/>
              <a:buNone/>
              <a:defRPr/>
            </a:lvl8pPr>
            <a:lvl9pPr lvl="8" algn="ctr">
              <a:spcBef>
                <a:spcPts val="0"/>
              </a:spcBef>
              <a:spcAft>
                <a:spcPts val="0"/>
              </a:spcAft>
              <a:buSzPts val="1100"/>
              <a:buNone/>
              <a:defRPr/>
            </a:lvl9pPr>
          </a:lstStyle>
          <a:p/>
        </p:txBody>
      </p:sp>
      <p:sp>
        <p:nvSpPr>
          <p:cNvPr id="76" name="Google Shape;76;p17"/>
          <p:cNvSpPr txBox="1"/>
          <p:nvPr>
            <p:ph idx="1" type="body"/>
          </p:nvPr>
        </p:nvSpPr>
        <p:spPr>
          <a:xfrm>
            <a:off x="457200" y="1200152"/>
            <a:ext cx="4038600" cy="3394472"/>
          </a:xfrm>
          <a:prstGeom prst="rect">
            <a:avLst/>
          </a:prstGeom>
          <a:noFill/>
          <a:ln>
            <a:noFill/>
          </a:ln>
        </p:spPr>
        <p:txBody>
          <a:bodyPr anchorCtr="0" anchor="t" bIns="34275" lIns="68575" spcFirstLastPara="1" rIns="68575" wrap="square" tIns="34275">
            <a:noAutofit/>
          </a:bodyPr>
          <a:lstStyle>
            <a:lvl1pPr indent="-361950" lvl="0" marL="457200" algn="l">
              <a:spcBef>
                <a:spcPts val="400"/>
              </a:spcBef>
              <a:spcAft>
                <a:spcPts val="0"/>
              </a:spcAft>
              <a:buClr>
                <a:schemeClr val="dk1"/>
              </a:buClr>
              <a:buSzPts val="2100"/>
              <a:buChar char="•"/>
              <a:defRPr sz="2100"/>
            </a:lvl1pPr>
            <a:lvl2pPr indent="-342900" lvl="1" marL="914400" algn="l">
              <a:spcBef>
                <a:spcPts val="400"/>
              </a:spcBef>
              <a:spcAft>
                <a:spcPts val="0"/>
              </a:spcAft>
              <a:buClr>
                <a:schemeClr val="dk1"/>
              </a:buClr>
              <a:buSzPts val="1800"/>
              <a:buChar char="–"/>
              <a:defRPr sz="1800"/>
            </a:lvl2pPr>
            <a:lvl3pPr indent="-323850" lvl="2" marL="1371600" algn="l">
              <a:spcBef>
                <a:spcPts val="300"/>
              </a:spcBef>
              <a:spcAft>
                <a:spcPts val="0"/>
              </a:spcAft>
              <a:buClr>
                <a:schemeClr val="dk1"/>
              </a:buClr>
              <a:buSzPts val="1500"/>
              <a:buChar char="•"/>
              <a:defRPr sz="1500"/>
            </a:lvl3pPr>
            <a:lvl4pPr indent="-317500" lvl="3" marL="1828800" algn="l">
              <a:spcBef>
                <a:spcPts val="300"/>
              </a:spcBef>
              <a:spcAft>
                <a:spcPts val="0"/>
              </a:spcAft>
              <a:buClr>
                <a:schemeClr val="dk1"/>
              </a:buClr>
              <a:buSzPts val="1400"/>
              <a:buChar char="–"/>
              <a:defRPr sz="1400"/>
            </a:lvl4pPr>
            <a:lvl5pPr indent="-317500" lvl="4" marL="2286000" algn="l">
              <a:spcBef>
                <a:spcPts val="300"/>
              </a:spcBef>
              <a:spcAft>
                <a:spcPts val="0"/>
              </a:spcAft>
              <a:buClr>
                <a:schemeClr val="dk1"/>
              </a:buClr>
              <a:buSzPts val="1400"/>
              <a:buChar char="»"/>
              <a:defRPr sz="1400"/>
            </a:lvl5pPr>
            <a:lvl6pPr indent="-317500" lvl="5" marL="2743200" algn="l">
              <a:spcBef>
                <a:spcPts val="300"/>
              </a:spcBef>
              <a:spcAft>
                <a:spcPts val="0"/>
              </a:spcAft>
              <a:buClr>
                <a:schemeClr val="dk1"/>
              </a:buClr>
              <a:buSzPts val="1400"/>
              <a:buChar char="•"/>
              <a:defRPr sz="1400"/>
            </a:lvl6pPr>
            <a:lvl7pPr indent="-317500" lvl="6" marL="3200400" algn="l">
              <a:spcBef>
                <a:spcPts val="300"/>
              </a:spcBef>
              <a:spcAft>
                <a:spcPts val="0"/>
              </a:spcAft>
              <a:buClr>
                <a:schemeClr val="dk1"/>
              </a:buClr>
              <a:buSzPts val="1400"/>
              <a:buChar char="•"/>
              <a:defRPr sz="1400"/>
            </a:lvl7pPr>
            <a:lvl8pPr indent="-317500" lvl="7" marL="3657600" algn="l">
              <a:spcBef>
                <a:spcPts val="300"/>
              </a:spcBef>
              <a:spcAft>
                <a:spcPts val="0"/>
              </a:spcAft>
              <a:buClr>
                <a:schemeClr val="dk1"/>
              </a:buClr>
              <a:buSzPts val="1400"/>
              <a:buChar char="•"/>
              <a:defRPr sz="1400"/>
            </a:lvl8pPr>
            <a:lvl9pPr indent="-317500" lvl="8" marL="4114800" algn="l">
              <a:spcBef>
                <a:spcPts val="300"/>
              </a:spcBef>
              <a:spcAft>
                <a:spcPts val="0"/>
              </a:spcAft>
              <a:buClr>
                <a:schemeClr val="dk1"/>
              </a:buClr>
              <a:buSzPts val="1400"/>
              <a:buChar char="•"/>
              <a:defRPr sz="1400"/>
            </a:lvl9pPr>
          </a:lstStyle>
          <a:p/>
        </p:txBody>
      </p:sp>
      <p:sp>
        <p:nvSpPr>
          <p:cNvPr id="77" name="Google Shape;77;p17"/>
          <p:cNvSpPr txBox="1"/>
          <p:nvPr>
            <p:ph idx="2" type="body"/>
          </p:nvPr>
        </p:nvSpPr>
        <p:spPr>
          <a:xfrm>
            <a:off x="4648200" y="1200152"/>
            <a:ext cx="4038600" cy="3394472"/>
          </a:xfrm>
          <a:prstGeom prst="rect">
            <a:avLst/>
          </a:prstGeom>
          <a:noFill/>
          <a:ln>
            <a:noFill/>
          </a:ln>
        </p:spPr>
        <p:txBody>
          <a:bodyPr anchorCtr="0" anchor="t" bIns="34275" lIns="68575" spcFirstLastPara="1" rIns="68575" wrap="square" tIns="34275">
            <a:noAutofit/>
          </a:bodyPr>
          <a:lstStyle>
            <a:lvl1pPr indent="-361950" lvl="0" marL="457200" algn="l">
              <a:spcBef>
                <a:spcPts val="400"/>
              </a:spcBef>
              <a:spcAft>
                <a:spcPts val="0"/>
              </a:spcAft>
              <a:buClr>
                <a:schemeClr val="dk1"/>
              </a:buClr>
              <a:buSzPts val="2100"/>
              <a:buChar char="•"/>
              <a:defRPr sz="2100"/>
            </a:lvl1pPr>
            <a:lvl2pPr indent="-342900" lvl="1" marL="914400" algn="l">
              <a:spcBef>
                <a:spcPts val="400"/>
              </a:spcBef>
              <a:spcAft>
                <a:spcPts val="0"/>
              </a:spcAft>
              <a:buClr>
                <a:schemeClr val="dk1"/>
              </a:buClr>
              <a:buSzPts val="1800"/>
              <a:buChar char="–"/>
              <a:defRPr sz="1800"/>
            </a:lvl2pPr>
            <a:lvl3pPr indent="-323850" lvl="2" marL="1371600" algn="l">
              <a:spcBef>
                <a:spcPts val="300"/>
              </a:spcBef>
              <a:spcAft>
                <a:spcPts val="0"/>
              </a:spcAft>
              <a:buClr>
                <a:schemeClr val="dk1"/>
              </a:buClr>
              <a:buSzPts val="1500"/>
              <a:buChar char="•"/>
              <a:defRPr sz="1500"/>
            </a:lvl3pPr>
            <a:lvl4pPr indent="-317500" lvl="3" marL="1828800" algn="l">
              <a:spcBef>
                <a:spcPts val="300"/>
              </a:spcBef>
              <a:spcAft>
                <a:spcPts val="0"/>
              </a:spcAft>
              <a:buClr>
                <a:schemeClr val="dk1"/>
              </a:buClr>
              <a:buSzPts val="1400"/>
              <a:buChar char="–"/>
              <a:defRPr sz="1400"/>
            </a:lvl4pPr>
            <a:lvl5pPr indent="-317500" lvl="4" marL="2286000" algn="l">
              <a:spcBef>
                <a:spcPts val="300"/>
              </a:spcBef>
              <a:spcAft>
                <a:spcPts val="0"/>
              </a:spcAft>
              <a:buClr>
                <a:schemeClr val="dk1"/>
              </a:buClr>
              <a:buSzPts val="1400"/>
              <a:buChar char="»"/>
              <a:defRPr sz="1400"/>
            </a:lvl5pPr>
            <a:lvl6pPr indent="-317500" lvl="5" marL="2743200" algn="l">
              <a:spcBef>
                <a:spcPts val="300"/>
              </a:spcBef>
              <a:spcAft>
                <a:spcPts val="0"/>
              </a:spcAft>
              <a:buClr>
                <a:schemeClr val="dk1"/>
              </a:buClr>
              <a:buSzPts val="1400"/>
              <a:buChar char="•"/>
              <a:defRPr sz="1400"/>
            </a:lvl6pPr>
            <a:lvl7pPr indent="-317500" lvl="6" marL="3200400" algn="l">
              <a:spcBef>
                <a:spcPts val="300"/>
              </a:spcBef>
              <a:spcAft>
                <a:spcPts val="0"/>
              </a:spcAft>
              <a:buClr>
                <a:schemeClr val="dk1"/>
              </a:buClr>
              <a:buSzPts val="1400"/>
              <a:buChar char="•"/>
              <a:defRPr sz="1400"/>
            </a:lvl7pPr>
            <a:lvl8pPr indent="-317500" lvl="7" marL="3657600" algn="l">
              <a:spcBef>
                <a:spcPts val="300"/>
              </a:spcBef>
              <a:spcAft>
                <a:spcPts val="0"/>
              </a:spcAft>
              <a:buClr>
                <a:schemeClr val="dk1"/>
              </a:buClr>
              <a:buSzPts val="1400"/>
              <a:buChar char="•"/>
              <a:defRPr sz="1400"/>
            </a:lvl8pPr>
            <a:lvl9pPr indent="-317500" lvl="8" marL="4114800" algn="l">
              <a:spcBef>
                <a:spcPts val="300"/>
              </a:spcBef>
              <a:spcAft>
                <a:spcPts val="0"/>
              </a:spcAft>
              <a:buClr>
                <a:schemeClr val="dk1"/>
              </a:buClr>
              <a:buSzPts val="1400"/>
              <a:buChar char="•"/>
              <a:defRPr sz="1400"/>
            </a:lvl9pPr>
          </a:lstStyle>
          <a:p/>
        </p:txBody>
      </p:sp>
      <p:sp>
        <p:nvSpPr>
          <p:cNvPr id="78" name="Google Shape;78;p17"/>
          <p:cNvSpPr txBox="1"/>
          <p:nvPr>
            <p:ph idx="10" type="dt"/>
          </p:nvPr>
        </p:nvSpPr>
        <p:spPr>
          <a:xfrm>
            <a:off x="457200" y="4767265"/>
            <a:ext cx="21336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9" name="Google Shape;79;p17"/>
          <p:cNvSpPr txBox="1"/>
          <p:nvPr>
            <p:ph idx="11" type="ftr"/>
          </p:nvPr>
        </p:nvSpPr>
        <p:spPr>
          <a:xfrm>
            <a:off x="3124200" y="4767265"/>
            <a:ext cx="28956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80" name="Google Shape;80;p17"/>
          <p:cNvSpPr txBox="1"/>
          <p:nvPr>
            <p:ph idx="12" type="sldNum"/>
          </p:nvPr>
        </p:nvSpPr>
        <p:spPr>
          <a:xfrm>
            <a:off x="6553200" y="4767265"/>
            <a:ext cx="21336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spcAft>
                <a:spcPts val="0"/>
              </a:spcAft>
              <a:buNone/>
              <a:defRPr sz="900">
                <a:solidFill>
                  <a:srgbClr val="898989"/>
                </a:solidFill>
                <a:latin typeface="Oswald"/>
                <a:ea typeface="Oswald"/>
                <a:cs typeface="Oswald"/>
                <a:sym typeface="Oswald"/>
              </a:defRPr>
            </a:lvl1pPr>
            <a:lvl2pPr indent="0" lvl="1" marL="0" algn="r">
              <a:spcBef>
                <a:spcPts val="0"/>
              </a:spcBef>
              <a:spcAft>
                <a:spcPts val="0"/>
              </a:spcAft>
              <a:buNone/>
              <a:defRPr sz="900">
                <a:solidFill>
                  <a:srgbClr val="898989"/>
                </a:solidFill>
                <a:latin typeface="Oswald"/>
                <a:ea typeface="Oswald"/>
                <a:cs typeface="Oswald"/>
                <a:sym typeface="Oswald"/>
              </a:defRPr>
            </a:lvl2pPr>
            <a:lvl3pPr indent="0" lvl="2" marL="0" algn="r">
              <a:spcBef>
                <a:spcPts val="0"/>
              </a:spcBef>
              <a:spcAft>
                <a:spcPts val="0"/>
              </a:spcAft>
              <a:buNone/>
              <a:defRPr sz="900">
                <a:solidFill>
                  <a:srgbClr val="898989"/>
                </a:solidFill>
                <a:latin typeface="Oswald"/>
                <a:ea typeface="Oswald"/>
                <a:cs typeface="Oswald"/>
                <a:sym typeface="Oswald"/>
              </a:defRPr>
            </a:lvl3pPr>
            <a:lvl4pPr indent="0" lvl="3" marL="0" algn="r">
              <a:spcBef>
                <a:spcPts val="0"/>
              </a:spcBef>
              <a:spcAft>
                <a:spcPts val="0"/>
              </a:spcAft>
              <a:buNone/>
              <a:defRPr sz="900">
                <a:solidFill>
                  <a:srgbClr val="898989"/>
                </a:solidFill>
                <a:latin typeface="Oswald"/>
                <a:ea typeface="Oswald"/>
                <a:cs typeface="Oswald"/>
                <a:sym typeface="Oswald"/>
              </a:defRPr>
            </a:lvl4pPr>
            <a:lvl5pPr indent="0" lvl="4" marL="0" algn="r">
              <a:spcBef>
                <a:spcPts val="0"/>
              </a:spcBef>
              <a:spcAft>
                <a:spcPts val="0"/>
              </a:spcAft>
              <a:buNone/>
              <a:defRPr sz="900">
                <a:solidFill>
                  <a:srgbClr val="898989"/>
                </a:solidFill>
                <a:latin typeface="Oswald"/>
                <a:ea typeface="Oswald"/>
                <a:cs typeface="Oswald"/>
                <a:sym typeface="Oswald"/>
              </a:defRPr>
            </a:lvl5pPr>
            <a:lvl6pPr indent="0" lvl="5" marL="0" algn="r">
              <a:spcBef>
                <a:spcPts val="0"/>
              </a:spcBef>
              <a:spcAft>
                <a:spcPts val="0"/>
              </a:spcAft>
              <a:buNone/>
              <a:defRPr sz="900">
                <a:solidFill>
                  <a:srgbClr val="898989"/>
                </a:solidFill>
                <a:latin typeface="Oswald"/>
                <a:ea typeface="Oswald"/>
                <a:cs typeface="Oswald"/>
                <a:sym typeface="Oswald"/>
              </a:defRPr>
            </a:lvl6pPr>
            <a:lvl7pPr indent="0" lvl="6" marL="0" algn="r">
              <a:spcBef>
                <a:spcPts val="0"/>
              </a:spcBef>
              <a:spcAft>
                <a:spcPts val="0"/>
              </a:spcAft>
              <a:buNone/>
              <a:defRPr sz="900">
                <a:solidFill>
                  <a:srgbClr val="898989"/>
                </a:solidFill>
                <a:latin typeface="Oswald"/>
                <a:ea typeface="Oswald"/>
                <a:cs typeface="Oswald"/>
                <a:sym typeface="Oswald"/>
              </a:defRPr>
            </a:lvl7pPr>
            <a:lvl8pPr indent="0" lvl="7" marL="0" algn="r">
              <a:spcBef>
                <a:spcPts val="0"/>
              </a:spcBef>
              <a:spcAft>
                <a:spcPts val="0"/>
              </a:spcAft>
              <a:buNone/>
              <a:defRPr sz="900">
                <a:solidFill>
                  <a:srgbClr val="898989"/>
                </a:solidFill>
                <a:latin typeface="Oswald"/>
                <a:ea typeface="Oswald"/>
                <a:cs typeface="Oswald"/>
                <a:sym typeface="Oswald"/>
              </a:defRPr>
            </a:lvl8pPr>
            <a:lvl9pPr indent="0" lvl="8" marL="0" algn="r">
              <a:spcBef>
                <a:spcPts val="0"/>
              </a:spcBef>
              <a:spcAft>
                <a:spcPts val="0"/>
              </a:spcAft>
              <a:buNone/>
              <a:defRPr sz="900">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81" name="Shape 81"/>
        <p:cNvGrpSpPr/>
        <p:nvPr/>
      </p:nvGrpSpPr>
      <p:grpSpPr>
        <a:xfrm>
          <a:off x="0" y="0"/>
          <a:ext cx="0" cy="0"/>
          <a:chOff x="0" y="0"/>
          <a:chExt cx="0" cy="0"/>
        </a:xfrm>
      </p:grpSpPr>
      <p:sp>
        <p:nvSpPr>
          <p:cNvPr id="82" name="Google Shape;82;p18"/>
          <p:cNvSpPr txBox="1"/>
          <p:nvPr>
            <p:ph type="title"/>
          </p:nvPr>
        </p:nvSpPr>
        <p:spPr>
          <a:xfrm>
            <a:off x="457200" y="-35719"/>
            <a:ext cx="8229600" cy="85725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ctr">
              <a:spcBef>
                <a:spcPts val="0"/>
              </a:spcBef>
              <a:spcAft>
                <a:spcPts val="0"/>
              </a:spcAft>
              <a:buSzPts val="1100"/>
              <a:buNone/>
              <a:defRPr/>
            </a:lvl2pPr>
            <a:lvl3pPr lvl="2" algn="ctr">
              <a:spcBef>
                <a:spcPts val="0"/>
              </a:spcBef>
              <a:spcAft>
                <a:spcPts val="0"/>
              </a:spcAft>
              <a:buSzPts val="1100"/>
              <a:buNone/>
              <a:defRPr/>
            </a:lvl3pPr>
            <a:lvl4pPr lvl="3" algn="ctr">
              <a:spcBef>
                <a:spcPts val="0"/>
              </a:spcBef>
              <a:spcAft>
                <a:spcPts val="0"/>
              </a:spcAft>
              <a:buSzPts val="1100"/>
              <a:buNone/>
              <a:defRPr/>
            </a:lvl4pPr>
            <a:lvl5pPr lvl="4" algn="ctr">
              <a:spcBef>
                <a:spcPts val="0"/>
              </a:spcBef>
              <a:spcAft>
                <a:spcPts val="0"/>
              </a:spcAft>
              <a:buSzPts val="1100"/>
              <a:buNone/>
              <a:defRPr/>
            </a:lvl5pPr>
            <a:lvl6pPr lvl="5" algn="ctr">
              <a:spcBef>
                <a:spcPts val="0"/>
              </a:spcBef>
              <a:spcAft>
                <a:spcPts val="0"/>
              </a:spcAft>
              <a:buSzPts val="1100"/>
              <a:buNone/>
              <a:defRPr/>
            </a:lvl6pPr>
            <a:lvl7pPr lvl="6" algn="ctr">
              <a:spcBef>
                <a:spcPts val="0"/>
              </a:spcBef>
              <a:spcAft>
                <a:spcPts val="0"/>
              </a:spcAft>
              <a:buSzPts val="1100"/>
              <a:buNone/>
              <a:defRPr/>
            </a:lvl7pPr>
            <a:lvl8pPr lvl="7" algn="ctr">
              <a:spcBef>
                <a:spcPts val="0"/>
              </a:spcBef>
              <a:spcAft>
                <a:spcPts val="0"/>
              </a:spcAft>
              <a:buSzPts val="1100"/>
              <a:buNone/>
              <a:defRPr/>
            </a:lvl8pPr>
            <a:lvl9pPr lvl="8" algn="ctr">
              <a:spcBef>
                <a:spcPts val="0"/>
              </a:spcBef>
              <a:spcAft>
                <a:spcPts val="0"/>
              </a:spcAft>
              <a:buSzPts val="1100"/>
              <a:buNone/>
              <a:defRPr/>
            </a:lvl9pPr>
          </a:lstStyle>
          <a:p/>
        </p:txBody>
      </p:sp>
      <p:sp>
        <p:nvSpPr>
          <p:cNvPr id="83" name="Google Shape;83;p18"/>
          <p:cNvSpPr txBox="1"/>
          <p:nvPr>
            <p:ph idx="1" type="body"/>
          </p:nvPr>
        </p:nvSpPr>
        <p:spPr>
          <a:xfrm>
            <a:off x="457200" y="1151335"/>
            <a:ext cx="4040188" cy="479822"/>
          </a:xfrm>
          <a:prstGeom prst="rect">
            <a:avLst/>
          </a:prstGeom>
          <a:noFill/>
          <a:ln>
            <a:noFill/>
          </a:ln>
        </p:spPr>
        <p:txBody>
          <a:bodyPr anchorCtr="0" anchor="b" bIns="34275" lIns="68575" spcFirstLastPara="1" rIns="68575" wrap="square" tIns="34275">
            <a:noAutofit/>
          </a:bodyPr>
          <a:lstStyle>
            <a:lvl1pPr indent="-228600" lvl="0" marL="457200" algn="l">
              <a:spcBef>
                <a:spcPts val="400"/>
              </a:spcBef>
              <a:spcAft>
                <a:spcPts val="0"/>
              </a:spcAft>
              <a:buClr>
                <a:schemeClr val="dk1"/>
              </a:buClr>
              <a:buSzPts val="1800"/>
              <a:buNone/>
              <a:defRPr b="1" sz="1800"/>
            </a:lvl1pPr>
            <a:lvl2pPr indent="-228600" lvl="1" marL="914400" algn="l">
              <a:spcBef>
                <a:spcPts val="300"/>
              </a:spcBef>
              <a:spcAft>
                <a:spcPts val="0"/>
              </a:spcAft>
              <a:buClr>
                <a:schemeClr val="dk1"/>
              </a:buClr>
              <a:buSzPts val="1500"/>
              <a:buNone/>
              <a:defRPr b="1" sz="1500"/>
            </a:lvl2pPr>
            <a:lvl3pPr indent="-228600" lvl="2" marL="1371600" algn="l">
              <a:spcBef>
                <a:spcPts val="300"/>
              </a:spcBef>
              <a:spcAft>
                <a:spcPts val="0"/>
              </a:spcAft>
              <a:buClr>
                <a:schemeClr val="dk1"/>
              </a:buClr>
              <a:buSzPts val="1400"/>
              <a:buNone/>
              <a:defRPr b="1" sz="1400"/>
            </a:lvl3pPr>
            <a:lvl4pPr indent="-228600" lvl="3" marL="1828800" algn="l">
              <a:spcBef>
                <a:spcPts val="200"/>
              </a:spcBef>
              <a:spcAft>
                <a:spcPts val="0"/>
              </a:spcAft>
              <a:buClr>
                <a:schemeClr val="dk1"/>
              </a:buClr>
              <a:buSzPts val="1200"/>
              <a:buNone/>
              <a:defRPr b="1" sz="1200"/>
            </a:lvl4pPr>
            <a:lvl5pPr indent="-228600" lvl="4" marL="2286000" algn="l">
              <a:spcBef>
                <a:spcPts val="200"/>
              </a:spcBef>
              <a:spcAft>
                <a:spcPts val="0"/>
              </a:spcAft>
              <a:buClr>
                <a:schemeClr val="dk1"/>
              </a:buClr>
              <a:buSzPts val="1200"/>
              <a:buNone/>
              <a:defRPr b="1" sz="1200"/>
            </a:lvl5pPr>
            <a:lvl6pPr indent="-228600" lvl="5" marL="2743200" algn="l">
              <a:spcBef>
                <a:spcPts val="200"/>
              </a:spcBef>
              <a:spcAft>
                <a:spcPts val="0"/>
              </a:spcAft>
              <a:buClr>
                <a:schemeClr val="dk1"/>
              </a:buClr>
              <a:buSzPts val="1200"/>
              <a:buNone/>
              <a:defRPr b="1" sz="1200"/>
            </a:lvl6pPr>
            <a:lvl7pPr indent="-228600" lvl="6" marL="3200400" algn="l">
              <a:spcBef>
                <a:spcPts val="200"/>
              </a:spcBef>
              <a:spcAft>
                <a:spcPts val="0"/>
              </a:spcAft>
              <a:buClr>
                <a:schemeClr val="dk1"/>
              </a:buClr>
              <a:buSzPts val="1200"/>
              <a:buNone/>
              <a:defRPr b="1" sz="1200"/>
            </a:lvl7pPr>
            <a:lvl8pPr indent="-228600" lvl="7" marL="3657600" algn="l">
              <a:spcBef>
                <a:spcPts val="200"/>
              </a:spcBef>
              <a:spcAft>
                <a:spcPts val="0"/>
              </a:spcAft>
              <a:buClr>
                <a:schemeClr val="dk1"/>
              </a:buClr>
              <a:buSzPts val="1200"/>
              <a:buNone/>
              <a:defRPr b="1" sz="1200"/>
            </a:lvl8pPr>
            <a:lvl9pPr indent="-228600" lvl="8" marL="4114800" algn="l">
              <a:spcBef>
                <a:spcPts val="200"/>
              </a:spcBef>
              <a:spcAft>
                <a:spcPts val="0"/>
              </a:spcAft>
              <a:buClr>
                <a:schemeClr val="dk1"/>
              </a:buClr>
              <a:buSzPts val="1200"/>
              <a:buNone/>
              <a:defRPr b="1" sz="1200"/>
            </a:lvl9pPr>
          </a:lstStyle>
          <a:p/>
        </p:txBody>
      </p:sp>
      <p:sp>
        <p:nvSpPr>
          <p:cNvPr id="84" name="Google Shape;84;p18"/>
          <p:cNvSpPr txBox="1"/>
          <p:nvPr>
            <p:ph idx="2" type="body"/>
          </p:nvPr>
        </p:nvSpPr>
        <p:spPr>
          <a:xfrm>
            <a:off x="457200" y="1631156"/>
            <a:ext cx="4040188" cy="2963466"/>
          </a:xfrm>
          <a:prstGeom prst="rect">
            <a:avLst/>
          </a:prstGeom>
          <a:noFill/>
          <a:ln>
            <a:noFill/>
          </a:ln>
        </p:spPr>
        <p:txBody>
          <a:bodyPr anchorCtr="0" anchor="t" bIns="34275" lIns="68575" spcFirstLastPara="1" rIns="68575" wrap="square" tIns="34275">
            <a:noAutofit/>
          </a:bodyPr>
          <a:lstStyle>
            <a:lvl1pPr indent="-342900" lvl="0" marL="457200" algn="l">
              <a:spcBef>
                <a:spcPts val="400"/>
              </a:spcBef>
              <a:spcAft>
                <a:spcPts val="0"/>
              </a:spcAft>
              <a:buClr>
                <a:schemeClr val="dk1"/>
              </a:buClr>
              <a:buSzPts val="1800"/>
              <a:buChar char="•"/>
              <a:defRPr sz="1800"/>
            </a:lvl1pPr>
            <a:lvl2pPr indent="-323850" lvl="1" marL="914400" algn="l">
              <a:spcBef>
                <a:spcPts val="300"/>
              </a:spcBef>
              <a:spcAft>
                <a:spcPts val="0"/>
              </a:spcAft>
              <a:buClr>
                <a:schemeClr val="dk1"/>
              </a:buClr>
              <a:buSzPts val="1500"/>
              <a:buChar char="–"/>
              <a:defRPr sz="1500"/>
            </a:lvl2pPr>
            <a:lvl3pPr indent="-317500" lvl="2" marL="1371600" algn="l">
              <a:spcBef>
                <a:spcPts val="300"/>
              </a:spcBef>
              <a:spcAft>
                <a:spcPts val="0"/>
              </a:spcAft>
              <a:buClr>
                <a:schemeClr val="dk1"/>
              </a:buClr>
              <a:buSzPts val="1400"/>
              <a:buChar char="•"/>
              <a:defRPr sz="1400"/>
            </a:lvl3pPr>
            <a:lvl4pPr indent="-304800" lvl="3" marL="1828800" algn="l">
              <a:spcBef>
                <a:spcPts val="200"/>
              </a:spcBef>
              <a:spcAft>
                <a:spcPts val="0"/>
              </a:spcAft>
              <a:buClr>
                <a:schemeClr val="dk1"/>
              </a:buClr>
              <a:buSzPts val="1200"/>
              <a:buChar char="–"/>
              <a:defRPr sz="1200"/>
            </a:lvl4pPr>
            <a:lvl5pPr indent="-304800" lvl="4" marL="2286000" algn="l">
              <a:spcBef>
                <a:spcPts val="200"/>
              </a:spcBef>
              <a:spcAft>
                <a:spcPts val="0"/>
              </a:spcAft>
              <a:buClr>
                <a:schemeClr val="dk1"/>
              </a:buClr>
              <a:buSzPts val="1200"/>
              <a:buChar char="»"/>
              <a:defRPr sz="1200"/>
            </a:lvl5pPr>
            <a:lvl6pPr indent="-304800" lvl="5" marL="2743200" algn="l">
              <a:spcBef>
                <a:spcPts val="200"/>
              </a:spcBef>
              <a:spcAft>
                <a:spcPts val="0"/>
              </a:spcAft>
              <a:buClr>
                <a:schemeClr val="dk1"/>
              </a:buClr>
              <a:buSzPts val="1200"/>
              <a:buChar char="•"/>
              <a:defRPr sz="1200"/>
            </a:lvl6pPr>
            <a:lvl7pPr indent="-304800" lvl="6" marL="3200400" algn="l">
              <a:spcBef>
                <a:spcPts val="200"/>
              </a:spcBef>
              <a:spcAft>
                <a:spcPts val="0"/>
              </a:spcAft>
              <a:buClr>
                <a:schemeClr val="dk1"/>
              </a:buClr>
              <a:buSzPts val="1200"/>
              <a:buChar char="•"/>
              <a:defRPr sz="1200"/>
            </a:lvl7pPr>
            <a:lvl8pPr indent="-304800" lvl="7" marL="3657600" algn="l">
              <a:spcBef>
                <a:spcPts val="200"/>
              </a:spcBef>
              <a:spcAft>
                <a:spcPts val="0"/>
              </a:spcAft>
              <a:buClr>
                <a:schemeClr val="dk1"/>
              </a:buClr>
              <a:buSzPts val="1200"/>
              <a:buChar char="•"/>
              <a:defRPr sz="1200"/>
            </a:lvl8pPr>
            <a:lvl9pPr indent="-304800" lvl="8" marL="4114800" algn="l">
              <a:spcBef>
                <a:spcPts val="200"/>
              </a:spcBef>
              <a:spcAft>
                <a:spcPts val="0"/>
              </a:spcAft>
              <a:buClr>
                <a:schemeClr val="dk1"/>
              </a:buClr>
              <a:buSzPts val="1200"/>
              <a:buChar char="•"/>
              <a:defRPr sz="1200"/>
            </a:lvl9pPr>
          </a:lstStyle>
          <a:p/>
        </p:txBody>
      </p:sp>
      <p:sp>
        <p:nvSpPr>
          <p:cNvPr id="85" name="Google Shape;85;p18"/>
          <p:cNvSpPr txBox="1"/>
          <p:nvPr>
            <p:ph idx="3" type="body"/>
          </p:nvPr>
        </p:nvSpPr>
        <p:spPr>
          <a:xfrm>
            <a:off x="4645027" y="1151335"/>
            <a:ext cx="4041775" cy="479822"/>
          </a:xfrm>
          <a:prstGeom prst="rect">
            <a:avLst/>
          </a:prstGeom>
          <a:noFill/>
          <a:ln>
            <a:noFill/>
          </a:ln>
        </p:spPr>
        <p:txBody>
          <a:bodyPr anchorCtr="0" anchor="b" bIns="34275" lIns="68575" spcFirstLastPara="1" rIns="68575" wrap="square" tIns="34275">
            <a:noAutofit/>
          </a:bodyPr>
          <a:lstStyle>
            <a:lvl1pPr indent="-228600" lvl="0" marL="457200" algn="l">
              <a:spcBef>
                <a:spcPts val="400"/>
              </a:spcBef>
              <a:spcAft>
                <a:spcPts val="0"/>
              </a:spcAft>
              <a:buClr>
                <a:schemeClr val="dk1"/>
              </a:buClr>
              <a:buSzPts val="1800"/>
              <a:buNone/>
              <a:defRPr b="1" sz="1800"/>
            </a:lvl1pPr>
            <a:lvl2pPr indent="-228600" lvl="1" marL="914400" algn="l">
              <a:spcBef>
                <a:spcPts val="300"/>
              </a:spcBef>
              <a:spcAft>
                <a:spcPts val="0"/>
              </a:spcAft>
              <a:buClr>
                <a:schemeClr val="dk1"/>
              </a:buClr>
              <a:buSzPts val="1500"/>
              <a:buNone/>
              <a:defRPr b="1" sz="1500"/>
            </a:lvl2pPr>
            <a:lvl3pPr indent="-228600" lvl="2" marL="1371600" algn="l">
              <a:spcBef>
                <a:spcPts val="300"/>
              </a:spcBef>
              <a:spcAft>
                <a:spcPts val="0"/>
              </a:spcAft>
              <a:buClr>
                <a:schemeClr val="dk1"/>
              </a:buClr>
              <a:buSzPts val="1400"/>
              <a:buNone/>
              <a:defRPr b="1" sz="1400"/>
            </a:lvl3pPr>
            <a:lvl4pPr indent="-228600" lvl="3" marL="1828800" algn="l">
              <a:spcBef>
                <a:spcPts val="200"/>
              </a:spcBef>
              <a:spcAft>
                <a:spcPts val="0"/>
              </a:spcAft>
              <a:buClr>
                <a:schemeClr val="dk1"/>
              </a:buClr>
              <a:buSzPts val="1200"/>
              <a:buNone/>
              <a:defRPr b="1" sz="1200"/>
            </a:lvl4pPr>
            <a:lvl5pPr indent="-228600" lvl="4" marL="2286000" algn="l">
              <a:spcBef>
                <a:spcPts val="200"/>
              </a:spcBef>
              <a:spcAft>
                <a:spcPts val="0"/>
              </a:spcAft>
              <a:buClr>
                <a:schemeClr val="dk1"/>
              </a:buClr>
              <a:buSzPts val="1200"/>
              <a:buNone/>
              <a:defRPr b="1" sz="1200"/>
            </a:lvl5pPr>
            <a:lvl6pPr indent="-228600" lvl="5" marL="2743200" algn="l">
              <a:spcBef>
                <a:spcPts val="200"/>
              </a:spcBef>
              <a:spcAft>
                <a:spcPts val="0"/>
              </a:spcAft>
              <a:buClr>
                <a:schemeClr val="dk1"/>
              </a:buClr>
              <a:buSzPts val="1200"/>
              <a:buNone/>
              <a:defRPr b="1" sz="1200"/>
            </a:lvl6pPr>
            <a:lvl7pPr indent="-228600" lvl="6" marL="3200400" algn="l">
              <a:spcBef>
                <a:spcPts val="200"/>
              </a:spcBef>
              <a:spcAft>
                <a:spcPts val="0"/>
              </a:spcAft>
              <a:buClr>
                <a:schemeClr val="dk1"/>
              </a:buClr>
              <a:buSzPts val="1200"/>
              <a:buNone/>
              <a:defRPr b="1" sz="1200"/>
            </a:lvl7pPr>
            <a:lvl8pPr indent="-228600" lvl="7" marL="3657600" algn="l">
              <a:spcBef>
                <a:spcPts val="200"/>
              </a:spcBef>
              <a:spcAft>
                <a:spcPts val="0"/>
              </a:spcAft>
              <a:buClr>
                <a:schemeClr val="dk1"/>
              </a:buClr>
              <a:buSzPts val="1200"/>
              <a:buNone/>
              <a:defRPr b="1" sz="1200"/>
            </a:lvl8pPr>
            <a:lvl9pPr indent="-228600" lvl="8" marL="4114800" algn="l">
              <a:spcBef>
                <a:spcPts val="200"/>
              </a:spcBef>
              <a:spcAft>
                <a:spcPts val="0"/>
              </a:spcAft>
              <a:buClr>
                <a:schemeClr val="dk1"/>
              </a:buClr>
              <a:buSzPts val="1200"/>
              <a:buNone/>
              <a:defRPr b="1" sz="1200"/>
            </a:lvl9pPr>
          </a:lstStyle>
          <a:p/>
        </p:txBody>
      </p:sp>
      <p:sp>
        <p:nvSpPr>
          <p:cNvPr id="86" name="Google Shape;86;p18"/>
          <p:cNvSpPr txBox="1"/>
          <p:nvPr>
            <p:ph idx="4" type="body"/>
          </p:nvPr>
        </p:nvSpPr>
        <p:spPr>
          <a:xfrm>
            <a:off x="4645027" y="1631156"/>
            <a:ext cx="4041775" cy="2963466"/>
          </a:xfrm>
          <a:prstGeom prst="rect">
            <a:avLst/>
          </a:prstGeom>
          <a:noFill/>
          <a:ln>
            <a:noFill/>
          </a:ln>
        </p:spPr>
        <p:txBody>
          <a:bodyPr anchorCtr="0" anchor="t" bIns="34275" lIns="68575" spcFirstLastPara="1" rIns="68575" wrap="square" tIns="34275">
            <a:noAutofit/>
          </a:bodyPr>
          <a:lstStyle>
            <a:lvl1pPr indent="-342900" lvl="0" marL="457200" algn="l">
              <a:spcBef>
                <a:spcPts val="400"/>
              </a:spcBef>
              <a:spcAft>
                <a:spcPts val="0"/>
              </a:spcAft>
              <a:buClr>
                <a:schemeClr val="dk1"/>
              </a:buClr>
              <a:buSzPts val="1800"/>
              <a:buChar char="•"/>
              <a:defRPr sz="1800"/>
            </a:lvl1pPr>
            <a:lvl2pPr indent="-323850" lvl="1" marL="914400" algn="l">
              <a:spcBef>
                <a:spcPts val="300"/>
              </a:spcBef>
              <a:spcAft>
                <a:spcPts val="0"/>
              </a:spcAft>
              <a:buClr>
                <a:schemeClr val="dk1"/>
              </a:buClr>
              <a:buSzPts val="1500"/>
              <a:buChar char="–"/>
              <a:defRPr sz="1500"/>
            </a:lvl2pPr>
            <a:lvl3pPr indent="-317500" lvl="2" marL="1371600" algn="l">
              <a:spcBef>
                <a:spcPts val="300"/>
              </a:spcBef>
              <a:spcAft>
                <a:spcPts val="0"/>
              </a:spcAft>
              <a:buClr>
                <a:schemeClr val="dk1"/>
              </a:buClr>
              <a:buSzPts val="1400"/>
              <a:buChar char="•"/>
              <a:defRPr sz="1400"/>
            </a:lvl3pPr>
            <a:lvl4pPr indent="-304800" lvl="3" marL="1828800" algn="l">
              <a:spcBef>
                <a:spcPts val="200"/>
              </a:spcBef>
              <a:spcAft>
                <a:spcPts val="0"/>
              </a:spcAft>
              <a:buClr>
                <a:schemeClr val="dk1"/>
              </a:buClr>
              <a:buSzPts val="1200"/>
              <a:buChar char="–"/>
              <a:defRPr sz="1200"/>
            </a:lvl4pPr>
            <a:lvl5pPr indent="-304800" lvl="4" marL="2286000" algn="l">
              <a:spcBef>
                <a:spcPts val="200"/>
              </a:spcBef>
              <a:spcAft>
                <a:spcPts val="0"/>
              </a:spcAft>
              <a:buClr>
                <a:schemeClr val="dk1"/>
              </a:buClr>
              <a:buSzPts val="1200"/>
              <a:buChar char="»"/>
              <a:defRPr sz="1200"/>
            </a:lvl5pPr>
            <a:lvl6pPr indent="-304800" lvl="5" marL="2743200" algn="l">
              <a:spcBef>
                <a:spcPts val="200"/>
              </a:spcBef>
              <a:spcAft>
                <a:spcPts val="0"/>
              </a:spcAft>
              <a:buClr>
                <a:schemeClr val="dk1"/>
              </a:buClr>
              <a:buSzPts val="1200"/>
              <a:buChar char="•"/>
              <a:defRPr sz="1200"/>
            </a:lvl6pPr>
            <a:lvl7pPr indent="-304800" lvl="6" marL="3200400" algn="l">
              <a:spcBef>
                <a:spcPts val="200"/>
              </a:spcBef>
              <a:spcAft>
                <a:spcPts val="0"/>
              </a:spcAft>
              <a:buClr>
                <a:schemeClr val="dk1"/>
              </a:buClr>
              <a:buSzPts val="1200"/>
              <a:buChar char="•"/>
              <a:defRPr sz="1200"/>
            </a:lvl7pPr>
            <a:lvl8pPr indent="-304800" lvl="7" marL="3657600" algn="l">
              <a:spcBef>
                <a:spcPts val="200"/>
              </a:spcBef>
              <a:spcAft>
                <a:spcPts val="0"/>
              </a:spcAft>
              <a:buClr>
                <a:schemeClr val="dk1"/>
              </a:buClr>
              <a:buSzPts val="1200"/>
              <a:buChar char="•"/>
              <a:defRPr sz="1200"/>
            </a:lvl8pPr>
            <a:lvl9pPr indent="-304800" lvl="8" marL="4114800" algn="l">
              <a:spcBef>
                <a:spcPts val="200"/>
              </a:spcBef>
              <a:spcAft>
                <a:spcPts val="0"/>
              </a:spcAft>
              <a:buClr>
                <a:schemeClr val="dk1"/>
              </a:buClr>
              <a:buSzPts val="1200"/>
              <a:buChar char="•"/>
              <a:defRPr sz="1200"/>
            </a:lvl9pPr>
          </a:lstStyle>
          <a:p/>
        </p:txBody>
      </p:sp>
      <p:sp>
        <p:nvSpPr>
          <p:cNvPr id="87" name="Google Shape;87;p18"/>
          <p:cNvSpPr txBox="1"/>
          <p:nvPr>
            <p:ph idx="10" type="dt"/>
          </p:nvPr>
        </p:nvSpPr>
        <p:spPr>
          <a:xfrm>
            <a:off x="457200" y="4767265"/>
            <a:ext cx="21336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88" name="Google Shape;88;p18"/>
          <p:cNvSpPr txBox="1"/>
          <p:nvPr>
            <p:ph idx="11" type="ftr"/>
          </p:nvPr>
        </p:nvSpPr>
        <p:spPr>
          <a:xfrm>
            <a:off x="3124200" y="4767265"/>
            <a:ext cx="28956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89" name="Google Shape;89;p18"/>
          <p:cNvSpPr txBox="1"/>
          <p:nvPr>
            <p:ph idx="12" type="sldNum"/>
          </p:nvPr>
        </p:nvSpPr>
        <p:spPr>
          <a:xfrm>
            <a:off x="6553200" y="4767265"/>
            <a:ext cx="21336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spcAft>
                <a:spcPts val="0"/>
              </a:spcAft>
              <a:buNone/>
              <a:defRPr sz="900">
                <a:solidFill>
                  <a:srgbClr val="898989"/>
                </a:solidFill>
                <a:latin typeface="Oswald"/>
                <a:ea typeface="Oswald"/>
                <a:cs typeface="Oswald"/>
                <a:sym typeface="Oswald"/>
              </a:defRPr>
            </a:lvl1pPr>
            <a:lvl2pPr indent="0" lvl="1" marL="0" algn="r">
              <a:spcBef>
                <a:spcPts val="0"/>
              </a:spcBef>
              <a:spcAft>
                <a:spcPts val="0"/>
              </a:spcAft>
              <a:buNone/>
              <a:defRPr sz="900">
                <a:solidFill>
                  <a:srgbClr val="898989"/>
                </a:solidFill>
                <a:latin typeface="Oswald"/>
                <a:ea typeface="Oswald"/>
                <a:cs typeface="Oswald"/>
                <a:sym typeface="Oswald"/>
              </a:defRPr>
            </a:lvl2pPr>
            <a:lvl3pPr indent="0" lvl="2" marL="0" algn="r">
              <a:spcBef>
                <a:spcPts val="0"/>
              </a:spcBef>
              <a:spcAft>
                <a:spcPts val="0"/>
              </a:spcAft>
              <a:buNone/>
              <a:defRPr sz="900">
                <a:solidFill>
                  <a:srgbClr val="898989"/>
                </a:solidFill>
                <a:latin typeface="Oswald"/>
                <a:ea typeface="Oswald"/>
                <a:cs typeface="Oswald"/>
                <a:sym typeface="Oswald"/>
              </a:defRPr>
            </a:lvl3pPr>
            <a:lvl4pPr indent="0" lvl="3" marL="0" algn="r">
              <a:spcBef>
                <a:spcPts val="0"/>
              </a:spcBef>
              <a:spcAft>
                <a:spcPts val="0"/>
              </a:spcAft>
              <a:buNone/>
              <a:defRPr sz="900">
                <a:solidFill>
                  <a:srgbClr val="898989"/>
                </a:solidFill>
                <a:latin typeface="Oswald"/>
                <a:ea typeface="Oswald"/>
                <a:cs typeface="Oswald"/>
                <a:sym typeface="Oswald"/>
              </a:defRPr>
            </a:lvl4pPr>
            <a:lvl5pPr indent="0" lvl="4" marL="0" algn="r">
              <a:spcBef>
                <a:spcPts val="0"/>
              </a:spcBef>
              <a:spcAft>
                <a:spcPts val="0"/>
              </a:spcAft>
              <a:buNone/>
              <a:defRPr sz="900">
                <a:solidFill>
                  <a:srgbClr val="898989"/>
                </a:solidFill>
                <a:latin typeface="Oswald"/>
                <a:ea typeface="Oswald"/>
                <a:cs typeface="Oswald"/>
                <a:sym typeface="Oswald"/>
              </a:defRPr>
            </a:lvl5pPr>
            <a:lvl6pPr indent="0" lvl="5" marL="0" algn="r">
              <a:spcBef>
                <a:spcPts val="0"/>
              </a:spcBef>
              <a:spcAft>
                <a:spcPts val="0"/>
              </a:spcAft>
              <a:buNone/>
              <a:defRPr sz="900">
                <a:solidFill>
                  <a:srgbClr val="898989"/>
                </a:solidFill>
                <a:latin typeface="Oswald"/>
                <a:ea typeface="Oswald"/>
                <a:cs typeface="Oswald"/>
                <a:sym typeface="Oswald"/>
              </a:defRPr>
            </a:lvl6pPr>
            <a:lvl7pPr indent="0" lvl="6" marL="0" algn="r">
              <a:spcBef>
                <a:spcPts val="0"/>
              </a:spcBef>
              <a:spcAft>
                <a:spcPts val="0"/>
              </a:spcAft>
              <a:buNone/>
              <a:defRPr sz="900">
                <a:solidFill>
                  <a:srgbClr val="898989"/>
                </a:solidFill>
                <a:latin typeface="Oswald"/>
                <a:ea typeface="Oswald"/>
                <a:cs typeface="Oswald"/>
                <a:sym typeface="Oswald"/>
              </a:defRPr>
            </a:lvl7pPr>
            <a:lvl8pPr indent="0" lvl="7" marL="0" algn="r">
              <a:spcBef>
                <a:spcPts val="0"/>
              </a:spcBef>
              <a:spcAft>
                <a:spcPts val="0"/>
              </a:spcAft>
              <a:buNone/>
              <a:defRPr sz="900">
                <a:solidFill>
                  <a:srgbClr val="898989"/>
                </a:solidFill>
                <a:latin typeface="Oswald"/>
                <a:ea typeface="Oswald"/>
                <a:cs typeface="Oswald"/>
                <a:sym typeface="Oswald"/>
              </a:defRPr>
            </a:lvl8pPr>
            <a:lvl9pPr indent="0" lvl="8" marL="0" algn="r">
              <a:spcBef>
                <a:spcPts val="0"/>
              </a:spcBef>
              <a:spcAft>
                <a:spcPts val="0"/>
              </a:spcAft>
              <a:buNone/>
              <a:defRPr sz="900">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90" name="Shape 90"/>
        <p:cNvGrpSpPr/>
        <p:nvPr/>
      </p:nvGrpSpPr>
      <p:grpSpPr>
        <a:xfrm>
          <a:off x="0" y="0"/>
          <a:ext cx="0" cy="0"/>
          <a:chOff x="0" y="0"/>
          <a:chExt cx="0" cy="0"/>
        </a:xfrm>
      </p:grpSpPr>
      <p:sp>
        <p:nvSpPr>
          <p:cNvPr id="91" name="Google Shape;91;p19"/>
          <p:cNvSpPr txBox="1"/>
          <p:nvPr>
            <p:ph type="title"/>
          </p:nvPr>
        </p:nvSpPr>
        <p:spPr>
          <a:xfrm>
            <a:off x="457200" y="-35719"/>
            <a:ext cx="8229600" cy="85725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ctr">
              <a:spcBef>
                <a:spcPts val="0"/>
              </a:spcBef>
              <a:spcAft>
                <a:spcPts val="0"/>
              </a:spcAft>
              <a:buSzPts val="1100"/>
              <a:buNone/>
              <a:defRPr/>
            </a:lvl2pPr>
            <a:lvl3pPr lvl="2" algn="ctr">
              <a:spcBef>
                <a:spcPts val="0"/>
              </a:spcBef>
              <a:spcAft>
                <a:spcPts val="0"/>
              </a:spcAft>
              <a:buSzPts val="1100"/>
              <a:buNone/>
              <a:defRPr/>
            </a:lvl3pPr>
            <a:lvl4pPr lvl="3" algn="ctr">
              <a:spcBef>
                <a:spcPts val="0"/>
              </a:spcBef>
              <a:spcAft>
                <a:spcPts val="0"/>
              </a:spcAft>
              <a:buSzPts val="1100"/>
              <a:buNone/>
              <a:defRPr/>
            </a:lvl4pPr>
            <a:lvl5pPr lvl="4" algn="ctr">
              <a:spcBef>
                <a:spcPts val="0"/>
              </a:spcBef>
              <a:spcAft>
                <a:spcPts val="0"/>
              </a:spcAft>
              <a:buSzPts val="1100"/>
              <a:buNone/>
              <a:defRPr/>
            </a:lvl5pPr>
            <a:lvl6pPr lvl="5" algn="ctr">
              <a:spcBef>
                <a:spcPts val="0"/>
              </a:spcBef>
              <a:spcAft>
                <a:spcPts val="0"/>
              </a:spcAft>
              <a:buSzPts val="1100"/>
              <a:buNone/>
              <a:defRPr/>
            </a:lvl6pPr>
            <a:lvl7pPr lvl="6" algn="ctr">
              <a:spcBef>
                <a:spcPts val="0"/>
              </a:spcBef>
              <a:spcAft>
                <a:spcPts val="0"/>
              </a:spcAft>
              <a:buSzPts val="1100"/>
              <a:buNone/>
              <a:defRPr/>
            </a:lvl7pPr>
            <a:lvl8pPr lvl="7" algn="ctr">
              <a:spcBef>
                <a:spcPts val="0"/>
              </a:spcBef>
              <a:spcAft>
                <a:spcPts val="0"/>
              </a:spcAft>
              <a:buSzPts val="1100"/>
              <a:buNone/>
              <a:defRPr/>
            </a:lvl8pPr>
            <a:lvl9pPr lvl="8" algn="ctr">
              <a:spcBef>
                <a:spcPts val="0"/>
              </a:spcBef>
              <a:spcAft>
                <a:spcPts val="0"/>
              </a:spcAft>
              <a:buSzPts val="1100"/>
              <a:buNone/>
              <a:defRPr/>
            </a:lvl9pPr>
          </a:lstStyle>
          <a:p/>
        </p:txBody>
      </p:sp>
      <p:sp>
        <p:nvSpPr>
          <p:cNvPr id="92" name="Google Shape;92;p19"/>
          <p:cNvSpPr txBox="1"/>
          <p:nvPr>
            <p:ph idx="10" type="dt"/>
          </p:nvPr>
        </p:nvSpPr>
        <p:spPr>
          <a:xfrm>
            <a:off x="457200" y="4767265"/>
            <a:ext cx="21336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93" name="Google Shape;93;p19"/>
          <p:cNvSpPr txBox="1"/>
          <p:nvPr>
            <p:ph idx="11" type="ftr"/>
          </p:nvPr>
        </p:nvSpPr>
        <p:spPr>
          <a:xfrm>
            <a:off x="3124200" y="4767265"/>
            <a:ext cx="28956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94" name="Google Shape;94;p19"/>
          <p:cNvSpPr txBox="1"/>
          <p:nvPr>
            <p:ph idx="12" type="sldNum"/>
          </p:nvPr>
        </p:nvSpPr>
        <p:spPr>
          <a:xfrm>
            <a:off x="6553200" y="4767265"/>
            <a:ext cx="21336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spcAft>
                <a:spcPts val="0"/>
              </a:spcAft>
              <a:buNone/>
              <a:defRPr sz="900">
                <a:solidFill>
                  <a:srgbClr val="898989"/>
                </a:solidFill>
                <a:latin typeface="Oswald"/>
                <a:ea typeface="Oswald"/>
                <a:cs typeface="Oswald"/>
                <a:sym typeface="Oswald"/>
              </a:defRPr>
            </a:lvl1pPr>
            <a:lvl2pPr indent="0" lvl="1" marL="0" algn="r">
              <a:spcBef>
                <a:spcPts val="0"/>
              </a:spcBef>
              <a:spcAft>
                <a:spcPts val="0"/>
              </a:spcAft>
              <a:buNone/>
              <a:defRPr sz="900">
                <a:solidFill>
                  <a:srgbClr val="898989"/>
                </a:solidFill>
                <a:latin typeface="Oswald"/>
                <a:ea typeface="Oswald"/>
                <a:cs typeface="Oswald"/>
                <a:sym typeface="Oswald"/>
              </a:defRPr>
            </a:lvl2pPr>
            <a:lvl3pPr indent="0" lvl="2" marL="0" algn="r">
              <a:spcBef>
                <a:spcPts val="0"/>
              </a:spcBef>
              <a:spcAft>
                <a:spcPts val="0"/>
              </a:spcAft>
              <a:buNone/>
              <a:defRPr sz="900">
                <a:solidFill>
                  <a:srgbClr val="898989"/>
                </a:solidFill>
                <a:latin typeface="Oswald"/>
                <a:ea typeface="Oswald"/>
                <a:cs typeface="Oswald"/>
                <a:sym typeface="Oswald"/>
              </a:defRPr>
            </a:lvl3pPr>
            <a:lvl4pPr indent="0" lvl="3" marL="0" algn="r">
              <a:spcBef>
                <a:spcPts val="0"/>
              </a:spcBef>
              <a:spcAft>
                <a:spcPts val="0"/>
              </a:spcAft>
              <a:buNone/>
              <a:defRPr sz="900">
                <a:solidFill>
                  <a:srgbClr val="898989"/>
                </a:solidFill>
                <a:latin typeface="Oswald"/>
                <a:ea typeface="Oswald"/>
                <a:cs typeface="Oswald"/>
                <a:sym typeface="Oswald"/>
              </a:defRPr>
            </a:lvl4pPr>
            <a:lvl5pPr indent="0" lvl="4" marL="0" algn="r">
              <a:spcBef>
                <a:spcPts val="0"/>
              </a:spcBef>
              <a:spcAft>
                <a:spcPts val="0"/>
              </a:spcAft>
              <a:buNone/>
              <a:defRPr sz="900">
                <a:solidFill>
                  <a:srgbClr val="898989"/>
                </a:solidFill>
                <a:latin typeface="Oswald"/>
                <a:ea typeface="Oswald"/>
                <a:cs typeface="Oswald"/>
                <a:sym typeface="Oswald"/>
              </a:defRPr>
            </a:lvl5pPr>
            <a:lvl6pPr indent="0" lvl="5" marL="0" algn="r">
              <a:spcBef>
                <a:spcPts val="0"/>
              </a:spcBef>
              <a:spcAft>
                <a:spcPts val="0"/>
              </a:spcAft>
              <a:buNone/>
              <a:defRPr sz="900">
                <a:solidFill>
                  <a:srgbClr val="898989"/>
                </a:solidFill>
                <a:latin typeface="Oswald"/>
                <a:ea typeface="Oswald"/>
                <a:cs typeface="Oswald"/>
                <a:sym typeface="Oswald"/>
              </a:defRPr>
            </a:lvl6pPr>
            <a:lvl7pPr indent="0" lvl="6" marL="0" algn="r">
              <a:spcBef>
                <a:spcPts val="0"/>
              </a:spcBef>
              <a:spcAft>
                <a:spcPts val="0"/>
              </a:spcAft>
              <a:buNone/>
              <a:defRPr sz="900">
                <a:solidFill>
                  <a:srgbClr val="898989"/>
                </a:solidFill>
                <a:latin typeface="Oswald"/>
                <a:ea typeface="Oswald"/>
                <a:cs typeface="Oswald"/>
                <a:sym typeface="Oswald"/>
              </a:defRPr>
            </a:lvl7pPr>
            <a:lvl8pPr indent="0" lvl="7" marL="0" algn="r">
              <a:spcBef>
                <a:spcPts val="0"/>
              </a:spcBef>
              <a:spcAft>
                <a:spcPts val="0"/>
              </a:spcAft>
              <a:buNone/>
              <a:defRPr sz="900">
                <a:solidFill>
                  <a:srgbClr val="898989"/>
                </a:solidFill>
                <a:latin typeface="Oswald"/>
                <a:ea typeface="Oswald"/>
                <a:cs typeface="Oswald"/>
                <a:sym typeface="Oswald"/>
              </a:defRPr>
            </a:lvl8pPr>
            <a:lvl9pPr indent="0" lvl="8" marL="0" algn="r">
              <a:spcBef>
                <a:spcPts val="0"/>
              </a:spcBef>
              <a:spcAft>
                <a:spcPts val="0"/>
              </a:spcAft>
              <a:buNone/>
              <a:defRPr sz="900">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5" name="Shape 95"/>
        <p:cNvGrpSpPr/>
        <p:nvPr/>
      </p:nvGrpSpPr>
      <p:grpSpPr>
        <a:xfrm>
          <a:off x="0" y="0"/>
          <a:ext cx="0" cy="0"/>
          <a:chOff x="0" y="0"/>
          <a:chExt cx="0" cy="0"/>
        </a:xfrm>
      </p:grpSpPr>
      <p:sp>
        <p:nvSpPr>
          <p:cNvPr id="96" name="Google Shape;96;p20"/>
          <p:cNvSpPr txBox="1"/>
          <p:nvPr>
            <p:ph idx="10" type="dt"/>
          </p:nvPr>
        </p:nvSpPr>
        <p:spPr>
          <a:xfrm>
            <a:off x="457200" y="4767265"/>
            <a:ext cx="21336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97" name="Google Shape;97;p20"/>
          <p:cNvSpPr txBox="1"/>
          <p:nvPr>
            <p:ph idx="11" type="ftr"/>
          </p:nvPr>
        </p:nvSpPr>
        <p:spPr>
          <a:xfrm>
            <a:off x="3124200" y="4767265"/>
            <a:ext cx="28956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98" name="Google Shape;98;p20"/>
          <p:cNvSpPr txBox="1"/>
          <p:nvPr>
            <p:ph idx="12" type="sldNum"/>
          </p:nvPr>
        </p:nvSpPr>
        <p:spPr>
          <a:xfrm>
            <a:off x="6553200" y="4767265"/>
            <a:ext cx="21336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spcAft>
                <a:spcPts val="0"/>
              </a:spcAft>
              <a:buNone/>
              <a:defRPr sz="900">
                <a:solidFill>
                  <a:srgbClr val="898989"/>
                </a:solidFill>
                <a:latin typeface="Oswald"/>
                <a:ea typeface="Oswald"/>
                <a:cs typeface="Oswald"/>
                <a:sym typeface="Oswald"/>
              </a:defRPr>
            </a:lvl1pPr>
            <a:lvl2pPr indent="0" lvl="1" marL="0" algn="r">
              <a:spcBef>
                <a:spcPts val="0"/>
              </a:spcBef>
              <a:spcAft>
                <a:spcPts val="0"/>
              </a:spcAft>
              <a:buNone/>
              <a:defRPr sz="900">
                <a:solidFill>
                  <a:srgbClr val="898989"/>
                </a:solidFill>
                <a:latin typeface="Oswald"/>
                <a:ea typeface="Oswald"/>
                <a:cs typeface="Oswald"/>
                <a:sym typeface="Oswald"/>
              </a:defRPr>
            </a:lvl2pPr>
            <a:lvl3pPr indent="0" lvl="2" marL="0" algn="r">
              <a:spcBef>
                <a:spcPts val="0"/>
              </a:spcBef>
              <a:spcAft>
                <a:spcPts val="0"/>
              </a:spcAft>
              <a:buNone/>
              <a:defRPr sz="900">
                <a:solidFill>
                  <a:srgbClr val="898989"/>
                </a:solidFill>
                <a:latin typeface="Oswald"/>
                <a:ea typeface="Oswald"/>
                <a:cs typeface="Oswald"/>
                <a:sym typeface="Oswald"/>
              </a:defRPr>
            </a:lvl3pPr>
            <a:lvl4pPr indent="0" lvl="3" marL="0" algn="r">
              <a:spcBef>
                <a:spcPts val="0"/>
              </a:spcBef>
              <a:spcAft>
                <a:spcPts val="0"/>
              </a:spcAft>
              <a:buNone/>
              <a:defRPr sz="900">
                <a:solidFill>
                  <a:srgbClr val="898989"/>
                </a:solidFill>
                <a:latin typeface="Oswald"/>
                <a:ea typeface="Oswald"/>
                <a:cs typeface="Oswald"/>
                <a:sym typeface="Oswald"/>
              </a:defRPr>
            </a:lvl4pPr>
            <a:lvl5pPr indent="0" lvl="4" marL="0" algn="r">
              <a:spcBef>
                <a:spcPts val="0"/>
              </a:spcBef>
              <a:spcAft>
                <a:spcPts val="0"/>
              </a:spcAft>
              <a:buNone/>
              <a:defRPr sz="900">
                <a:solidFill>
                  <a:srgbClr val="898989"/>
                </a:solidFill>
                <a:latin typeface="Oswald"/>
                <a:ea typeface="Oswald"/>
                <a:cs typeface="Oswald"/>
                <a:sym typeface="Oswald"/>
              </a:defRPr>
            </a:lvl5pPr>
            <a:lvl6pPr indent="0" lvl="5" marL="0" algn="r">
              <a:spcBef>
                <a:spcPts val="0"/>
              </a:spcBef>
              <a:spcAft>
                <a:spcPts val="0"/>
              </a:spcAft>
              <a:buNone/>
              <a:defRPr sz="900">
                <a:solidFill>
                  <a:srgbClr val="898989"/>
                </a:solidFill>
                <a:latin typeface="Oswald"/>
                <a:ea typeface="Oswald"/>
                <a:cs typeface="Oswald"/>
                <a:sym typeface="Oswald"/>
              </a:defRPr>
            </a:lvl6pPr>
            <a:lvl7pPr indent="0" lvl="6" marL="0" algn="r">
              <a:spcBef>
                <a:spcPts val="0"/>
              </a:spcBef>
              <a:spcAft>
                <a:spcPts val="0"/>
              </a:spcAft>
              <a:buNone/>
              <a:defRPr sz="900">
                <a:solidFill>
                  <a:srgbClr val="898989"/>
                </a:solidFill>
                <a:latin typeface="Oswald"/>
                <a:ea typeface="Oswald"/>
                <a:cs typeface="Oswald"/>
                <a:sym typeface="Oswald"/>
              </a:defRPr>
            </a:lvl7pPr>
            <a:lvl8pPr indent="0" lvl="7" marL="0" algn="r">
              <a:spcBef>
                <a:spcPts val="0"/>
              </a:spcBef>
              <a:spcAft>
                <a:spcPts val="0"/>
              </a:spcAft>
              <a:buNone/>
              <a:defRPr sz="900">
                <a:solidFill>
                  <a:srgbClr val="898989"/>
                </a:solidFill>
                <a:latin typeface="Oswald"/>
                <a:ea typeface="Oswald"/>
                <a:cs typeface="Oswald"/>
                <a:sym typeface="Oswald"/>
              </a:defRPr>
            </a:lvl8pPr>
            <a:lvl9pPr indent="0" lvl="8" marL="0" algn="r">
              <a:spcBef>
                <a:spcPts val="0"/>
              </a:spcBef>
              <a:spcAft>
                <a:spcPts val="0"/>
              </a:spcAft>
              <a:buNone/>
              <a:defRPr sz="900">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99" name="Shape 99"/>
        <p:cNvGrpSpPr/>
        <p:nvPr/>
      </p:nvGrpSpPr>
      <p:grpSpPr>
        <a:xfrm>
          <a:off x="0" y="0"/>
          <a:ext cx="0" cy="0"/>
          <a:chOff x="0" y="0"/>
          <a:chExt cx="0" cy="0"/>
        </a:xfrm>
      </p:grpSpPr>
      <p:sp>
        <p:nvSpPr>
          <p:cNvPr id="100" name="Google Shape;100;p21"/>
          <p:cNvSpPr txBox="1"/>
          <p:nvPr>
            <p:ph type="title"/>
          </p:nvPr>
        </p:nvSpPr>
        <p:spPr>
          <a:xfrm>
            <a:off x="457201" y="204788"/>
            <a:ext cx="3008313" cy="871538"/>
          </a:xfrm>
          <a:prstGeom prst="rect">
            <a:avLst/>
          </a:prstGeom>
          <a:noFill/>
          <a:ln>
            <a:noFill/>
          </a:ln>
        </p:spPr>
        <p:txBody>
          <a:bodyPr anchorCtr="0" anchor="b" bIns="34275" lIns="68575" spcFirstLastPara="1" rIns="68575" wrap="square" tIns="34275">
            <a:noAutofit/>
          </a:bodyPr>
          <a:lstStyle>
            <a:lvl1pPr lvl="0" algn="l">
              <a:spcBef>
                <a:spcPts val="0"/>
              </a:spcBef>
              <a:spcAft>
                <a:spcPts val="0"/>
              </a:spcAft>
              <a:buSzPts val="1100"/>
              <a:buNone/>
              <a:defRPr b="1" sz="1500"/>
            </a:lvl1pPr>
            <a:lvl2pPr lvl="1" algn="ctr">
              <a:spcBef>
                <a:spcPts val="0"/>
              </a:spcBef>
              <a:spcAft>
                <a:spcPts val="0"/>
              </a:spcAft>
              <a:buSzPts val="1100"/>
              <a:buNone/>
              <a:defRPr/>
            </a:lvl2pPr>
            <a:lvl3pPr lvl="2" algn="ctr">
              <a:spcBef>
                <a:spcPts val="0"/>
              </a:spcBef>
              <a:spcAft>
                <a:spcPts val="0"/>
              </a:spcAft>
              <a:buSzPts val="1100"/>
              <a:buNone/>
              <a:defRPr/>
            </a:lvl3pPr>
            <a:lvl4pPr lvl="3" algn="ctr">
              <a:spcBef>
                <a:spcPts val="0"/>
              </a:spcBef>
              <a:spcAft>
                <a:spcPts val="0"/>
              </a:spcAft>
              <a:buSzPts val="1100"/>
              <a:buNone/>
              <a:defRPr/>
            </a:lvl4pPr>
            <a:lvl5pPr lvl="4" algn="ctr">
              <a:spcBef>
                <a:spcPts val="0"/>
              </a:spcBef>
              <a:spcAft>
                <a:spcPts val="0"/>
              </a:spcAft>
              <a:buSzPts val="1100"/>
              <a:buNone/>
              <a:defRPr/>
            </a:lvl5pPr>
            <a:lvl6pPr lvl="5" algn="ctr">
              <a:spcBef>
                <a:spcPts val="0"/>
              </a:spcBef>
              <a:spcAft>
                <a:spcPts val="0"/>
              </a:spcAft>
              <a:buSzPts val="1100"/>
              <a:buNone/>
              <a:defRPr/>
            </a:lvl6pPr>
            <a:lvl7pPr lvl="6" algn="ctr">
              <a:spcBef>
                <a:spcPts val="0"/>
              </a:spcBef>
              <a:spcAft>
                <a:spcPts val="0"/>
              </a:spcAft>
              <a:buSzPts val="1100"/>
              <a:buNone/>
              <a:defRPr/>
            </a:lvl7pPr>
            <a:lvl8pPr lvl="7" algn="ctr">
              <a:spcBef>
                <a:spcPts val="0"/>
              </a:spcBef>
              <a:spcAft>
                <a:spcPts val="0"/>
              </a:spcAft>
              <a:buSzPts val="1100"/>
              <a:buNone/>
              <a:defRPr/>
            </a:lvl8pPr>
            <a:lvl9pPr lvl="8" algn="ctr">
              <a:spcBef>
                <a:spcPts val="0"/>
              </a:spcBef>
              <a:spcAft>
                <a:spcPts val="0"/>
              </a:spcAft>
              <a:buSzPts val="1100"/>
              <a:buNone/>
              <a:defRPr/>
            </a:lvl9pPr>
          </a:lstStyle>
          <a:p/>
        </p:txBody>
      </p:sp>
      <p:sp>
        <p:nvSpPr>
          <p:cNvPr id="101" name="Google Shape;101;p21"/>
          <p:cNvSpPr txBox="1"/>
          <p:nvPr>
            <p:ph idx="1" type="body"/>
          </p:nvPr>
        </p:nvSpPr>
        <p:spPr>
          <a:xfrm>
            <a:off x="3575050" y="204790"/>
            <a:ext cx="5111750" cy="4389835"/>
          </a:xfrm>
          <a:prstGeom prst="rect">
            <a:avLst/>
          </a:prstGeom>
          <a:noFill/>
          <a:ln>
            <a:noFill/>
          </a:ln>
        </p:spPr>
        <p:txBody>
          <a:bodyPr anchorCtr="0" anchor="t" bIns="34275" lIns="68575" spcFirstLastPara="1" rIns="68575" wrap="square" tIns="34275">
            <a:noAutofit/>
          </a:bodyPr>
          <a:lstStyle>
            <a:lvl1pPr indent="-381000" lvl="0" marL="457200" algn="l">
              <a:spcBef>
                <a:spcPts val="500"/>
              </a:spcBef>
              <a:spcAft>
                <a:spcPts val="0"/>
              </a:spcAft>
              <a:buClr>
                <a:schemeClr val="dk1"/>
              </a:buClr>
              <a:buSzPts val="2400"/>
              <a:buChar char="•"/>
              <a:defRPr sz="2400"/>
            </a:lvl1pPr>
            <a:lvl2pPr indent="-361950" lvl="1" marL="914400" algn="l">
              <a:spcBef>
                <a:spcPts val="400"/>
              </a:spcBef>
              <a:spcAft>
                <a:spcPts val="0"/>
              </a:spcAft>
              <a:buClr>
                <a:schemeClr val="dk1"/>
              </a:buClr>
              <a:buSzPts val="2100"/>
              <a:buChar char="–"/>
              <a:defRPr sz="2100"/>
            </a:lvl2pPr>
            <a:lvl3pPr indent="-342900" lvl="2" marL="1371600" algn="l">
              <a:spcBef>
                <a:spcPts val="400"/>
              </a:spcBef>
              <a:spcAft>
                <a:spcPts val="0"/>
              </a:spcAft>
              <a:buClr>
                <a:schemeClr val="dk1"/>
              </a:buClr>
              <a:buSzPts val="1800"/>
              <a:buChar char="•"/>
              <a:defRPr sz="1800"/>
            </a:lvl3pPr>
            <a:lvl4pPr indent="-323850" lvl="3" marL="1828800" algn="l">
              <a:spcBef>
                <a:spcPts val="300"/>
              </a:spcBef>
              <a:spcAft>
                <a:spcPts val="0"/>
              </a:spcAft>
              <a:buClr>
                <a:schemeClr val="dk1"/>
              </a:buClr>
              <a:buSzPts val="1500"/>
              <a:buChar char="–"/>
              <a:defRPr sz="1500"/>
            </a:lvl4pPr>
            <a:lvl5pPr indent="-323850" lvl="4" marL="2286000" algn="l">
              <a:spcBef>
                <a:spcPts val="300"/>
              </a:spcBef>
              <a:spcAft>
                <a:spcPts val="0"/>
              </a:spcAft>
              <a:buClr>
                <a:schemeClr val="dk1"/>
              </a:buClr>
              <a:buSzPts val="1500"/>
              <a:buChar char="»"/>
              <a:defRPr sz="1500"/>
            </a:lvl5pPr>
            <a:lvl6pPr indent="-323850" lvl="5" marL="2743200" algn="l">
              <a:spcBef>
                <a:spcPts val="300"/>
              </a:spcBef>
              <a:spcAft>
                <a:spcPts val="0"/>
              </a:spcAft>
              <a:buClr>
                <a:schemeClr val="dk1"/>
              </a:buClr>
              <a:buSzPts val="1500"/>
              <a:buChar char="•"/>
              <a:defRPr sz="1500"/>
            </a:lvl6pPr>
            <a:lvl7pPr indent="-323850" lvl="6" marL="3200400" algn="l">
              <a:spcBef>
                <a:spcPts val="300"/>
              </a:spcBef>
              <a:spcAft>
                <a:spcPts val="0"/>
              </a:spcAft>
              <a:buClr>
                <a:schemeClr val="dk1"/>
              </a:buClr>
              <a:buSzPts val="1500"/>
              <a:buChar char="•"/>
              <a:defRPr sz="1500"/>
            </a:lvl7pPr>
            <a:lvl8pPr indent="-323850" lvl="7" marL="3657600" algn="l">
              <a:spcBef>
                <a:spcPts val="300"/>
              </a:spcBef>
              <a:spcAft>
                <a:spcPts val="0"/>
              </a:spcAft>
              <a:buClr>
                <a:schemeClr val="dk1"/>
              </a:buClr>
              <a:buSzPts val="1500"/>
              <a:buChar char="•"/>
              <a:defRPr sz="1500"/>
            </a:lvl8pPr>
            <a:lvl9pPr indent="-323850" lvl="8" marL="4114800" algn="l">
              <a:spcBef>
                <a:spcPts val="300"/>
              </a:spcBef>
              <a:spcAft>
                <a:spcPts val="0"/>
              </a:spcAft>
              <a:buClr>
                <a:schemeClr val="dk1"/>
              </a:buClr>
              <a:buSzPts val="1500"/>
              <a:buChar char="•"/>
              <a:defRPr sz="1500"/>
            </a:lvl9pPr>
          </a:lstStyle>
          <a:p/>
        </p:txBody>
      </p:sp>
      <p:sp>
        <p:nvSpPr>
          <p:cNvPr id="102" name="Google Shape;102;p21"/>
          <p:cNvSpPr txBox="1"/>
          <p:nvPr>
            <p:ph idx="2" type="body"/>
          </p:nvPr>
        </p:nvSpPr>
        <p:spPr>
          <a:xfrm>
            <a:off x="457201" y="1076327"/>
            <a:ext cx="3008313" cy="3518297"/>
          </a:xfrm>
          <a:prstGeom prst="rect">
            <a:avLst/>
          </a:prstGeom>
          <a:noFill/>
          <a:ln>
            <a:noFill/>
          </a:ln>
        </p:spPr>
        <p:txBody>
          <a:bodyPr anchorCtr="0" anchor="t" bIns="34275" lIns="68575" spcFirstLastPara="1" rIns="68575" wrap="square" tIns="34275">
            <a:noAutofit/>
          </a:bodyPr>
          <a:lstStyle>
            <a:lvl1pPr indent="-228600" lvl="0" marL="457200" algn="l">
              <a:spcBef>
                <a:spcPts val="200"/>
              </a:spcBef>
              <a:spcAft>
                <a:spcPts val="0"/>
              </a:spcAft>
              <a:buClr>
                <a:schemeClr val="dk1"/>
              </a:buClr>
              <a:buSzPts val="1100"/>
              <a:buNone/>
              <a:defRPr sz="1100"/>
            </a:lvl1pPr>
            <a:lvl2pPr indent="-228600" lvl="1" marL="914400" algn="l">
              <a:spcBef>
                <a:spcPts val="200"/>
              </a:spcBef>
              <a:spcAft>
                <a:spcPts val="0"/>
              </a:spcAft>
              <a:buClr>
                <a:schemeClr val="dk1"/>
              </a:buClr>
              <a:buSzPts val="900"/>
              <a:buNone/>
              <a:defRPr sz="900"/>
            </a:lvl2pPr>
            <a:lvl3pPr indent="-228600" lvl="2" marL="1371600" algn="l">
              <a:spcBef>
                <a:spcPts val="200"/>
              </a:spcBef>
              <a:spcAft>
                <a:spcPts val="0"/>
              </a:spcAft>
              <a:buClr>
                <a:schemeClr val="dk1"/>
              </a:buClr>
              <a:buSzPts val="800"/>
              <a:buNone/>
              <a:defRPr sz="800"/>
            </a:lvl3pPr>
            <a:lvl4pPr indent="-228600" lvl="3" marL="1828800" algn="l">
              <a:spcBef>
                <a:spcPts val="100"/>
              </a:spcBef>
              <a:spcAft>
                <a:spcPts val="0"/>
              </a:spcAft>
              <a:buClr>
                <a:schemeClr val="dk1"/>
              </a:buClr>
              <a:buSzPts val="700"/>
              <a:buNone/>
              <a:defRPr sz="700"/>
            </a:lvl4pPr>
            <a:lvl5pPr indent="-228600" lvl="4" marL="2286000" algn="l">
              <a:spcBef>
                <a:spcPts val="100"/>
              </a:spcBef>
              <a:spcAft>
                <a:spcPts val="0"/>
              </a:spcAft>
              <a:buClr>
                <a:schemeClr val="dk1"/>
              </a:buClr>
              <a:buSzPts val="700"/>
              <a:buNone/>
              <a:defRPr sz="700"/>
            </a:lvl5pPr>
            <a:lvl6pPr indent="-228600" lvl="5" marL="2743200" algn="l">
              <a:spcBef>
                <a:spcPts val="100"/>
              </a:spcBef>
              <a:spcAft>
                <a:spcPts val="0"/>
              </a:spcAft>
              <a:buClr>
                <a:schemeClr val="dk1"/>
              </a:buClr>
              <a:buSzPts val="700"/>
              <a:buNone/>
              <a:defRPr sz="700"/>
            </a:lvl6pPr>
            <a:lvl7pPr indent="-228600" lvl="6" marL="3200400" algn="l">
              <a:spcBef>
                <a:spcPts val="100"/>
              </a:spcBef>
              <a:spcAft>
                <a:spcPts val="0"/>
              </a:spcAft>
              <a:buClr>
                <a:schemeClr val="dk1"/>
              </a:buClr>
              <a:buSzPts val="700"/>
              <a:buNone/>
              <a:defRPr sz="700"/>
            </a:lvl7pPr>
            <a:lvl8pPr indent="-228600" lvl="7" marL="3657600" algn="l">
              <a:spcBef>
                <a:spcPts val="100"/>
              </a:spcBef>
              <a:spcAft>
                <a:spcPts val="0"/>
              </a:spcAft>
              <a:buClr>
                <a:schemeClr val="dk1"/>
              </a:buClr>
              <a:buSzPts val="700"/>
              <a:buNone/>
              <a:defRPr sz="700"/>
            </a:lvl8pPr>
            <a:lvl9pPr indent="-228600" lvl="8" marL="4114800" algn="l">
              <a:spcBef>
                <a:spcPts val="100"/>
              </a:spcBef>
              <a:spcAft>
                <a:spcPts val="0"/>
              </a:spcAft>
              <a:buClr>
                <a:schemeClr val="dk1"/>
              </a:buClr>
              <a:buSzPts val="700"/>
              <a:buNone/>
              <a:defRPr sz="700"/>
            </a:lvl9pPr>
          </a:lstStyle>
          <a:p/>
        </p:txBody>
      </p:sp>
      <p:sp>
        <p:nvSpPr>
          <p:cNvPr id="103" name="Google Shape;103;p21"/>
          <p:cNvSpPr txBox="1"/>
          <p:nvPr>
            <p:ph idx="10" type="dt"/>
          </p:nvPr>
        </p:nvSpPr>
        <p:spPr>
          <a:xfrm>
            <a:off x="457200" y="4767265"/>
            <a:ext cx="21336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04" name="Google Shape;104;p21"/>
          <p:cNvSpPr txBox="1"/>
          <p:nvPr>
            <p:ph idx="11" type="ftr"/>
          </p:nvPr>
        </p:nvSpPr>
        <p:spPr>
          <a:xfrm>
            <a:off x="3124200" y="4767265"/>
            <a:ext cx="28956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05" name="Google Shape;105;p21"/>
          <p:cNvSpPr txBox="1"/>
          <p:nvPr>
            <p:ph idx="12" type="sldNum"/>
          </p:nvPr>
        </p:nvSpPr>
        <p:spPr>
          <a:xfrm>
            <a:off x="6553200" y="4767265"/>
            <a:ext cx="21336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spcAft>
                <a:spcPts val="0"/>
              </a:spcAft>
              <a:buNone/>
              <a:defRPr sz="900">
                <a:solidFill>
                  <a:srgbClr val="898989"/>
                </a:solidFill>
                <a:latin typeface="Oswald"/>
                <a:ea typeface="Oswald"/>
                <a:cs typeface="Oswald"/>
                <a:sym typeface="Oswald"/>
              </a:defRPr>
            </a:lvl1pPr>
            <a:lvl2pPr indent="0" lvl="1" marL="0" algn="r">
              <a:spcBef>
                <a:spcPts val="0"/>
              </a:spcBef>
              <a:spcAft>
                <a:spcPts val="0"/>
              </a:spcAft>
              <a:buNone/>
              <a:defRPr sz="900">
                <a:solidFill>
                  <a:srgbClr val="898989"/>
                </a:solidFill>
                <a:latin typeface="Oswald"/>
                <a:ea typeface="Oswald"/>
                <a:cs typeface="Oswald"/>
                <a:sym typeface="Oswald"/>
              </a:defRPr>
            </a:lvl2pPr>
            <a:lvl3pPr indent="0" lvl="2" marL="0" algn="r">
              <a:spcBef>
                <a:spcPts val="0"/>
              </a:spcBef>
              <a:spcAft>
                <a:spcPts val="0"/>
              </a:spcAft>
              <a:buNone/>
              <a:defRPr sz="900">
                <a:solidFill>
                  <a:srgbClr val="898989"/>
                </a:solidFill>
                <a:latin typeface="Oswald"/>
                <a:ea typeface="Oswald"/>
                <a:cs typeface="Oswald"/>
                <a:sym typeface="Oswald"/>
              </a:defRPr>
            </a:lvl3pPr>
            <a:lvl4pPr indent="0" lvl="3" marL="0" algn="r">
              <a:spcBef>
                <a:spcPts val="0"/>
              </a:spcBef>
              <a:spcAft>
                <a:spcPts val="0"/>
              </a:spcAft>
              <a:buNone/>
              <a:defRPr sz="900">
                <a:solidFill>
                  <a:srgbClr val="898989"/>
                </a:solidFill>
                <a:latin typeface="Oswald"/>
                <a:ea typeface="Oswald"/>
                <a:cs typeface="Oswald"/>
                <a:sym typeface="Oswald"/>
              </a:defRPr>
            </a:lvl4pPr>
            <a:lvl5pPr indent="0" lvl="4" marL="0" algn="r">
              <a:spcBef>
                <a:spcPts val="0"/>
              </a:spcBef>
              <a:spcAft>
                <a:spcPts val="0"/>
              </a:spcAft>
              <a:buNone/>
              <a:defRPr sz="900">
                <a:solidFill>
                  <a:srgbClr val="898989"/>
                </a:solidFill>
                <a:latin typeface="Oswald"/>
                <a:ea typeface="Oswald"/>
                <a:cs typeface="Oswald"/>
                <a:sym typeface="Oswald"/>
              </a:defRPr>
            </a:lvl5pPr>
            <a:lvl6pPr indent="0" lvl="5" marL="0" algn="r">
              <a:spcBef>
                <a:spcPts val="0"/>
              </a:spcBef>
              <a:spcAft>
                <a:spcPts val="0"/>
              </a:spcAft>
              <a:buNone/>
              <a:defRPr sz="900">
                <a:solidFill>
                  <a:srgbClr val="898989"/>
                </a:solidFill>
                <a:latin typeface="Oswald"/>
                <a:ea typeface="Oswald"/>
                <a:cs typeface="Oswald"/>
                <a:sym typeface="Oswald"/>
              </a:defRPr>
            </a:lvl6pPr>
            <a:lvl7pPr indent="0" lvl="6" marL="0" algn="r">
              <a:spcBef>
                <a:spcPts val="0"/>
              </a:spcBef>
              <a:spcAft>
                <a:spcPts val="0"/>
              </a:spcAft>
              <a:buNone/>
              <a:defRPr sz="900">
                <a:solidFill>
                  <a:srgbClr val="898989"/>
                </a:solidFill>
                <a:latin typeface="Oswald"/>
                <a:ea typeface="Oswald"/>
                <a:cs typeface="Oswald"/>
                <a:sym typeface="Oswald"/>
              </a:defRPr>
            </a:lvl7pPr>
            <a:lvl8pPr indent="0" lvl="7" marL="0" algn="r">
              <a:spcBef>
                <a:spcPts val="0"/>
              </a:spcBef>
              <a:spcAft>
                <a:spcPts val="0"/>
              </a:spcAft>
              <a:buNone/>
              <a:defRPr sz="900">
                <a:solidFill>
                  <a:srgbClr val="898989"/>
                </a:solidFill>
                <a:latin typeface="Oswald"/>
                <a:ea typeface="Oswald"/>
                <a:cs typeface="Oswald"/>
                <a:sym typeface="Oswald"/>
              </a:defRPr>
            </a:lvl8pPr>
            <a:lvl9pPr indent="0" lvl="8" marL="0" algn="r">
              <a:spcBef>
                <a:spcPts val="0"/>
              </a:spcBef>
              <a:spcAft>
                <a:spcPts val="0"/>
              </a:spcAft>
              <a:buNone/>
              <a:defRPr sz="900">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106" name="Shape 106"/>
        <p:cNvGrpSpPr/>
        <p:nvPr/>
      </p:nvGrpSpPr>
      <p:grpSpPr>
        <a:xfrm>
          <a:off x="0" y="0"/>
          <a:ext cx="0" cy="0"/>
          <a:chOff x="0" y="0"/>
          <a:chExt cx="0" cy="0"/>
        </a:xfrm>
      </p:grpSpPr>
      <p:sp>
        <p:nvSpPr>
          <p:cNvPr id="107" name="Google Shape;107;p22"/>
          <p:cNvSpPr txBox="1"/>
          <p:nvPr>
            <p:ph type="title"/>
          </p:nvPr>
        </p:nvSpPr>
        <p:spPr>
          <a:xfrm>
            <a:off x="1792288" y="3600450"/>
            <a:ext cx="5486400" cy="425054"/>
          </a:xfrm>
          <a:prstGeom prst="rect">
            <a:avLst/>
          </a:prstGeom>
          <a:noFill/>
          <a:ln>
            <a:noFill/>
          </a:ln>
        </p:spPr>
        <p:txBody>
          <a:bodyPr anchorCtr="0" anchor="b" bIns="34275" lIns="68575" spcFirstLastPara="1" rIns="68575" wrap="square" tIns="34275">
            <a:noAutofit/>
          </a:bodyPr>
          <a:lstStyle>
            <a:lvl1pPr lvl="0" algn="l">
              <a:spcBef>
                <a:spcPts val="0"/>
              </a:spcBef>
              <a:spcAft>
                <a:spcPts val="0"/>
              </a:spcAft>
              <a:buSzPts val="1100"/>
              <a:buNone/>
              <a:defRPr b="1" sz="1500"/>
            </a:lvl1pPr>
            <a:lvl2pPr lvl="1" algn="ctr">
              <a:spcBef>
                <a:spcPts val="0"/>
              </a:spcBef>
              <a:spcAft>
                <a:spcPts val="0"/>
              </a:spcAft>
              <a:buSzPts val="1100"/>
              <a:buNone/>
              <a:defRPr/>
            </a:lvl2pPr>
            <a:lvl3pPr lvl="2" algn="ctr">
              <a:spcBef>
                <a:spcPts val="0"/>
              </a:spcBef>
              <a:spcAft>
                <a:spcPts val="0"/>
              </a:spcAft>
              <a:buSzPts val="1100"/>
              <a:buNone/>
              <a:defRPr/>
            </a:lvl3pPr>
            <a:lvl4pPr lvl="3" algn="ctr">
              <a:spcBef>
                <a:spcPts val="0"/>
              </a:spcBef>
              <a:spcAft>
                <a:spcPts val="0"/>
              </a:spcAft>
              <a:buSzPts val="1100"/>
              <a:buNone/>
              <a:defRPr/>
            </a:lvl4pPr>
            <a:lvl5pPr lvl="4" algn="ctr">
              <a:spcBef>
                <a:spcPts val="0"/>
              </a:spcBef>
              <a:spcAft>
                <a:spcPts val="0"/>
              </a:spcAft>
              <a:buSzPts val="1100"/>
              <a:buNone/>
              <a:defRPr/>
            </a:lvl5pPr>
            <a:lvl6pPr lvl="5" algn="ctr">
              <a:spcBef>
                <a:spcPts val="0"/>
              </a:spcBef>
              <a:spcAft>
                <a:spcPts val="0"/>
              </a:spcAft>
              <a:buSzPts val="1100"/>
              <a:buNone/>
              <a:defRPr/>
            </a:lvl6pPr>
            <a:lvl7pPr lvl="6" algn="ctr">
              <a:spcBef>
                <a:spcPts val="0"/>
              </a:spcBef>
              <a:spcAft>
                <a:spcPts val="0"/>
              </a:spcAft>
              <a:buSzPts val="1100"/>
              <a:buNone/>
              <a:defRPr/>
            </a:lvl7pPr>
            <a:lvl8pPr lvl="7" algn="ctr">
              <a:spcBef>
                <a:spcPts val="0"/>
              </a:spcBef>
              <a:spcAft>
                <a:spcPts val="0"/>
              </a:spcAft>
              <a:buSzPts val="1100"/>
              <a:buNone/>
              <a:defRPr/>
            </a:lvl8pPr>
            <a:lvl9pPr lvl="8" algn="ctr">
              <a:spcBef>
                <a:spcPts val="0"/>
              </a:spcBef>
              <a:spcAft>
                <a:spcPts val="0"/>
              </a:spcAft>
              <a:buSzPts val="1100"/>
              <a:buNone/>
              <a:defRPr/>
            </a:lvl9pPr>
          </a:lstStyle>
          <a:p/>
        </p:txBody>
      </p:sp>
      <p:sp>
        <p:nvSpPr>
          <p:cNvPr id="108" name="Google Shape;108;p22"/>
          <p:cNvSpPr/>
          <p:nvPr>
            <p:ph idx="2" type="pic"/>
          </p:nvPr>
        </p:nvSpPr>
        <p:spPr>
          <a:xfrm>
            <a:off x="1792288" y="459581"/>
            <a:ext cx="5486400" cy="3086100"/>
          </a:xfrm>
          <a:prstGeom prst="rect">
            <a:avLst/>
          </a:prstGeom>
          <a:noFill/>
          <a:ln>
            <a:noFill/>
          </a:ln>
        </p:spPr>
      </p:sp>
      <p:sp>
        <p:nvSpPr>
          <p:cNvPr id="109" name="Google Shape;109;p22"/>
          <p:cNvSpPr txBox="1"/>
          <p:nvPr>
            <p:ph idx="1" type="body"/>
          </p:nvPr>
        </p:nvSpPr>
        <p:spPr>
          <a:xfrm>
            <a:off x="1792288" y="4025503"/>
            <a:ext cx="5486400" cy="603647"/>
          </a:xfrm>
          <a:prstGeom prst="rect">
            <a:avLst/>
          </a:prstGeom>
          <a:noFill/>
          <a:ln>
            <a:noFill/>
          </a:ln>
        </p:spPr>
        <p:txBody>
          <a:bodyPr anchorCtr="0" anchor="t" bIns="34275" lIns="68575" spcFirstLastPara="1" rIns="68575" wrap="square" tIns="34275">
            <a:noAutofit/>
          </a:bodyPr>
          <a:lstStyle>
            <a:lvl1pPr indent="-228600" lvl="0" marL="457200" algn="l">
              <a:spcBef>
                <a:spcPts val="200"/>
              </a:spcBef>
              <a:spcAft>
                <a:spcPts val="0"/>
              </a:spcAft>
              <a:buClr>
                <a:schemeClr val="dk1"/>
              </a:buClr>
              <a:buSzPts val="1100"/>
              <a:buNone/>
              <a:defRPr sz="1100"/>
            </a:lvl1pPr>
            <a:lvl2pPr indent="-228600" lvl="1" marL="914400" algn="l">
              <a:spcBef>
                <a:spcPts val="200"/>
              </a:spcBef>
              <a:spcAft>
                <a:spcPts val="0"/>
              </a:spcAft>
              <a:buClr>
                <a:schemeClr val="dk1"/>
              </a:buClr>
              <a:buSzPts val="900"/>
              <a:buNone/>
              <a:defRPr sz="900"/>
            </a:lvl2pPr>
            <a:lvl3pPr indent="-228600" lvl="2" marL="1371600" algn="l">
              <a:spcBef>
                <a:spcPts val="200"/>
              </a:spcBef>
              <a:spcAft>
                <a:spcPts val="0"/>
              </a:spcAft>
              <a:buClr>
                <a:schemeClr val="dk1"/>
              </a:buClr>
              <a:buSzPts val="800"/>
              <a:buNone/>
              <a:defRPr sz="800"/>
            </a:lvl3pPr>
            <a:lvl4pPr indent="-228600" lvl="3" marL="1828800" algn="l">
              <a:spcBef>
                <a:spcPts val="100"/>
              </a:spcBef>
              <a:spcAft>
                <a:spcPts val="0"/>
              </a:spcAft>
              <a:buClr>
                <a:schemeClr val="dk1"/>
              </a:buClr>
              <a:buSzPts val="700"/>
              <a:buNone/>
              <a:defRPr sz="700"/>
            </a:lvl4pPr>
            <a:lvl5pPr indent="-228600" lvl="4" marL="2286000" algn="l">
              <a:spcBef>
                <a:spcPts val="100"/>
              </a:spcBef>
              <a:spcAft>
                <a:spcPts val="0"/>
              </a:spcAft>
              <a:buClr>
                <a:schemeClr val="dk1"/>
              </a:buClr>
              <a:buSzPts val="700"/>
              <a:buNone/>
              <a:defRPr sz="700"/>
            </a:lvl5pPr>
            <a:lvl6pPr indent="-228600" lvl="5" marL="2743200" algn="l">
              <a:spcBef>
                <a:spcPts val="100"/>
              </a:spcBef>
              <a:spcAft>
                <a:spcPts val="0"/>
              </a:spcAft>
              <a:buClr>
                <a:schemeClr val="dk1"/>
              </a:buClr>
              <a:buSzPts val="700"/>
              <a:buNone/>
              <a:defRPr sz="700"/>
            </a:lvl6pPr>
            <a:lvl7pPr indent="-228600" lvl="6" marL="3200400" algn="l">
              <a:spcBef>
                <a:spcPts val="100"/>
              </a:spcBef>
              <a:spcAft>
                <a:spcPts val="0"/>
              </a:spcAft>
              <a:buClr>
                <a:schemeClr val="dk1"/>
              </a:buClr>
              <a:buSzPts val="700"/>
              <a:buNone/>
              <a:defRPr sz="700"/>
            </a:lvl7pPr>
            <a:lvl8pPr indent="-228600" lvl="7" marL="3657600" algn="l">
              <a:spcBef>
                <a:spcPts val="100"/>
              </a:spcBef>
              <a:spcAft>
                <a:spcPts val="0"/>
              </a:spcAft>
              <a:buClr>
                <a:schemeClr val="dk1"/>
              </a:buClr>
              <a:buSzPts val="700"/>
              <a:buNone/>
              <a:defRPr sz="700"/>
            </a:lvl8pPr>
            <a:lvl9pPr indent="-228600" lvl="8" marL="4114800" algn="l">
              <a:spcBef>
                <a:spcPts val="100"/>
              </a:spcBef>
              <a:spcAft>
                <a:spcPts val="0"/>
              </a:spcAft>
              <a:buClr>
                <a:schemeClr val="dk1"/>
              </a:buClr>
              <a:buSzPts val="700"/>
              <a:buNone/>
              <a:defRPr sz="700"/>
            </a:lvl9pPr>
          </a:lstStyle>
          <a:p/>
        </p:txBody>
      </p:sp>
      <p:sp>
        <p:nvSpPr>
          <p:cNvPr id="110" name="Google Shape;110;p22"/>
          <p:cNvSpPr txBox="1"/>
          <p:nvPr>
            <p:ph idx="10" type="dt"/>
          </p:nvPr>
        </p:nvSpPr>
        <p:spPr>
          <a:xfrm>
            <a:off x="457200" y="4767265"/>
            <a:ext cx="21336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11" name="Google Shape;111;p22"/>
          <p:cNvSpPr txBox="1"/>
          <p:nvPr>
            <p:ph idx="11" type="ftr"/>
          </p:nvPr>
        </p:nvSpPr>
        <p:spPr>
          <a:xfrm>
            <a:off x="3124200" y="4767265"/>
            <a:ext cx="28956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12" name="Google Shape;112;p22"/>
          <p:cNvSpPr txBox="1"/>
          <p:nvPr>
            <p:ph idx="12" type="sldNum"/>
          </p:nvPr>
        </p:nvSpPr>
        <p:spPr>
          <a:xfrm>
            <a:off x="6553200" y="4767265"/>
            <a:ext cx="21336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spcAft>
                <a:spcPts val="0"/>
              </a:spcAft>
              <a:buNone/>
              <a:defRPr sz="900">
                <a:solidFill>
                  <a:srgbClr val="898989"/>
                </a:solidFill>
                <a:latin typeface="Oswald"/>
                <a:ea typeface="Oswald"/>
                <a:cs typeface="Oswald"/>
                <a:sym typeface="Oswald"/>
              </a:defRPr>
            </a:lvl1pPr>
            <a:lvl2pPr indent="0" lvl="1" marL="0" algn="r">
              <a:spcBef>
                <a:spcPts val="0"/>
              </a:spcBef>
              <a:spcAft>
                <a:spcPts val="0"/>
              </a:spcAft>
              <a:buNone/>
              <a:defRPr sz="900">
                <a:solidFill>
                  <a:srgbClr val="898989"/>
                </a:solidFill>
                <a:latin typeface="Oswald"/>
                <a:ea typeface="Oswald"/>
                <a:cs typeface="Oswald"/>
                <a:sym typeface="Oswald"/>
              </a:defRPr>
            </a:lvl2pPr>
            <a:lvl3pPr indent="0" lvl="2" marL="0" algn="r">
              <a:spcBef>
                <a:spcPts val="0"/>
              </a:spcBef>
              <a:spcAft>
                <a:spcPts val="0"/>
              </a:spcAft>
              <a:buNone/>
              <a:defRPr sz="900">
                <a:solidFill>
                  <a:srgbClr val="898989"/>
                </a:solidFill>
                <a:latin typeface="Oswald"/>
                <a:ea typeface="Oswald"/>
                <a:cs typeface="Oswald"/>
                <a:sym typeface="Oswald"/>
              </a:defRPr>
            </a:lvl3pPr>
            <a:lvl4pPr indent="0" lvl="3" marL="0" algn="r">
              <a:spcBef>
                <a:spcPts val="0"/>
              </a:spcBef>
              <a:spcAft>
                <a:spcPts val="0"/>
              </a:spcAft>
              <a:buNone/>
              <a:defRPr sz="900">
                <a:solidFill>
                  <a:srgbClr val="898989"/>
                </a:solidFill>
                <a:latin typeface="Oswald"/>
                <a:ea typeface="Oswald"/>
                <a:cs typeface="Oswald"/>
                <a:sym typeface="Oswald"/>
              </a:defRPr>
            </a:lvl4pPr>
            <a:lvl5pPr indent="0" lvl="4" marL="0" algn="r">
              <a:spcBef>
                <a:spcPts val="0"/>
              </a:spcBef>
              <a:spcAft>
                <a:spcPts val="0"/>
              </a:spcAft>
              <a:buNone/>
              <a:defRPr sz="900">
                <a:solidFill>
                  <a:srgbClr val="898989"/>
                </a:solidFill>
                <a:latin typeface="Oswald"/>
                <a:ea typeface="Oswald"/>
                <a:cs typeface="Oswald"/>
                <a:sym typeface="Oswald"/>
              </a:defRPr>
            </a:lvl5pPr>
            <a:lvl6pPr indent="0" lvl="5" marL="0" algn="r">
              <a:spcBef>
                <a:spcPts val="0"/>
              </a:spcBef>
              <a:spcAft>
                <a:spcPts val="0"/>
              </a:spcAft>
              <a:buNone/>
              <a:defRPr sz="900">
                <a:solidFill>
                  <a:srgbClr val="898989"/>
                </a:solidFill>
                <a:latin typeface="Oswald"/>
                <a:ea typeface="Oswald"/>
                <a:cs typeface="Oswald"/>
                <a:sym typeface="Oswald"/>
              </a:defRPr>
            </a:lvl6pPr>
            <a:lvl7pPr indent="0" lvl="6" marL="0" algn="r">
              <a:spcBef>
                <a:spcPts val="0"/>
              </a:spcBef>
              <a:spcAft>
                <a:spcPts val="0"/>
              </a:spcAft>
              <a:buNone/>
              <a:defRPr sz="900">
                <a:solidFill>
                  <a:srgbClr val="898989"/>
                </a:solidFill>
                <a:latin typeface="Oswald"/>
                <a:ea typeface="Oswald"/>
                <a:cs typeface="Oswald"/>
                <a:sym typeface="Oswald"/>
              </a:defRPr>
            </a:lvl7pPr>
            <a:lvl8pPr indent="0" lvl="7" marL="0" algn="r">
              <a:spcBef>
                <a:spcPts val="0"/>
              </a:spcBef>
              <a:spcAft>
                <a:spcPts val="0"/>
              </a:spcAft>
              <a:buNone/>
              <a:defRPr sz="900">
                <a:solidFill>
                  <a:srgbClr val="898989"/>
                </a:solidFill>
                <a:latin typeface="Oswald"/>
                <a:ea typeface="Oswald"/>
                <a:cs typeface="Oswald"/>
                <a:sym typeface="Oswald"/>
              </a:defRPr>
            </a:lvl8pPr>
            <a:lvl9pPr indent="0" lvl="8" marL="0" algn="r">
              <a:spcBef>
                <a:spcPts val="0"/>
              </a:spcBef>
              <a:spcAft>
                <a:spcPts val="0"/>
              </a:spcAft>
              <a:buNone/>
              <a:defRPr sz="900">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113" name="Shape 113"/>
        <p:cNvGrpSpPr/>
        <p:nvPr/>
      </p:nvGrpSpPr>
      <p:grpSpPr>
        <a:xfrm>
          <a:off x="0" y="0"/>
          <a:ext cx="0" cy="0"/>
          <a:chOff x="0" y="0"/>
          <a:chExt cx="0" cy="0"/>
        </a:xfrm>
      </p:grpSpPr>
      <p:sp>
        <p:nvSpPr>
          <p:cNvPr id="114" name="Google Shape;114;p23"/>
          <p:cNvSpPr txBox="1"/>
          <p:nvPr>
            <p:ph type="title"/>
          </p:nvPr>
        </p:nvSpPr>
        <p:spPr>
          <a:xfrm>
            <a:off x="457200" y="-35719"/>
            <a:ext cx="8229600" cy="85725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ctr">
              <a:spcBef>
                <a:spcPts val="0"/>
              </a:spcBef>
              <a:spcAft>
                <a:spcPts val="0"/>
              </a:spcAft>
              <a:buSzPts val="1100"/>
              <a:buNone/>
              <a:defRPr/>
            </a:lvl2pPr>
            <a:lvl3pPr lvl="2" algn="ctr">
              <a:spcBef>
                <a:spcPts val="0"/>
              </a:spcBef>
              <a:spcAft>
                <a:spcPts val="0"/>
              </a:spcAft>
              <a:buSzPts val="1100"/>
              <a:buNone/>
              <a:defRPr/>
            </a:lvl3pPr>
            <a:lvl4pPr lvl="3" algn="ctr">
              <a:spcBef>
                <a:spcPts val="0"/>
              </a:spcBef>
              <a:spcAft>
                <a:spcPts val="0"/>
              </a:spcAft>
              <a:buSzPts val="1100"/>
              <a:buNone/>
              <a:defRPr/>
            </a:lvl4pPr>
            <a:lvl5pPr lvl="4" algn="ctr">
              <a:spcBef>
                <a:spcPts val="0"/>
              </a:spcBef>
              <a:spcAft>
                <a:spcPts val="0"/>
              </a:spcAft>
              <a:buSzPts val="1100"/>
              <a:buNone/>
              <a:defRPr/>
            </a:lvl5pPr>
            <a:lvl6pPr lvl="5" algn="ctr">
              <a:spcBef>
                <a:spcPts val="0"/>
              </a:spcBef>
              <a:spcAft>
                <a:spcPts val="0"/>
              </a:spcAft>
              <a:buSzPts val="1100"/>
              <a:buNone/>
              <a:defRPr/>
            </a:lvl6pPr>
            <a:lvl7pPr lvl="6" algn="ctr">
              <a:spcBef>
                <a:spcPts val="0"/>
              </a:spcBef>
              <a:spcAft>
                <a:spcPts val="0"/>
              </a:spcAft>
              <a:buSzPts val="1100"/>
              <a:buNone/>
              <a:defRPr/>
            </a:lvl7pPr>
            <a:lvl8pPr lvl="7" algn="ctr">
              <a:spcBef>
                <a:spcPts val="0"/>
              </a:spcBef>
              <a:spcAft>
                <a:spcPts val="0"/>
              </a:spcAft>
              <a:buSzPts val="1100"/>
              <a:buNone/>
              <a:defRPr/>
            </a:lvl8pPr>
            <a:lvl9pPr lvl="8" algn="ctr">
              <a:spcBef>
                <a:spcPts val="0"/>
              </a:spcBef>
              <a:spcAft>
                <a:spcPts val="0"/>
              </a:spcAft>
              <a:buSzPts val="1100"/>
              <a:buNone/>
              <a:defRPr/>
            </a:lvl9pPr>
          </a:lstStyle>
          <a:p/>
        </p:txBody>
      </p:sp>
      <p:sp>
        <p:nvSpPr>
          <p:cNvPr id="115" name="Google Shape;115;p23"/>
          <p:cNvSpPr txBox="1"/>
          <p:nvPr>
            <p:ph idx="1" type="body"/>
          </p:nvPr>
        </p:nvSpPr>
        <p:spPr>
          <a:xfrm rot="5400000">
            <a:off x="2685455" y="-1406723"/>
            <a:ext cx="3773091" cy="8229600"/>
          </a:xfrm>
          <a:prstGeom prst="rect">
            <a:avLst/>
          </a:prstGeom>
          <a:noFill/>
          <a:ln>
            <a:noFill/>
          </a:ln>
        </p:spPr>
        <p:txBody>
          <a:bodyPr anchorCtr="0" anchor="t" bIns="34275" lIns="68575" spcFirstLastPara="1" rIns="68575" wrap="square" tIns="34275">
            <a:noAutofit/>
          </a:bodyPr>
          <a:lstStyle>
            <a:lvl1pPr indent="-317500" lvl="0" marL="457200" algn="l">
              <a:spcBef>
                <a:spcPts val="300"/>
              </a:spcBef>
              <a:spcAft>
                <a:spcPts val="0"/>
              </a:spcAft>
              <a:buClr>
                <a:schemeClr val="dk1"/>
              </a:buClr>
              <a:buSzPts val="1400"/>
              <a:buChar char="•"/>
              <a:defRPr/>
            </a:lvl1pPr>
            <a:lvl2pPr indent="-317500" lvl="1" marL="914400" algn="l">
              <a:spcBef>
                <a:spcPts val="300"/>
              </a:spcBef>
              <a:spcAft>
                <a:spcPts val="0"/>
              </a:spcAft>
              <a:buClr>
                <a:schemeClr val="dk1"/>
              </a:buClr>
              <a:buSzPts val="1400"/>
              <a:buChar char="–"/>
              <a:defRPr/>
            </a:lvl2pPr>
            <a:lvl3pPr indent="-317500" lvl="2" marL="1371600" algn="l">
              <a:spcBef>
                <a:spcPts val="300"/>
              </a:spcBef>
              <a:spcAft>
                <a:spcPts val="0"/>
              </a:spcAft>
              <a:buClr>
                <a:schemeClr val="dk1"/>
              </a:buClr>
              <a:buSzPts val="1400"/>
              <a:buChar char="•"/>
              <a:defRPr/>
            </a:lvl3pPr>
            <a:lvl4pPr indent="-317500" lvl="3" marL="1828800" algn="l">
              <a:spcBef>
                <a:spcPts val="300"/>
              </a:spcBef>
              <a:spcAft>
                <a:spcPts val="0"/>
              </a:spcAft>
              <a:buClr>
                <a:schemeClr val="dk1"/>
              </a:buClr>
              <a:buSzPts val="1400"/>
              <a:buChar char="–"/>
              <a:defRPr/>
            </a:lvl4pPr>
            <a:lvl5pPr indent="-317500" lvl="4" marL="2286000" algn="l">
              <a:spcBef>
                <a:spcPts val="300"/>
              </a:spcBef>
              <a:spcAft>
                <a:spcPts val="0"/>
              </a:spcAft>
              <a:buClr>
                <a:schemeClr val="dk1"/>
              </a:buClr>
              <a:buSzPts val="1400"/>
              <a:buChar char="»"/>
              <a:defRPr/>
            </a:lvl5pPr>
            <a:lvl6pPr indent="-317500" lvl="5" marL="2743200" algn="l">
              <a:spcBef>
                <a:spcPts val="300"/>
              </a:spcBef>
              <a:spcAft>
                <a:spcPts val="0"/>
              </a:spcAft>
              <a:buClr>
                <a:schemeClr val="dk1"/>
              </a:buClr>
              <a:buSzPts val="1400"/>
              <a:buChar char="•"/>
              <a:defRPr/>
            </a:lvl6pPr>
            <a:lvl7pPr indent="-317500" lvl="6" marL="3200400" algn="l">
              <a:spcBef>
                <a:spcPts val="300"/>
              </a:spcBef>
              <a:spcAft>
                <a:spcPts val="0"/>
              </a:spcAft>
              <a:buClr>
                <a:schemeClr val="dk1"/>
              </a:buClr>
              <a:buSzPts val="1400"/>
              <a:buChar char="•"/>
              <a:defRPr/>
            </a:lvl7pPr>
            <a:lvl8pPr indent="-317500" lvl="7" marL="3657600" algn="l">
              <a:spcBef>
                <a:spcPts val="300"/>
              </a:spcBef>
              <a:spcAft>
                <a:spcPts val="0"/>
              </a:spcAft>
              <a:buClr>
                <a:schemeClr val="dk1"/>
              </a:buClr>
              <a:buSzPts val="1400"/>
              <a:buChar char="•"/>
              <a:defRPr/>
            </a:lvl8pPr>
            <a:lvl9pPr indent="-317500" lvl="8" marL="4114800" algn="l">
              <a:spcBef>
                <a:spcPts val="300"/>
              </a:spcBef>
              <a:spcAft>
                <a:spcPts val="0"/>
              </a:spcAft>
              <a:buClr>
                <a:schemeClr val="dk1"/>
              </a:buClr>
              <a:buSzPts val="1400"/>
              <a:buChar char="•"/>
              <a:defRPr/>
            </a:lvl9pPr>
          </a:lstStyle>
          <a:p/>
        </p:txBody>
      </p:sp>
      <p:sp>
        <p:nvSpPr>
          <p:cNvPr id="116" name="Google Shape;116;p23"/>
          <p:cNvSpPr txBox="1"/>
          <p:nvPr>
            <p:ph idx="10" type="dt"/>
          </p:nvPr>
        </p:nvSpPr>
        <p:spPr>
          <a:xfrm>
            <a:off x="457200" y="4767265"/>
            <a:ext cx="21336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17" name="Google Shape;117;p23"/>
          <p:cNvSpPr txBox="1"/>
          <p:nvPr>
            <p:ph idx="11" type="ftr"/>
          </p:nvPr>
        </p:nvSpPr>
        <p:spPr>
          <a:xfrm>
            <a:off x="3124200" y="4767265"/>
            <a:ext cx="28956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18" name="Google Shape;118;p23"/>
          <p:cNvSpPr txBox="1"/>
          <p:nvPr>
            <p:ph idx="12" type="sldNum"/>
          </p:nvPr>
        </p:nvSpPr>
        <p:spPr>
          <a:xfrm>
            <a:off x="6553200" y="4767265"/>
            <a:ext cx="21336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spcAft>
                <a:spcPts val="0"/>
              </a:spcAft>
              <a:buNone/>
              <a:defRPr sz="900">
                <a:solidFill>
                  <a:srgbClr val="898989"/>
                </a:solidFill>
                <a:latin typeface="Oswald"/>
                <a:ea typeface="Oswald"/>
                <a:cs typeface="Oswald"/>
                <a:sym typeface="Oswald"/>
              </a:defRPr>
            </a:lvl1pPr>
            <a:lvl2pPr indent="0" lvl="1" marL="0" algn="r">
              <a:spcBef>
                <a:spcPts val="0"/>
              </a:spcBef>
              <a:spcAft>
                <a:spcPts val="0"/>
              </a:spcAft>
              <a:buNone/>
              <a:defRPr sz="900">
                <a:solidFill>
                  <a:srgbClr val="898989"/>
                </a:solidFill>
                <a:latin typeface="Oswald"/>
                <a:ea typeface="Oswald"/>
                <a:cs typeface="Oswald"/>
                <a:sym typeface="Oswald"/>
              </a:defRPr>
            </a:lvl2pPr>
            <a:lvl3pPr indent="0" lvl="2" marL="0" algn="r">
              <a:spcBef>
                <a:spcPts val="0"/>
              </a:spcBef>
              <a:spcAft>
                <a:spcPts val="0"/>
              </a:spcAft>
              <a:buNone/>
              <a:defRPr sz="900">
                <a:solidFill>
                  <a:srgbClr val="898989"/>
                </a:solidFill>
                <a:latin typeface="Oswald"/>
                <a:ea typeface="Oswald"/>
                <a:cs typeface="Oswald"/>
                <a:sym typeface="Oswald"/>
              </a:defRPr>
            </a:lvl3pPr>
            <a:lvl4pPr indent="0" lvl="3" marL="0" algn="r">
              <a:spcBef>
                <a:spcPts val="0"/>
              </a:spcBef>
              <a:spcAft>
                <a:spcPts val="0"/>
              </a:spcAft>
              <a:buNone/>
              <a:defRPr sz="900">
                <a:solidFill>
                  <a:srgbClr val="898989"/>
                </a:solidFill>
                <a:latin typeface="Oswald"/>
                <a:ea typeface="Oswald"/>
                <a:cs typeface="Oswald"/>
                <a:sym typeface="Oswald"/>
              </a:defRPr>
            </a:lvl4pPr>
            <a:lvl5pPr indent="0" lvl="4" marL="0" algn="r">
              <a:spcBef>
                <a:spcPts val="0"/>
              </a:spcBef>
              <a:spcAft>
                <a:spcPts val="0"/>
              </a:spcAft>
              <a:buNone/>
              <a:defRPr sz="900">
                <a:solidFill>
                  <a:srgbClr val="898989"/>
                </a:solidFill>
                <a:latin typeface="Oswald"/>
                <a:ea typeface="Oswald"/>
                <a:cs typeface="Oswald"/>
                <a:sym typeface="Oswald"/>
              </a:defRPr>
            </a:lvl5pPr>
            <a:lvl6pPr indent="0" lvl="5" marL="0" algn="r">
              <a:spcBef>
                <a:spcPts val="0"/>
              </a:spcBef>
              <a:spcAft>
                <a:spcPts val="0"/>
              </a:spcAft>
              <a:buNone/>
              <a:defRPr sz="900">
                <a:solidFill>
                  <a:srgbClr val="898989"/>
                </a:solidFill>
                <a:latin typeface="Oswald"/>
                <a:ea typeface="Oswald"/>
                <a:cs typeface="Oswald"/>
                <a:sym typeface="Oswald"/>
              </a:defRPr>
            </a:lvl6pPr>
            <a:lvl7pPr indent="0" lvl="6" marL="0" algn="r">
              <a:spcBef>
                <a:spcPts val="0"/>
              </a:spcBef>
              <a:spcAft>
                <a:spcPts val="0"/>
              </a:spcAft>
              <a:buNone/>
              <a:defRPr sz="900">
                <a:solidFill>
                  <a:srgbClr val="898989"/>
                </a:solidFill>
                <a:latin typeface="Oswald"/>
                <a:ea typeface="Oswald"/>
                <a:cs typeface="Oswald"/>
                <a:sym typeface="Oswald"/>
              </a:defRPr>
            </a:lvl7pPr>
            <a:lvl8pPr indent="0" lvl="7" marL="0" algn="r">
              <a:spcBef>
                <a:spcPts val="0"/>
              </a:spcBef>
              <a:spcAft>
                <a:spcPts val="0"/>
              </a:spcAft>
              <a:buNone/>
              <a:defRPr sz="900">
                <a:solidFill>
                  <a:srgbClr val="898989"/>
                </a:solidFill>
                <a:latin typeface="Oswald"/>
                <a:ea typeface="Oswald"/>
                <a:cs typeface="Oswald"/>
                <a:sym typeface="Oswald"/>
              </a:defRPr>
            </a:lvl8pPr>
            <a:lvl9pPr indent="0" lvl="8" marL="0" algn="r">
              <a:spcBef>
                <a:spcPts val="0"/>
              </a:spcBef>
              <a:spcAft>
                <a:spcPts val="0"/>
              </a:spcAft>
              <a:buNone/>
              <a:defRPr sz="900">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119" name="Shape 119"/>
        <p:cNvGrpSpPr/>
        <p:nvPr/>
      </p:nvGrpSpPr>
      <p:grpSpPr>
        <a:xfrm>
          <a:off x="0" y="0"/>
          <a:ext cx="0" cy="0"/>
          <a:chOff x="0" y="0"/>
          <a:chExt cx="0" cy="0"/>
        </a:xfrm>
      </p:grpSpPr>
      <p:sp>
        <p:nvSpPr>
          <p:cNvPr id="120" name="Google Shape;120;p24"/>
          <p:cNvSpPr txBox="1"/>
          <p:nvPr>
            <p:ph type="title"/>
          </p:nvPr>
        </p:nvSpPr>
        <p:spPr>
          <a:xfrm rot="5400000">
            <a:off x="5463778" y="1371603"/>
            <a:ext cx="4388644" cy="20574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ctr">
              <a:spcBef>
                <a:spcPts val="0"/>
              </a:spcBef>
              <a:spcAft>
                <a:spcPts val="0"/>
              </a:spcAft>
              <a:buSzPts val="1100"/>
              <a:buNone/>
              <a:defRPr/>
            </a:lvl2pPr>
            <a:lvl3pPr lvl="2" algn="ctr">
              <a:spcBef>
                <a:spcPts val="0"/>
              </a:spcBef>
              <a:spcAft>
                <a:spcPts val="0"/>
              </a:spcAft>
              <a:buSzPts val="1100"/>
              <a:buNone/>
              <a:defRPr/>
            </a:lvl3pPr>
            <a:lvl4pPr lvl="3" algn="ctr">
              <a:spcBef>
                <a:spcPts val="0"/>
              </a:spcBef>
              <a:spcAft>
                <a:spcPts val="0"/>
              </a:spcAft>
              <a:buSzPts val="1100"/>
              <a:buNone/>
              <a:defRPr/>
            </a:lvl4pPr>
            <a:lvl5pPr lvl="4" algn="ctr">
              <a:spcBef>
                <a:spcPts val="0"/>
              </a:spcBef>
              <a:spcAft>
                <a:spcPts val="0"/>
              </a:spcAft>
              <a:buSzPts val="1100"/>
              <a:buNone/>
              <a:defRPr/>
            </a:lvl5pPr>
            <a:lvl6pPr lvl="5" algn="ctr">
              <a:spcBef>
                <a:spcPts val="0"/>
              </a:spcBef>
              <a:spcAft>
                <a:spcPts val="0"/>
              </a:spcAft>
              <a:buSzPts val="1100"/>
              <a:buNone/>
              <a:defRPr/>
            </a:lvl6pPr>
            <a:lvl7pPr lvl="6" algn="ctr">
              <a:spcBef>
                <a:spcPts val="0"/>
              </a:spcBef>
              <a:spcAft>
                <a:spcPts val="0"/>
              </a:spcAft>
              <a:buSzPts val="1100"/>
              <a:buNone/>
              <a:defRPr/>
            </a:lvl7pPr>
            <a:lvl8pPr lvl="7" algn="ctr">
              <a:spcBef>
                <a:spcPts val="0"/>
              </a:spcBef>
              <a:spcAft>
                <a:spcPts val="0"/>
              </a:spcAft>
              <a:buSzPts val="1100"/>
              <a:buNone/>
              <a:defRPr/>
            </a:lvl8pPr>
            <a:lvl9pPr lvl="8" algn="ctr">
              <a:spcBef>
                <a:spcPts val="0"/>
              </a:spcBef>
              <a:spcAft>
                <a:spcPts val="0"/>
              </a:spcAft>
              <a:buSzPts val="1100"/>
              <a:buNone/>
              <a:defRPr/>
            </a:lvl9pPr>
          </a:lstStyle>
          <a:p/>
        </p:txBody>
      </p:sp>
      <p:sp>
        <p:nvSpPr>
          <p:cNvPr id="121" name="Google Shape;121;p24"/>
          <p:cNvSpPr txBox="1"/>
          <p:nvPr>
            <p:ph idx="1" type="body"/>
          </p:nvPr>
        </p:nvSpPr>
        <p:spPr>
          <a:xfrm rot="5400000">
            <a:off x="1272778" y="-609597"/>
            <a:ext cx="4388644" cy="6019800"/>
          </a:xfrm>
          <a:prstGeom prst="rect">
            <a:avLst/>
          </a:prstGeom>
          <a:noFill/>
          <a:ln>
            <a:noFill/>
          </a:ln>
        </p:spPr>
        <p:txBody>
          <a:bodyPr anchorCtr="0" anchor="t" bIns="34275" lIns="68575" spcFirstLastPara="1" rIns="68575" wrap="square" tIns="34275">
            <a:noAutofit/>
          </a:bodyPr>
          <a:lstStyle>
            <a:lvl1pPr indent="-317500" lvl="0" marL="457200" algn="l">
              <a:spcBef>
                <a:spcPts val="300"/>
              </a:spcBef>
              <a:spcAft>
                <a:spcPts val="0"/>
              </a:spcAft>
              <a:buClr>
                <a:schemeClr val="dk1"/>
              </a:buClr>
              <a:buSzPts val="1400"/>
              <a:buChar char="•"/>
              <a:defRPr/>
            </a:lvl1pPr>
            <a:lvl2pPr indent="-317500" lvl="1" marL="914400" algn="l">
              <a:spcBef>
                <a:spcPts val="300"/>
              </a:spcBef>
              <a:spcAft>
                <a:spcPts val="0"/>
              </a:spcAft>
              <a:buClr>
                <a:schemeClr val="dk1"/>
              </a:buClr>
              <a:buSzPts val="1400"/>
              <a:buChar char="–"/>
              <a:defRPr/>
            </a:lvl2pPr>
            <a:lvl3pPr indent="-317500" lvl="2" marL="1371600" algn="l">
              <a:spcBef>
                <a:spcPts val="300"/>
              </a:spcBef>
              <a:spcAft>
                <a:spcPts val="0"/>
              </a:spcAft>
              <a:buClr>
                <a:schemeClr val="dk1"/>
              </a:buClr>
              <a:buSzPts val="1400"/>
              <a:buChar char="•"/>
              <a:defRPr/>
            </a:lvl3pPr>
            <a:lvl4pPr indent="-317500" lvl="3" marL="1828800" algn="l">
              <a:spcBef>
                <a:spcPts val="300"/>
              </a:spcBef>
              <a:spcAft>
                <a:spcPts val="0"/>
              </a:spcAft>
              <a:buClr>
                <a:schemeClr val="dk1"/>
              </a:buClr>
              <a:buSzPts val="1400"/>
              <a:buChar char="–"/>
              <a:defRPr/>
            </a:lvl4pPr>
            <a:lvl5pPr indent="-317500" lvl="4" marL="2286000" algn="l">
              <a:spcBef>
                <a:spcPts val="300"/>
              </a:spcBef>
              <a:spcAft>
                <a:spcPts val="0"/>
              </a:spcAft>
              <a:buClr>
                <a:schemeClr val="dk1"/>
              </a:buClr>
              <a:buSzPts val="1400"/>
              <a:buChar char="»"/>
              <a:defRPr/>
            </a:lvl5pPr>
            <a:lvl6pPr indent="-317500" lvl="5" marL="2743200" algn="l">
              <a:spcBef>
                <a:spcPts val="300"/>
              </a:spcBef>
              <a:spcAft>
                <a:spcPts val="0"/>
              </a:spcAft>
              <a:buClr>
                <a:schemeClr val="dk1"/>
              </a:buClr>
              <a:buSzPts val="1400"/>
              <a:buChar char="•"/>
              <a:defRPr/>
            </a:lvl6pPr>
            <a:lvl7pPr indent="-317500" lvl="6" marL="3200400" algn="l">
              <a:spcBef>
                <a:spcPts val="300"/>
              </a:spcBef>
              <a:spcAft>
                <a:spcPts val="0"/>
              </a:spcAft>
              <a:buClr>
                <a:schemeClr val="dk1"/>
              </a:buClr>
              <a:buSzPts val="1400"/>
              <a:buChar char="•"/>
              <a:defRPr/>
            </a:lvl7pPr>
            <a:lvl8pPr indent="-317500" lvl="7" marL="3657600" algn="l">
              <a:spcBef>
                <a:spcPts val="300"/>
              </a:spcBef>
              <a:spcAft>
                <a:spcPts val="0"/>
              </a:spcAft>
              <a:buClr>
                <a:schemeClr val="dk1"/>
              </a:buClr>
              <a:buSzPts val="1400"/>
              <a:buChar char="•"/>
              <a:defRPr/>
            </a:lvl8pPr>
            <a:lvl9pPr indent="-317500" lvl="8" marL="4114800" algn="l">
              <a:spcBef>
                <a:spcPts val="300"/>
              </a:spcBef>
              <a:spcAft>
                <a:spcPts val="0"/>
              </a:spcAft>
              <a:buClr>
                <a:schemeClr val="dk1"/>
              </a:buClr>
              <a:buSzPts val="1400"/>
              <a:buChar char="•"/>
              <a:defRPr/>
            </a:lvl9pPr>
          </a:lstStyle>
          <a:p/>
        </p:txBody>
      </p:sp>
      <p:sp>
        <p:nvSpPr>
          <p:cNvPr id="122" name="Google Shape;122;p24"/>
          <p:cNvSpPr txBox="1"/>
          <p:nvPr>
            <p:ph idx="10" type="dt"/>
          </p:nvPr>
        </p:nvSpPr>
        <p:spPr>
          <a:xfrm>
            <a:off x="457200" y="4767265"/>
            <a:ext cx="21336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23" name="Google Shape;123;p24"/>
          <p:cNvSpPr txBox="1"/>
          <p:nvPr>
            <p:ph idx="11" type="ftr"/>
          </p:nvPr>
        </p:nvSpPr>
        <p:spPr>
          <a:xfrm>
            <a:off x="3124200" y="4767265"/>
            <a:ext cx="28956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24" name="Google Shape;124;p24"/>
          <p:cNvSpPr txBox="1"/>
          <p:nvPr>
            <p:ph idx="12" type="sldNum"/>
          </p:nvPr>
        </p:nvSpPr>
        <p:spPr>
          <a:xfrm>
            <a:off x="6553200" y="4767265"/>
            <a:ext cx="21336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spcAft>
                <a:spcPts val="0"/>
              </a:spcAft>
              <a:buNone/>
              <a:defRPr sz="900">
                <a:solidFill>
                  <a:srgbClr val="898989"/>
                </a:solidFill>
                <a:latin typeface="Oswald"/>
                <a:ea typeface="Oswald"/>
                <a:cs typeface="Oswald"/>
                <a:sym typeface="Oswald"/>
              </a:defRPr>
            </a:lvl1pPr>
            <a:lvl2pPr indent="0" lvl="1" marL="0" algn="r">
              <a:spcBef>
                <a:spcPts val="0"/>
              </a:spcBef>
              <a:spcAft>
                <a:spcPts val="0"/>
              </a:spcAft>
              <a:buNone/>
              <a:defRPr sz="900">
                <a:solidFill>
                  <a:srgbClr val="898989"/>
                </a:solidFill>
                <a:latin typeface="Oswald"/>
                <a:ea typeface="Oswald"/>
                <a:cs typeface="Oswald"/>
                <a:sym typeface="Oswald"/>
              </a:defRPr>
            </a:lvl2pPr>
            <a:lvl3pPr indent="0" lvl="2" marL="0" algn="r">
              <a:spcBef>
                <a:spcPts val="0"/>
              </a:spcBef>
              <a:spcAft>
                <a:spcPts val="0"/>
              </a:spcAft>
              <a:buNone/>
              <a:defRPr sz="900">
                <a:solidFill>
                  <a:srgbClr val="898989"/>
                </a:solidFill>
                <a:latin typeface="Oswald"/>
                <a:ea typeface="Oswald"/>
                <a:cs typeface="Oswald"/>
                <a:sym typeface="Oswald"/>
              </a:defRPr>
            </a:lvl3pPr>
            <a:lvl4pPr indent="0" lvl="3" marL="0" algn="r">
              <a:spcBef>
                <a:spcPts val="0"/>
              </a:spcBef>
              <a:spcAft>
                <a:spcPts val="0"/>
              </a:spcAft>
              <a:buNone/>
              <a:defRPr sz="900">
                <a:solidFill>
                  <a:srgbClr val="898989"/>
                </a:solidFill>
                <a:latin typeface="Oswald"/>
                <a:ea typeface="Oswald"/>
                <a:cs typeface="Oswald"/>
                <a:sym typeface="Oswald"/>
              </a:defRPr>
            </a:lvl4pPr>
            <a:lvl5pPr indent="0" lvl="4" marL="0" algn="r">
              <a:spcBef>
                <a:spcPts val="0"/>
              </a:spcBef>
              <a:spcAft>
                <a:spcPts val="0"/>
              </a:spcAft>
              <a:buNone/>
              <a:defRPr sz="900">
                <a:solidFill>
                  <a:srgbClr val="898989"/>
                </a:solidFill>
                <a:latin typeface="Oswald"/>
                <a:ea typeface="Oswald"/>
                <a:cs typeface="Oswald"/>
                <a:sym typeface="Oswald"/>
              </a:defRPr>
            </a:lvl5pPr>
            <a:lvl6pPr indent="0" lvl="5" marL="0" algn="r">
              <a:spcBef>
                <a:spcPts val="0"/>
              </a:spcBef>
              <a:spcAft>
                <a:spcPts val="0"/>
              </a:spcAft>
              <a:buNone/>
              <a:defRPr sz="900">
                <a:solidFill>
                  <a:srgbClr val="898989"/>
                </a:solidFill>
                <a:latin typeface="Oswald"/>
                <a:ea typeface="Oswald"/>
                <a:cs typeface="Oswald"/>
                <a:sym typeface="Oswald"/>
              </a:defRPr>
            </a:lvl6pPr>
            <a:lvl7pPr indent="0" lvl="6" marL="0" algn="r">
              <a:spcBef>
                <a:spcPts val="0"/>
              </a:spcBef>
              <a:spcAft>
                <a:spcPts val="0"/>
              </a:spcAft>
              <a:buNone/>
              <a:defRPr sz="900">
                <a:solidFill>
                  <a:srgbClr val="898989"/>
                </a:solidFill>
                <a:latin typeface="Oswald"/>
                <a:ea typeface="Oswald"/>
                <a:cs typeface="Oswald"/>
                <a:sym typeface="Oswald"/>
              </a:defRPr>
            </a:lvl7pPr>
            <a:lvl8pPr indent="0" lvl="7" marL="0" algn="r">
              <a:spcBef>
                <a:spcPts val="0"/>
              </a:spcBef>
              <a:spcAft>
                <a:spcPts val="0"/>
              </a:spcAft>
              <a:buNone/>
              <a:defRPr sz="900">
                <a:solidFill>
                  <a:srgbClr val="898989"/>
                </a:solidFill>
                <a:latin typeface="Oswald"/>
                <a:ea typeface="Oswald"/>
                <a:cs typeface="Oswald"/>
                <a:sym typeface="Oswald"/>
              </a:defRPr>
            </a:lvl8pPr>
            <a:lvl9pPr indent="0" lvl="8" marL="0" algn="r">
              <a:spcBef>
                <a:spcPts val="0"/>
              </a:spcBef>
              <a:spcAft>
                <a:spcPts val="0"/>
              </a:spcAft>
              <a:buNone/>
              <a:defRPr sz="900">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31" name="Shape 131"/>
        <p:cNvGrpSpPr/>
        <p:nvPr/>
      </p:nvGrpSpPr>
      <p:grpSpPr>
        <a:xfrm>
          <a:off x="0" y="0"/>
          <a:ext cx="0" cy="0"/>
          <a:chOff x="0" y="0"/>
          <a:chExt cx="0" cy="0"/>
        </a:xfrm>
      </p:grpSpPr>
      <p:sp>
        <p:nvSpPr>
          <p:cNvPr id="132" name="Google Shape;132;p26"/>
          <p:cNvSpPr txBox="1"/>
          <p:nvPr>
            <p:ph type="ctrTitle"/>
          </p:nvPr>
        </p:nvSpPr>
        <p:spPr>
          <a:xfrm>
            <a:off x="685800" y="1597821"/>
            <a:ext cx="7772400" cy="1102519"/>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ctr">
              <a:lnSpc>
                <a:spcPct val="100000"/>
              </a:lnSpc>
              <a:spcBef>
                <a:spcPts val="0"/>
              </a:spcBef>
              <a:spcAft>
                <a:spcPts val="0"/>
              </a:spcAft>
              <a:buSzPts val="1100"/>
              <a:buNone/>
              <a:defRPr/>
            </a:lvl2pPr>
            <a:lvl3pPr lvl="2" algn="ctr">
              <a:lnSpc>
                <a:spcPct val="100000"/>
              </a:lnSpc>
              <a:spcBef>
                <a:spcPts val="0"/>
              </a:spcBef>
              <a:spcAft>
                <a:spcPts val="0"/>
              </a:spcAft>
              <a:buSzPts val="1100"/>
              <a:buNone/>
              <a:defRPr/>
            </a:lvl3pPr>
            <a:lvl4pPr lvl="3" algn="ctr">
              <a:lnSpc>
                <a:spcPct val="100000"/>
              </a:lnSpc>
              <a:spcBef>
                <a:spcPts val="0"/>
              </a:spcBef>
              <a:spcAft>
                <a:spcPts val="0"/>
              </a:spcAft>
              <a:buSzPts val="1100"/>
              <a:buNone/>
              <a:defRPr/>
            </a:lvl4pPr>
            <a:lvl5pPr lvl="4" algn="ctr">
              <a:lnSpc>
                <a:spcPct val="100000"/>
              </a:lnSpc>
              <a:spcBef>
                <a:spcPts val="0"/>
              </a:spcBef>
              <a:spcAft>
                <a:spcPts val="0"/>
              </a:spcAft>
              <a:buSzPts val="1100"/>
              <a:buNone/>
              <a:defRPr/>
            </a:lvl5pPr>
            <a:lvl6pPr lvl="5" algn="ctr">
              <a:lnSpc>
                <a:spcPct val="100000"/>
              </a:lnSpc>
              <a:spcBef>
                <a:spcPts val="0"/>
              </a:spcBef>
              <a:spcAft>
                <a:spcPts val="0"/>
              </a:spcAft>
              <a:buSzPts val="1100"/>
              <a:buNone/>
              <a:defRPr/>
            </a:lvl6pPr>
            <a:lvl7pPr lvl="6" algn="ctr">
              <a:lnSpc>
                <a:spcPct val="100000"/>
              </a:lnSpc>
              <a:spcBef>
                <a:spcPts val="0"/>
              </a:spcBef>
              <a:spcAft>
                <a:spcPts val="0"/>
              </a:spcAft>
              <a:buSzPts val="1100"/>
              <a:buNone/>
              <a:defRPr/>
            </a:lvl7pPr>
            <a:lvl8pPr lvl="7" algn="ctr">
              <a:lnSpc>
                <a:spcPct val="100000"/>
              </a:lnSpc>
              <a:spcBef>
                <a:spcPts val="0"/>
              </a:spcBef>
              <a:spcAft>
                <a:spcPts val="0"/>
              </a:spcAft>
              <a:buSzPts val="1100"/>
              <a:buNone/>
              <a:defRPr/>
            </a:lvl8pPr>
            <a:lvl9pPr lvl="8" algn="ctr">
              <a:lnSpc>
                <a:spcPct val="100000"/>
              </a:lnSpc>
              <a:spcBef>
                <a:spcPts val="0"/>
              </a:spcBef>
              <a:spcAft>
                <a:spcPts val="0"/>
              </a:spcAft>
              <a:buSzPts val="1100"/>
              <a:buNone/>
              <a:defRPr/>
            </a:lvl9pPr>
          </a:lstStyle>
          <a:p/>
        </p:txBody>
      </p:sp>
      <p:sp>
        <p:nvSpPr>
          <p:cNvPr id="133" name="Google Shape;133;p26"/>
          <p:cNvSpPr txBox="1"/>
          <p:nvPr>
            <p:ph idx="1" type="subTitle"/>
          </p:nvPr>
        </p:nvSpPr>
        <p:spPr>
          <a:xfrm>
            <a:off x="1371600" y="2914650"/>
            <a:ext cx="6400800" cy="1314450"/>
          </a:xfrm>
          <a:prstGeom prst="rect">
            <a:avLst/>
          </a:prstGeom>
          <a:noFill/>
          <a:ln>
            <a:noFill/>
          </a:ln>
        </p:spPr>
        <p:txBody>
          <a:bodyPr anchorCtr="0" anchor="t" bIns="34275" lIns="68575" spcFirstLastPara="1" rIns="68575" wrap="square" tIns="34275">
            <a:noAutofit/>
          </a:bodyPr>
          <a:lstStyle>
            <a:lvl1pPr lvl="0" algn="ctr">
              <a:lnSpc>
                <a:spcPct val="100000"/>
              </a:lnSpc>
              <a:spcBef>
                <a:spcPts val="500"/>
              </a:spcBef>
              <a:spcAft>
                <a:spcPts val="0"/>
              </a:spcAft>
              <a:buClr>
                <a:srgbClr val="888888"/>
              </a:buClr>
              <a:buSzPts val="2400"/>
              <a:buNone/>
              <a:defRPr>
                <a:solidFill>
                  <a:srgbClr val="888888"/>
                </a:solidFill>
              </a:defRPr>
            </a:lvl1pPr>
            <a:lvl2pPr lvl="1" algn="ctr">
              <a:lnSpc>
                <a:spcPct val="100000"/>
              </a:lnSpc>
              <a:spcBef>
                <a:spcPts val="400"/>
              </a:spcBef>
              <a:spcAft>
                <a:spcPts val="0"/>
              </a:spcAft>
              <a:buClr>
                <a:srgbClr val="888888"/>
              </a:buClr>
              <a:buSzPts val="2100"/>
              <a:buNone/>
              <a:defRPr>
                <a:solidFill>
                  <a:srgbClr val="888888"/>
                </a:solidFill>
              </a:defRPr>
            </a:lvl2pPr>
            <a:lvl3pPr lvl="2" algn="ctr">
              <a:lnSpc>
                <a:spcPct val="100000"/>
              </a:lnSpc>
              <a:spcBef>
                <a:spcPts val="400"/>
              </a:spcBef>
              <a:spcAft>
                <a:spcPts val="0"/>
              </a:spcAft>
              <a:buClr>
                <a:srgbClr val="888888"/>
              </a:buClr>
              <a:buSzPts val="1800"/>
              <a:buNone/>
              <a:defRPr>
                <a:solidFill>
                  <a:srgbClr val="888888"/>
                </a:solidFill>
              </a:defRPr>
            </a:lvl3pPr>
            <a:lvl4pPr lvl="3" algn="ctr">
              <a:lnSpc>
                <a:spcPct val="100000"/>
              </a:lnSpc>
              <a:spcBef>
                <a:spcPts val="300"/>
              </a:spcBef>
              <a:spcAft>
                <a:spcPts val="0"/>
              </a:spcAft>
              <a:buClr>
                <a:srgbClr val="888888"/>
              </a:buClr>
              <a:buSzPts val="1500"/>
              <a:buNone/>
              <a:defRPr>
                <a:solidFill>
                  <a:srgbClr val="888888"/>
                </a:solidFill>
              </a:defRPr>
            </a:lvl4pPr>
            <a:lvl5pPr lvl="4" algn="ctr">
              <a:lnSpc>
                <a:spcPct val="100000"/>
              </a:lnSpc>
              <a:spcBef>
                <a:spcPts val="300"/>
              </a:spcBef>
              <a:spcAft>
                <a:spcPts val="0"/>
              </a:spcAft>
              <a:buClr>
                <a:srgbClr val="888888"/>
              </a:buClr>
              <a:buSzPts val="1500"/>
              <a:buNone/>
              <a:defRPr>
                <a:solidFill>
                  <a:srgbClr val="888888"/>
                </a:solidFill>
              </a:defRPr>
            </a:lvl5pPr>
            <a:lvl6pPr lvl="5" algn="ctr">
              <a:lnSpc>
                <a:spcPct val="100000"/>
              </a:lnSpc>
              <a:spcBef>
                <a:spcPts val="300"/>
              </a:spcBef>
              <a:spcAft>
                <a:spcPts val="0"/>
              </a:spcAft>
              <a:buClr>
                <a:srgbClr val="888888"/>
              </a:buClr>
              <a:buSzPts val="1500"/>
              <a:buNone/>
              <a:defRPr>
                <a:solidFill>
                  <a:srgbClr val="888888"/>
                </a:solidFill>
              </a:defRPr>
            </a:lvl6pPr>
            <a:lvl7pPr lvl="6" algn="ctr">
              <a:lnSpc>
                <a:spcPct val="100000"/>
              </a:lnSpc>
              <a:spcBef>
                <a:spcPts val="300"/>
              </a:spcBef>
              <a:spcAft>
                <a:spcPts val="0"/>
              </a:spcAft>
              <a:buClr>
                <a:srgbClr val="888888"/>
              </a:buClr>
              <a:buSzPts val="1500"/>
              <a:buNone/>
              <a:defRPr>
                <a:solidFill>
                  <a:srgbClr val="888888"/>
                </a:solidFill>
              </a:defRPr>
            </a:lvl7pPr>
            <a:lvl8pPr lvl="7" algn="ctr">
              <a:lnSpc>
                <a:spcPct val="100000"/>
              </a:lnSpc>
              <a:spcBef>
                <a:spcPts val="300"/>
              </a:spcBef>
              <a:spcAft>
                <a:spcPts val="0"/>
              </a:spcAft>
              <a:buClr>
                <a:srgbClr val="888888"/>
              </a:buClr>
              <a:buSzPts val="1500"/>
              <a:buNone/>
              <a:defRPr>
                <a:solidFill>
                  <a:srgbClr val="888888"/>
                </a:solidFill>
              </a:defRPr>
            </a:lvl8pPr>
            <a:lvl9pPr lvl="8" algn="ctr">
              <a:lnSpc>
                <a:spcPct val="100000"/>
              </a:lnSpc>
              <a:spcBef>
                <a:spcPts val="300"/>
              </a:spcBef>
              <a:spcAft>
                <a:spcPts val="0"/>
              </a:spcAft>
              <a:buClr>
                <a:srgbClr val="888888"/>
              </a:buClr>
              <a:buSzPts val="1500"/>
              <a:buNone/>
              <a:defRPr>
                <a:solidFill>
                  <a:srgbClr val="888888"/>
                </a:solidFill>
              </a:defRPr>
            </a:lvl9pPr>
          </a:lstStyle>
          <a:p/>
        </p:txBody>
      </p:sp>
      <p:sp>
        <p:nvSpPr>
          <p:cNvPr id="134" name="Google Shape;134;p26"/>
          <p:cNvSpPr txBox="1"/>
          <p:nvPr>
            <p:ph idx="10" type="dt"/>
          </p:nvPr>
        </p:nvSpPr>
        <p:spPr>
          <a:xfrm>
            <a:off x="457200" y="4767265"/>
            <a:ext cx="2133600" cy="273844"/>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35" name="Google Shape;135;p26"/>
          <p:cNvSpPr txBox="1"/>
          <p:nvPr>
            <p:ph idx="11" type="ftr"/>
          </p:nvPr>
        </p:nvSpPr>
        <p:spPr>
          <a:xfrm>
            <a:off x="3124200" y="4767265"/>
            <a:ext cx="2895600" cy="273844"/>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36" name="Google Shape;136;p26"/>
          <p:cNvSpPr txBox="1"/>
          <p:nvPr>
            <p:ph idx="12" type="sldNum"/>
          </p:nvPr>
        </p:nvSpPr>
        <p:spPr>
          <a:xfrm>
            <a:off x="6553200" y="4767265"/>
            <a:ext cx="2133600" cy="273844"/>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37" name="Shape 137"/>
        <p:cNvGrpSpPr/>
        <p:nvPr/>
      </p:nvGrpSpPr>
      <p:grpSpPr>
        <a:xfrm>
          <a:off x="0" y="0"/>
          <a:ext cx="0" cy="0"/>
          <a:chOff x="0" y="0"/>
          <a:chExt cx="0" cy="0"/>
        </a:xfrm>
      </p:grpSpPr>
      <p:sp>
        <p:nvSpPr>
          <p:cNvPr id="138" name="Google Shape;138;p27"/>
          <p:cNvSpPr txBox="1"/>
          <p:nvPr>
            <p:ph type="title"/>
          </p:nvPr>
        </p:nvSpPr>
        <p:spPr>
          <a:xfrm>
            <a:off x="457200" y="-35719"/>
            <a:ext cx="8229600" cy="85725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ctr">
              <a:lnSpc>
                <a:spcPct val="100000"/>
              </a:lnSpc>
              <a:spcBef>
                <a:spcPts val="0"/>
              </a:spcBef>
              <a:spcAft>
                <a:spcPts val="0"/>
              </a:spcAft>
              <a:buSzPts val="1100"/>
              <a:buNone/>
              <a:defRPr/>
            </a:lvl2pPr>
            <a:lvl3pPr lvl="2" algn="ctr">
              <a:lnSpc>
                <a:spcPct val="100000"/>
              </a:lnSpc>
              <a:spcBef>
                <a:spcPts val="0"/>
              </a:spcBef>
              <a:spcAft>
                <a:spcPts val="0"/>
              </a:spcAft>
              <a:buSzPts val="1100"/>
              <a:buNone/>
              <a:defRPr/>
            </a:lvl3pPr>
            <a:lvl4pPr lvl="3" algn="ctr">
              <a:lnSpc>
                <a:spcPct val="100000"/>
              </a:lnSpc>
              <a:spcBef>
                <a:spcPts val="0"/>
              </a:spcBef>
              <a:spcAft>
                <a:spcPts val="0"/>
              </a:spcAft>
              <a:buSzPts val="1100"/>
              <a:buNone/>
              <a:defRPr/>
            </a:lvl4pPr>
            <a:lvl5pPr lvl="4" algn="ctr">
              <a:lnSpc>
                <a:spcPct val="100000"/>
              </a:lnSpc>
              <a:spcBef>
                <a:spcPts val="0"/>
              </a:spcBef>
              <a:spcAft>
                <a:spcPts val="0"/>
              </a:spcAft>
              <a:buSzPts val="1100"/>
              <a:buNone/>
              <a:defRPr/>
            </a:lvl5pPr>
            <a:lvl6pPr lvl="5" algn="ctr">
              <a:lnSpc>
                <a:spcPct val="100000"/>
              </a:lnSpc>
              <a:spcBef>
                <a:spcPts val="0"/>
              </a:spcBef>
              <a:spcAft>
                <a:spcPts val="0"/>
              </a:spcAft>
              <a:buSzPts val="1100"/>
              <a:buNone/>
              <a:defRPr/>
            </a:lvl6pPr>
            <a:lvl7pPr lvl="6" algn="ctr">
              <a:lnSpc>
                <a:spcPct val="100000"/>
              </a:lnSpc>
              <a:spcBef>
                <a:spcPts val="0"/>
              </a:spcBef>
              <a:spcAft>
                <a:spcPts val="0"/>
              </a:spcAft>
              <a:buSzPts val="1100"/>
              <a:buNone/>
              <a:defRPr/>
            </a:lvl7pPr>
            <a:lvl8pPr lvl="7" algn="ctr">
              <a:lnSpc>
                <a:spcPct val="100000"/>
              </a:lnSpc>
              <a:spcBef>
                <a:spcPts val="0"/>
              </a:spcBef>
              <a:spcAft>
                <a:spcPts val="0"/>
              </a:spcAft>
              <a:buSzPts val="1100"/>
              <a:buNone/>
              <a:defRPr/>
            </a:lvl8pPr>
            <a:lvl9pPr lvl="8" algn="ctr">
              <a:lnSpc>
                <a:spcPct val="100000"/>
              </a:lnSpc>
              <a:spcBef>
                <a:spcPts val="0"/>
              </a:spcBef>
              <a:spcAft>
                <a:spcPts val="0"/>
              </a:spcAft>
              <a:buSzPts val="1100"/>
              <a:buNone/>
              <a:defRPr/>
            </a:lvl9pPr>
          </a:lstStyle>
          <a:p/>
        </p:txBody>
      </p:sp>
      <p:sp>
        <p:nvSpPr>
          <p:cNvPr id="139" name="Google Shape;139;p27"/>
          <p:cNvSpPr txBox="1"/>
          <p:nvPr>
            <p:ph idx="1" type="body"/>
          </p:nvPr>
        </p:nvSpPr>
        <p:spPr>
          <a:xfrm>
            <a:off x="457200" y="821531"/>
            <a:ext cx="8229600" cy="3773091"/>
          </a:xfrm>
          <a:prstGeom prst="rect">
            <a:avLst/>
          </a:prstGeom>
          <a:noFill/>
          <a:ln>
            <a:noFill/>
          </a:ln>
        </p:spPr>
        <p:txBody>
          <a:bodyPr anchorCtr="0" anchor="t" bIns="34275" lIns="68575" spcFirstLastPara="1" rIns="68575" wrap="square" tIns="34275">
            <a:noAutofit/>
          </a:bodyPr>
          <a:lstStyle>
            <a:lvl1pPr indent="-317500" lvl="0" marL="457200" algn="l">
              <a:lnSpc>
                <a:spcPct val="100000"/>
              </a:lnSpc>
              <a:spcBef>
                <a:spcPts val="300"/>
              </a:spcBef>
              <a:spcAft>
                <a:spcPts val="0"/>
              </a:spcAft>
              <a:buClr>
                <a:schemeClr val="dk1"/>
              </a:buClr>
              <a:buSzPts val="1400"/>
              <a:buChar char="•"/>
              <a:defRPr/>
            </a:lvl1pPr>
            <a:lvl2pPr indent="-317500" lvl="1" marL="914400" algn="l">
              <a:lnSpc>
                <a:spcPct val="100000"/>
              </a:lnSpc>
              <a:spcBef>
                <a:spcPts val="300"/>
              </a:spcBef>
              <a:spcAft>
                <a:spcPts val="0"/>
              </a:spcAft>
              <a:buClr>
                <a:schemeClr val="dk1"/>
              </a:buClr>
              <a:buSzPts val="1400"/>
              <a:buChar char="–"/>
              <a:defRPr/>
            </a:lvl2pPr>
            <a:lvl3pPr indent="-317500" lvl="2" marL="1371600" algn="l">
              <a:lnSpc>
                <a:spcPct val="100000"/>
              </a:lnSpc>
              <a:spcBef>
                <a:spcPts val="300"/>
              </a:spcBef>
              <a:spcAft>
                <a:spcPts val="0"/>
              </a:spcAft>
              <a:buClr>
                <a:schemeClr val="dk1"/>
              </a:buClr>
              <a:buSzPts val="1400"/>
              <a:buChar char="•"/>
              <a:defRPr/>
            </a:lvl3pPr>
            <a:lvl4pPr indent="-317500" lvl="3" marL="1828800" algn="l">
              <a:lnSpc>
                <a:spcPct val="100000"/>
              </a:lnSpc>
              <a:spcBef>
                <a:spcPts val="300"/>
              </a:spcBef>
              <a:spcAft>
                <a:spcPts val="0"/>
              </a:spcAft>
              <a:buClr>
                <a:schemeClr val="dk1"/>
              </a:buClr>
              <a:buSzPts val="1400"/>
              <a:buChar char="–"/>
              <a:defRPr/>
            </a:lvl4pPr>
            <a:lvl5pPr indent="-317500" lvl="4" marL="2286000" algn="l">
              <a:lnSpc>
                <a:spcPct val="100000"/>
              </a:lnSpc>
              <a:spcBef>
                <a:spcPts val="300"/>
              </a:spcBef>
              <a:spcAft>
                <a:spcPts val="0"/>
              </a:spcAft>
              <a:buClr>
                <a:schemeClr val="dk1"/>
              </a:buClr>
              <a:buSzPts val="1400"/>
              <a:buChar char="»"/>
              <a:defRPr/>
            </a:lvl5pPr>
            <a:lvl6pPr indent="-317500" lvl="5" marL="2743200" algn="l">
              <a:lnSpc>
                <a:spcPct val="100000"/>
              </a:lnSpc>
              <a:spcBef>
                <a:spcPts val="300"/>
              </a:spcBef>
              <a:spcAft>
                <a:spcPts val="0"/>
              </a:spcAft>
              <a:buClr>
                <a:schemeClr val="dk1"/>
              </a:buClr>
              <a:buSzPts val="1400"/>
              <a:buChar char="•"/>
              <a:defRPr/>
            </a:lvl6pPr>
            <a:lvl7pPr indent="-317500" lvl="6" marL="3200400" algn="l">
              <a:lnSpc>
                <a:spcPct val="100000"/>
              </a:lnSpc>
              <a:spcBef>
                <a:spcPts val="300"/>
              </a:spcBef>
              <a:spcAft>
                <a:spcPts val="0"/>
              </a:spcAft>
              <a:buClr>
                <a:schemeClr val="dk1"/>
              </a:buClr>
              <a:buSzPts val="1400"/>
              <a:buChar char="•"/>
              <a:defRPr/>
            </a:lvl7pPr>
            <a:lvl8pPr indent="-317500" lvl="7" marL="3657600" algn="l">
              <a:lnSpc>
                <a:spcPct val="100000"/>
              </a:lnSpc>
              <a:spcBef>
                <a:spcPts val="300"/>
              </a:spcBef>
              <a:spcAft>
                <a:spcPts val="0"/>
              </a:spcAft>
              <a:buClr>
                <a:schemeClr val="dk1"/>
              </a:buClr>
              <a:buSzPts val="1400"/>
              <a:buChar char="•"/>
              <a:defRPr/>
            </a:lvl8pPr>
            <a:lvl9pPr indent="-317500" lvl="8" marL="4114800" algn="l">
              <a:lnSpc>
                <a:spcPct val="100000"/>
              </a:lnSpc>
              <a:spcBef>
                <a:spcPts val="300"/>
              </a:spcBef>
              <a:spcAft>
                <a:spcPts val="0"/>
              </a:spcAft>
              <a:buClr>
                <a:schemeClr val="dk1"/>
              </a:buClr>
              <a:buSzPts val="1400"/>
              <a:buChar char="•"/>
              <a:defRPr/>
            </a:lvl9pPr>
          </a:lstStyle>
          <a:p/>
        </p:txBody>
      </p:sp>
      <p:sp>
        <p:nvSpPr>
          <p:cNvPr id="140" name="Google Shape;140;p27"/>
          <p:cNvSpPr txBox="1"/>
          <p:nvPr>
            <p:ph idx="10" type="dt"/>
          </p:nvPr>
        </p:nvSpPr>
        <p:spPr>
          <a:xfrm>
            <a:off x="457200" y="4767265"/>
            <a:ext cx="2133600" cy="273844"/>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41" name="Google Shape;141;p27"/>
          <p:cNvSpPr txBox="1"/>
          <p:nvPr>
            <p:ph idx="11" type="ftr"/>
          </p:nvPr>
        </p:nvSpPr>
        <p:spPr>
          <a:xfrm>
            <a:off x="3124200" y="4767265"/>
            <a:ext cx="2895600" cy="273844"/>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42" name="Google Shape;142;p27"/>
          <p:cNvSpPr txBox="1"/>
          <p:nvPr>
            <p:ph idx="12" type="sldNum"/>
          </p:nvPr>
        </p:nvSpPr>
        <p:spPr>
          <a:xfrm>
            <a:off x="6553200" y="4767265"/>
            <a:ext cx="2133600" cy="273844"/>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43" name="Shape 143"/>
        <p:cNvGrpSpPr/>
        <p:nvPr/>
      </p:nvGrpSpPr>
      <p:grpSpPr>
        <a:xfrm>
          <a:off x="0" y="0"/>
          <a:ext cx="0" cy="0"/>
          <a:chOff x="0" y="0"/>
          <a:chExt cx="0" cy="0"/>
        </a:xfrm>
      </p:grpSpPr>
      <p:sp>
        <p:nvSpPr>
          <p:cNvPr id="144" name="Google Shape;144;p28"/>
          <p:cNvSpPr txBox="1"/>
          <p:nvPr>
            <p:ph type="title"/>
          </p:nvPr>
        </p:nvSpPr>
        <p:spPr>
          <a:xfrm>
            <a:off x="722313" y="3305177"/>
            <a:ext cx="7772400" cy="1021556"/>
          </a:xfrm>
          <a:prstGeom prst="rect">
            <a:avLst/>
          </a:prstGeom>
          <a:noFill/>
          <a:ln>
            <a:noFill/>
          </a:ln>
        </p:spPr>
        <p:txBody>
          <a:bodyPr anchorCtr="0" anchor="t" bIns="34275" lIns="68575" spcFirstLastPara="1" rIns="68575" wrap="square" tIns="34275">
            <a:noAutofit/>
          </a:bodyPr>
          <a:lstStyle>
            <a:lvl1pPr lvl="0" algn="l">
              <a:lnSpc>
                <a:spcPct val="100000"/>
              </a:lnSpc>
              <a:spcBef>
                <a:spcPts val="0"/>
              </a:spcBef>
              <a:spcAft>
                <a:spcPts val="0"/>
              </a:spcAft>
              <a:buSzPts val="1100"/>
              <a:buNone/>
              <a:defRPr b="1" sz="3000" cap="none"/>
            </a:lvl1pPr>
            <a:lvl2pPr lvl="1" algn="ctr">
              <a:lnSpc>
                <a:spcPct val="100000"/>
              </a:lnSpc>
              <a:spcBef>
                <a:spcPts val="0"/>
              </a:spcBef>
              <a:spcAft>
                <a:spcPts val="0"/>
              </a:spcAft>
              <a:buSzPts val="1100"/>
              <a:buNone/>
              <a:defRPr/>
            </a:lvl2pPr>
            <a:lvl3pPr lvl="2" algn="ctr">
              <a:lnSpc>
                <a:spcPct val="100000"/>
              </a:lnSpc>
              <a:spcBef>
                <a:spcPts val="0"/>
              </a:spcBef>
              <a:spcAft>
                <a:spcPts val="0"/>
              </a:spcAft>
              <a:buSzPts val="1100"/>
              <a:buNone/>
              <a:defRPr/>
            </a:lvl3pPr>
            <a:lvl4pPr lvl="3" algn="ctr">
              <a:lnSpc>
                <a:spcPct val="100000"/>
              </a:lnSpc>
              <a:spcBef>
                <a:spcPts val="0"/>
              </a:spcBef>
              <a:spcAft>
                <a:spcPts val="0"/>
              </a:spcAft>
              <a:buSzPts val="1100"/>
              <a:buNone/>
              <a:defRPr/>
            </a:lvl4pPr>
            <a:lvl5pPr lvl="4" algn="ctr">
              <a:lnSpc>
                <a:spcPct val="100000"/>
              </a:lnSpc>
              <a:spcBef>
                <a:spcPts val="0"/>
              </a:spcBef>
              <a:spcAft>
                <a:spcPts val="0"/>
              </a:spcAft>
              <a:buSzPts val="1100"/>
              <a:buNone/>
              <a:defRPr/>
            </a:lvl5pPr>
            <a:lvl6pPr lvl="5" algn="ctr">
              <a:lnSpc>
                <a:spcPct val="100000"/>
              </a:lnSpc>
              <a:spcBef>
                <a:spcPts val="0"/>
              </a:spcBef>
              <a:spcAft>
                <a:spcPts val="0"/>
              </a:spcAft>
              <a:buSzPts val="1100"/>
              <a:buNone/>
              <a:defRPr/>
            </a:lvl6pPr>
            <a:lvl7pPr lvl="6" algn="ctr">
              <a:lnSpc>
                <a:spcPct val="100000"/>
              </a:lnSpc>
              <a:spcBef>
                <a:spcPts val="0"/>
              </a:spcBef>
              <a:spcAft>
                <a:spcPts val="0"/>
              </a:spcAft>
              <a:buSzPts val="1100"/>
              <a:buNone/>
              <a:defRPr/>
            </a:lvl7pPr>
            <a:lvl8pPr lvl="7" algn="ctr">
              <a:lnSpc>
                <a:spcPct val="100000"/>
              </a:lnSpc>
              <a:spcBef>
                <a:spcPts val="0"/>
              </a:spcBef>
              <a:spcAft>
                <a:spcPts val="0"/>
              </a:spcAft>
              <a:buSzPts val="1100"/>
              <a:buNone/>
              <a:defRPr/>
            </a:lvl8pPr>
            <a:lvl9pPr lvl="8" algn="ctr">
              <a:lnSpc>
                <a:spcPct val="100000"/>
              </a:lnSpc>
              <a:spcBef>
                <a:spcPts val="0"/>
              </a:spcBef>
              <a:spcAft>
                <a:spcPts val="0"/>
              </a:spcAft>
              <a:buSzPts val="1100"/>
              <a:buNone/>
              <a:defRPr/>
            </a:lvl9pPr>
          </a:lstStyle>
          <a:p/>
        </p:txBody>
      </p:sp>
      <p:sp>
        <p:nvSpPr>
          <p:cNvPr id="145" name="Google Shape;145;p28"/>
          <p:cNvSpPr txBox="1"/>
          <p:nvPr>
            <p:ph idx="1" type="body"/>
          </p:nvPr>
        </p:nvSpPr>
        <p:spPr>
          <a:xfrm>
            <a:off x="722313" y="2180035"/>
            <a:ext cx="7772400" cy="1125140"/>
          </a:xfrm>
          <a:prstGeom prst="rect">
            <a:avLst/>
          </a:prstGeom>
          <a:noFill/>
          <a:ln>
            <a:noFill/>
          </a:ln>
        </p:spPr>
        <p:txBody>
          <a:bodyPr anchorCtr="0" anchor="b" bIns="34275" lIns="68575" spcFirstLastPara="1" rIns="68575" wrap="square" tIns="34275">
            <a:noAutofit/>
          </a:bodyPr>
          <a:lstStyle>
            <a:lvl1pPr indent="-228600" lvl="0" marL="457200" algn="l">
              <a:lnSpc>
                <a:spcPct val="100000"/>
              </a:lnSpc>
              <a:spcBef>
                <a:spcPts val="300"/>
              </a:spcBef>
              <a:spcAft>
                <a:spcPts val="0"/>
              </a:spcAft>
              <a:buClr>
                <a:srgbClr val="888888"/>
              </a:buClr>
              <a:buSzPts val="1500"/>
              <a:buNone/>
              <a:defRPr sz="1500">
                <a:solidFill>
                  <a:srgbClr val="888888"/>
                </a:solidFill>
              </a:defRPr>
            </a:lvl1pPr>
            <a:lvl2pPr indent="-228600" lvl="1" marL="914400" algn="l">
              <a:lnSpc>
                <a:spcPct val="100000"/>
              </a:lnSpc>
              <a:spcBef>
                <a:spcPts val="300"/>
              </a:spcBef>
              <a:spcAft>
                <a:spcPts val="0"/>
              </a:spcAft>
              <a:buClr>
                <a:srgbClr val="888888"/>
              </a:buClr>
              <a:buSzPts val="1400"/>
              <a:buNone/>
              <a:defRPr sz="1400">
                <a:solidFill>
                  <a:srgbClr val="888888"/>
                </a:solidFill>
              </a:defRPr>
            </a:lvl2pPr>
            <a:lvl3pPr indent="-228600" lvl="2" marL="1371600" algn="l">
              <a:lnSpc>
                <a:spcPct val="100000"/>
              </a:lnSpc>
              <a:spcBef>
                <a:spcPts val="200"/>
              </a:spcBef>
              <a:spcAft>
                <a:spcPts val="0"/>
              </a:spcAft>
              <a:buClr>
                <a:srgbClr val="888888"/>
              </a:buClr>
              <a:buSzPts val="1200"/>
              <a:buNone/>
              <a:defRPr sz="1200">
                <a:solidFill>
                  <a:srgbClr val="888888"/>
                </a:solidFill>
              </a:defRPr>
            </a:lvl3pPr>
            <a:lvl4pPr indent="-228600" lvl="3" marL="1828800" algn="l">
              <a:lnSpc>
                <a:spcPct val="100000"/>
              </a:lnSpc>
              <a:spcBef>
                <a:spcPts val="200"/>
              </a:spcBef>
              <a:spcAft>
                <a:spcPts val="0"/>
              </a:spcAft>
              <a:buClr>
                <a:srgbClr val="888888"/>
              </a:buClr>
              <a:buSzPts val="1100"/>
              <a:buNone/>
              <a:defRPr sz="1100">
                <a:solidFill>
                  <a:srgbClr val="888888"/>
                </a:solidFill>
              </a:defRPr>
            </a:lvl4pPr>
            <a:lvl5pPr indent="-228600" lvl="4" marL="2286000" algn="l">
              <a:lnSpc>
                <a:spcPct val="100000"/>
              </a:lnSpc>
              <a:spcBef>
                <a:spcPts val="200"/>
              </a:spcBef>
              <a:spcAft>
                <a:spcPts val="0"/>
              </a:spcAft>
              <a:buClr>
                <a:srgbClr val="888888"/>
              </a:buClr>
              <a:buSzPts val="1100"/>
              <a:buNone/>
              <a:defRPr sz="1100">
                <a:solidFill>
                  <a:srgbClr val="888888"/>
                </a:solidFill>
              </a:defRPr>
            </a:lvl5pPr>
            <a:lvl6pPr indent="-228600" lvl="5" marL="2743200" algn="l">
              <a:lnSpc>
                <a:spcPct val="100000"/>
              </a:lnSpc>
              <a:spcBef>
                <a:spcPts val="200"/>
              </a:spcBef>
              <a:spcAft>
                <a:spcPts val="0"/>
              </a:spcAft>
              <a:buClr>
                <a:srgbClr val="888888"/>
              </a:buClr>
              <a:buSzPts val="1100"/>
              <a:buNone/>
              <a:defRPr sz="1100">
                <a:solidFill>
                  <a:srgbClr val="888888"/>
                </a:solidFill>
              </a:defRPr>
            </a:lvl6pPr>
            <a:lvl7pPr indent="-228600" lvl="6" marL="3200400" algn="l">
              <a:lnSpc>
                <a:spcPct val="100000"/>
              </a:lnSpc>
              <a:spcBef>
                <a:spcPts val="200"/>
              </a:spcBef>
              <a:spcAft>
                <a:spcPts val="0"/>
              </a:spcAft>
              <a:buClr>
                <a:srgbClr val="888888"/>
              </a:buClr>
              <a:buSzPts val="1100"/>
              <a:buNone/>
              <a:defRPr sz="1100">
                <a:solidFill>
                  <a:srgbClr val="888888"/>
                </a:solidFill>
              </a:defRPr>
            </a:lvl7pPr>
            <a:lvl8pPr indent="-228600" lvl="7" marL="3657600" algn="l">
              <a:lnSpc>
                <a:spcPct val="100000"/>
              </a:lnSpc>
              <a:spcBef>
                <a:spcPts val="200"/>
              </a:spcBef>
              <a:spcAft>
                <a:spcPts val="0"/>
              </a:spcAft>
              <a:buClr>
                <a:srgbClr val="888888"/>
              </a:buClr>
              <a:buSzPts val="1100"/>
              <a:buNone/>
              <a:defRPr sz="1100">
                <a:solidFill>
                  <a:srgbClr val="888888"/>
                </a:solidFill>
              </a:defRPr>
            </a:lvl8pPr>
            <a:lvl9pPr indent="-228600" lvl="8" marL="4114800" algn="l">
              <a:lnSpc>
                <a:spcPct val="100000"/>
              </a:lnSpc>
              <a:spcBef>
                <a:spcPts val="200"/>
              </a:spcBef>
              <a:spcAft>
                <a:spcPts val="0"/>
              </a:spcAft>
              <a:buClr>
                <a:srgbClr val="888888"/>
              </a:buClr>
              <a:buSzPts val="1100"/>
              <a:buNone/>
              <a:defRPr sz="1100">
                <a:solidFill>
                  <a:srgbClr val="888888"/>
                </a:solidFill>
              </a:defRPr>
            </a:lvl9pPr>
          </a:lstStyle>
          <a:p/>
        </p:txBody>
      </p:sp>
      <p:sp>
        <p:nvSpPr>
          <p:cNvPr id="146" name="Google Shape;146;p28"/>
          <p:cNvSpPr txBox="1"/>
          <p:nvPr>
            <p:ph idx="10" type="dt"/>
          </p:nvPr>
        </p:nvSpPr>
        <p:spPr>
          <a:xfrm>
            <a:off x="457200" y="4767265"/>
            <a:ext cx="2133600" cy="273844"/>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47" name="Google Shape;147;p28"/>
          <p:cNvSpPr txBox="1"/>
          <p:nvPr>
            <p:ph idx="11" type="ftr"/>
          </p:nvPr>
        </p:nvSpPr>
        <p:spPr>
          <a:xfrm>
            <a:off x="3124200" y="4767265"/>
            <a:ext cx="2895600" cy="273844"/>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48" name="Google Shape;148;p28"/>
          <p:cNvSpPr txBox="1"/>
          <p:nvPr>
            <p:ph idx="12" type="sldNum"/>
          </p:nvPr>
        </p:nvSpPr>
        <p:spPr>
          <a:xfrm>
            <a:off x="6553200" y="4767265"/>
            <a:ext cx="2133600" cy="273844"/>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149" name="Shape 149"/>
        <p:cNvGrpSpPr/>
        <p:nvPr/>
      </p:nvGrpSpPr>
      <p:grpSpPr>
        <a:xfrm>
          <a:off x="0" y="0"/>
          <a:ext cx="0" cy="0"/>
          <a:chOff x="0" y="0"/>
          <a:chExt cx="0" cy="0"/>
        </a:xfrm>
      </p:grpSpPr>
      <p:sp>
        <p:nvSpPr>
          <p:cNvPr id="150" name="Google Shape;150;p29"/>
          <p:cNvSpPr txBox="1"/>
          <p:nvPr>
            <p:ph type="title"/>
          </p:nvPr>
        </p:nvSpPr>
        <p:spPr>
          <a:xfrm>
            <a:off x="457200" y="-35719"/>
            <a:ext cx="8229600" cy="85725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ctr">
              <a:lnSpc>
                <a:spcPct val="100000"/>
              </a:lnSpc>
              <a:spcBef>
                <a:spcPts val="0"/>
              </a:spcBef>
              <a:spcAft>
                <a:spcPts val="0"/>
              </a:spcAft>
              <a:buSzPts val="1100"/>
              <a:buNone/>
              <a:defRPr/>
            </a:lvl2pPr>
            <a:lvl3pPr lvl="2" algn="ctr">
              <a:lnSpc>
                <a:spcPct val="100000"/>
              </a:lnSpc>
              <a:spcBef>
                <a:spcPts val="0"/>
              </a:spcBef>
              <a:spcAft>
                <a:spcPts val="0"/>
              </a:spcAft>
              <a:buSzPts val="1100"/>
              <a:buNone/>
              <a:defRPr/>
            </a:lvl3pPr>
            <a:lvl4pPr lvl="3" algn="ctr">
              <a:lnSpc>
                <a:spcPct val="100000"/>
              </a:lnSpc>
              <a:spcBef>
                <a:spcPts val="0"/>
              </a:spcBef>
              <a:spcAft>
                <a:spcPts val="0"/>
              </a:spcAft>
              <a:buSzPts val="1100"/>
              <a:buNone/>
              <a:defRPr/>
            </a:lvl4pPr>
            <a:lvl5pPr lvl="4" algn="ctr">
              <a:lnSpc>
                <a:spcPct val="100000"/>
              </a:lnSpc>
              <a:spcBef>
                <a:spcPts val="0"/>
              </a:spcBef>
              <a:spcAft>
                <a:spcPts val="0"/>
              </a:spcAft>
              <a:buSzPts val="1100"/>
              <a:buNone/>
              <a:defRPr/>
            </a:lvl5pPr>
            <a:lvl6pPr lvl="5" algn="ctr">
              <a:lnSpc>
                <a:spcPct val="100000"/>
              </a:lnSpc>
              <a:spcBef>
                <a:spcPts val="0"/>
              </a:spcBef>
              <a:spcAft>
                <a:spcPts val="0"/>
              </a:spcAft>
              <a:buSzPts val="1100"/>
              <a:buNone/>
              <a:defRPr/>
            </a:lvl6pPr>
            <a:lvl7pPr lvl="6" algn="ctr">
              <a:lnSpc>
                <a:spcPct val="100000"/>
              </a:lnSpc>
              <a:spcBef>
                <a:spcPts val="0"/>
              </a:spcBef>
              <a:spcAft>
                <a:spcPts val="0"/>
              </a:spcAft>
              <a:buSzPts val="1100"/>
              <a:buNone/>
              <a:defRPr/>
            </a:lvl7pPr>
            <a:lvl8pPr lvl="7" algn="ctr">
              <a:lnSpc>
                <a:spcPct val="100000"/>
              </a:lnSpc>
              <a:spcBef>
                <a:spcPts val="0"/>
              </a:spcBef>
              <a:spcAft>
                <a:spcPts val="0"/>
              </a:spcAft>
              <a:buSzPts val="1100"/>
              <a:buNone/>
              <a:defRPr/>
            </a:lvl8pPr>
            <a:lvl9pPr lvl="8" algn="ctr">
              <a:lnSpc>
                <a:spcPct val="100000"/>
              </a:lnSpc>
              <a:spcBef>
                <a:spcPts val="0"/>
              </a:spcBef>
              <a:spcAft>
                <a:spcPts val="0"/>
              </a:spcAft>
              <a:buSzPts val="1100"/>
              <a:buNone/>
              <a:defRPr/>
            </a:lvl9pPr>
          </a:lstStyle>
          <a:p/>
        </p:txBody>
      </p:sp>
      <p:sp>
        <p:nvSpPr>
          <p:cNvPr id="151" name="Google Shape;151;p29"/>
          <p:cNvSpPr txBox="1"/>
          <p:nvPr>
            <p:ph idx="1" type="body"/>
          </p:nvPr>
        </p:nvSpPr>
        <p:spPr>
          <a:xfrm>
            <a:off x="457200" y="1200152"/>
            <a:ext cx="4038600" cy="3394472"/>
          </a:xfrm>
          <a:prstGeom prst="rect">
            <a:avLst/>
          </a:prstGeom>
          <a:noFill/>
          <a:ln>
            <a:noFill/>
          </a:ln>
        </p:spPr>
        <p:txBody>
          <a:bodyPr anchorCtr="0" anchor="t" bIns="34275" lIns="68575" spcFirstLastPara="1" rIns="68575" wrap="square" tIns="34275">
            <a:noAutofit/>
          </a:bodyPr>
          <a:lstStyle>
            <a:lvl1pPr indent="-361950" lvl="0" marL="457200" algn="l">
              <a:lnSpc>
                <a:spcPct val="100000"/>
              </a:lnSpc>
              <a:spcBef>
                <a:spcPts val="400"/>
              </a:spcBef>
              <a:spcAft>
                <a:spcPts val="0"/>
              </a:spcAft>
              <a:buClr>
                <a:schemeClr val="dk1"/>
              </a:buClr>
              <a:buSzPts val="2100"/>
              <a:buChar char="•"/>
              <a:defRPr sz="2100"/>
            </a:lvl1pPr>
            <a:lvl2pPr indent="-342900" lvl="1" marL="914400" algn="l">
              <a:lnSpc>
                <a:spcPct val="100000"/>
              </a:lnSpc>
              <a:spcBef>
                <a:spcPts val="400"/>
              </a:spcBef>
              <a:spcAft>
                <a:spcPts val="0"/>
              </a:spcAft>
              <a:buClr>
                <a:schemeClr val="dk1"/>
              </a:buClr>
              <a:buSzPts val="1800"/>
              <a:buChar char="–"/>
              <a:defRPr sz="1800"/>
            </a:lvl2pPr>
            <a:lvl3pPr indent="-323850" lvl="2" marL="1371600" algn="l">
              <a:lnSpc>
                <a:spcPct val="100000"/>
              </a:lnSpc>
              <a:spcBef>
                <a:spcPts val="300"/>
              </a:spcBef>
              <a:spcAft>
                <a:spcPts val="0"/>
              </a:spcAft>
              <a:buClr>
                <a:schemeClr val="dk1"/>
              </a:buClr>
              <a:buSzPts val="1500"/>
              <a:buChar char="•"/>
              <a:defRPr sz="1500"/>
            </a:lvl3pPr>
            <a:lvl4pPr indent="-317500" lvl="3" marL="1828800" algn="l">
              <a:lnSpc>
                <a:spcPct val="100000"/>
              </a:lnSpc>
              <a:spcBef>
                <a:spcPts val="300"/>
              </a:spcBef>
              <a:spcAft>
                <a:spcPts val="0"/>
              </a:spcAft>
              <a:buClr>
                <a:schemeClr val="dk1"/>
              </a:buClr>
              <a:buSzPts val="1400"/>
              <a:buChar char="–"/>
              <a:defRPr sz="1400"/>
            </a:lvl4pPr>
            <a:lvl5pPr indent="-317500" lvl="4" marL="2286000" algn="l">
              <a:lnSpc>
                <a:spcPct val="100000"/>
              </a:lnSpc>
              <a:spcBef>
                <a:spcPts val="300"/>
              </a:spcBef>
              <a:spcAft>
                <a:spcPts val="0"/>
              </a:spcAft>
              <a:buClr>
                <a:schemeClr val="dk1"/>
              </a:buClr>
              <a:buSzPts val="1400"/>
              <a:buChar char="»"/>
              <a:defRPr sz="1400"/>
            </a:lvl5pPr>
            <a:lvl6pPr indent="-317500" lvl="5" marL="2743200" algn="l">
              <a:lnSpc>
                <a:spcPct val="100000"/>
              </a:lnSpc>
              <a:spcBef>
                <a:spcPts val="300"/>
              </a:spcBef>
              <a:spcAft>
                <a:spcPts val="0"/>
              </a:spcAft>
              <a:buClr>
                <a:schemeClr val="dk1"/>
              </a:buClr>
              <a:buSzPts val="1400"/>
              <a:buChar char="•"/>
              <a:defRPr sz="1400"/>
            </a:lvl6pPr>
            <a:lvl7pPr indent="-317500" lvl="6" marL="3200400" algn="l">
              <a:lnSpc>
                <a:spcPct val="100000"/>
              </a:lnSpc>
              <a:spcBef>
                <a:spcPts val="300"/>
              </a:spcBef>
              <a:spcAft>
                <a:spcPts val="0"/>
              </a:spcAft>
              <a:buClr>
                <a:schemeClr val="dk1"/>
              </a:buClr>
              <a:buSzPts val="1400"/>
              <a:buChar char="•"/>
              <a:defRPr sz="1400"/>
            </a:lvl7pPr>
            <a:lvl8pPr indent="-317500" lvl="7" marL="3657600" algn="l">
              <a:lnSpc>
                <a:spcPct val="100000"/>
              </a:lnSpc>
              <a:spcBef>
                <a:spcPts val="300"/>
              </a:spcBef>
              <a:spcAft>
                <a:spcPts val="0"/>
              </a:spcAft>
              <a:buClr>
                <a:schemeClr val="dk1"/>
              </a:buClr>
              <a:buSzPts val="1400"/>
              <a:buChar char="•"/>
              <a:defRPr sz="1400"/>
            </a:lvl8pPr>
            <a:lvl9pPr indent="-317500" lvl="8" marL="4114800" algn="l">
              <a:lnSpc>
                <a:spcPct val="100000"/>
              </a:lnSpc>
              <a:spcBef>
                <a:spcPts val="300"/>
              </a:spcBef>
              <a:spcAft>
                <a:spcPts val="0"/>
              </a:spcAft>
              <a:buClr>
                <a:schemeClr val="dk1"/>
              </a:buClr>
              <a:buSzPts val="1400"/>
              <a:buChar char="•"/>
              <a:defRPr sz="1400"/>
            </a:lvl9pPr>
          </a:lstStyle>
          <a:p/>
        </p:txBody>
      </p:sp>
      <p:sp>
        <p:nvSpPr>
          <p:cNvPr id="152" name="Google Shape;152;p29"/>
          <p:cNvSpPr txBox="1"/>
          <p:nvPr>
            <p:ph idx="2" type="body"/>
          </p:nvPr>
        </p:nvSpPr>
        <p:spPr>
          <a:xfrm>
            <a:off x="4648200" y="1200152"/>
            <a:ext cx="4038600" cy="3394472"/>
          </a:xfrm>
          <a:prstGeom prst="rect">
            <a:avLst/>
          </a:prstGeom>
          <a:noFill/>
          <a:ln>
            <a:noFill/>
          </a:ln>
        </p:spPr>
        <p:txBody>
          <a:bodyPr anchorCtr="0" anchor="t" bIns="34275" lIns="68575" spcFirstLastPara="1" rIns="68575" wrap="square" tIns="34275">
            <a:noAutofit/>
          </a:bodyPr>
          <a:lstStyle>
            <a:lvl1pPr indent="-361950" lvl="0" marL="457200" algn="l">
              <a:lnSpc>
                <a:spcPct val="100000"/>
              </a:lnSpc>
              <a:spcBef>
                <a:spcPts val="400"/>
              </a:spcBef>
              <a:spcAft>
                <a:spcPts val="0"/>
              </a:spcAft>
              <a:buClr>
                <a:schemeClr val="dk1"/>
              </a:buClr>
              <a:buSzPts val="2100"/>
              <a:buChar char="•"/>
              <a:defRPr sz="2100"/>
            </a:lvl1pPr>
            <a:lvl2pPr indent="-342900" lvl="1" marL="914400" algn="l">
              <a:lnSpc>
                <a:spcPct val="100000"/>
              </a:lnSpc>
              <a:spcBef>
                <a:spcPts val="400"/>
              </a:spcBef>
              <a:spcAft>
                <a:spcPts val="0"/>
              </a:spcAft>
              <a:buClr>
                <a:schemeClr val="dk1"/>
              </a:buClr>
              <a:buSzPts val="1800"/>
              <a:buChar char="–"/>
              <a:defRPr sz="1800"/>
            </a:lvl2pPr>
            <a:lvl3pPr indent="-323850" lvl="2" marL="1371600" algn="l">
              <a:lnSpc>
                <a:spcPct val="100000"/>
              </a:lnSpc>
              <a:spcBef>
                <a:spcPts val="300"/>
              </a:spcBef>
              <a:spcAft>
                <a:spcPts val="0"/>
              </a:spcAft>
              <a:buClr>
                <a:schemeClr val="dk1"/>
              </a:buClr>
              <a:buSzPts val="1500"/>
              <a:buChar char="•"/>
              <a:defRPr sz="1500"/>
            </a:lvl3pPr>
            <a:lvl4pPr indent="-317500" lvl="3" marL="1828800" algn="l">
              <a:lnSpc>
                <a:spcPct val="100000"/>
              </a:lnSpc>
              <a:spcBef>
                <a:spcPts val="300"/>
              </a:spcBef>
              <a:spcAft>
                <a:spcPts val="0"/>
              </a:spcAft>
              <a:buClr>
                <a:schemeClr val="dk1"/>
              </a:buClr>
              <a:buSzPts val="1400"/>
              <a:buChar char="–"/>
              <a:defRPr sz="1400"/>
            </a:lvl4pPr>
            <a:lvl5pPr indent="-317500" lvl="4" marL="2286000" algn="l">
              <a:lnSpc>
                <a:spcPct val="100000"/>
              </a:lnSpc>
              <a:spcBef>
                <a:spcPts val="300"/>
              </a:spcBef>
              <a:spcAft>
                <a:spcPts val="0"/>
              </a:spcAft>
              <a:buClr>
                <a:schemeClr val="dk1"/>
              </a:buClr>
              <a:buSzPts val="1400"/>
              <a:buChar char="»"/>
              <a:defRPr sz="1400"/>
            </a:lvl5pPr>
            <a:lvl6pPr indent="-317500" lvl="5" marL="2743200" algn="l">
              <a:lnSpc>
                <a:spcPct val="100000"/>
              </a:lnSpc>
              <a:spcBef>
                <a:spcPts val="300"/>
              </a:spcBef>
              <a:spcAft>
                <a:spcPts val="0"/>
              </a:spcAft>
              <a:buClr>
                <a:schemeClr val="dk1"/>
              </a:buClr>
              <a:buSzPts val="1400"/>
              <a:buChar char="•"/>
              <a:defRPr sz="1400"/>
            </a:lvl6pPr>
            <a:lvl7pPr indent="-317500" lvl="6" marL="3200400" algn="l">
              <a:lnSpc>
                <a:spcPct val="100000"/>
              </a:lnSpc>
              <a:spcBef>
                <a:spcPts val="300"/>
              </a:spcBef>
              <a:spcAft>
                <a:spcPts val="0"/>
              </a:spcAft>
              <a:buClr>
                <a:schemeClr val="dk1"/>
              </a:buClr>
              <a:buSzPts val="1400"/>
              <a:buChar char="•"/>
              <a:defRPr sz="1400"/>
            </a:lvl7pPr>
            <a:lvl8pPr indent="-317500" lvl="7" marL="3657600" algn="l">
              <a:lnSpc>
                <a:spcPct val="100000"/>
              </a:lnSpc>
              <a:spcBef>
                <a:spcPts val="300"/>
              </a:spcBef>
              <a:spcAft>
                <a:spcPts val="0"/>
              </a:spcAft>
              <a:buClr>
                <a:schemeClr val="dk1"/>
              </a:buClr>
              <a:buSzPts val="1400"/>
              <a:buChar char="•"/>
              <a:defRPr sz="1400"/>
            </a:lvl8pPr>
            <a:lvl9pPr indent="-317500" lvl="8" marL="4114800" algn="l">
              <a:lnSpc>
                <a:spcPct val="100000"/>
              </a:lnSpc>
              <a:spcBef>
                <a:spcPts val="300"/>
              </a:spcBef>
              <a:spcAft>
                <a:spcPts val="0"/>
              </a:spcAft>
              <a:buClr>
                <a:schemeClr val="dk1"/>
              </a:buClr>
              <a:buSzPts val="1400"/>
              <a:buChar char="•"/>
              <a:defRPr sz="1400"/>
            </a:lvl9pPr>
          </a:lstStyle>
          <a:p/>
        </p:txBody>
      </p:sp>
      <p:sp>
        <p:nvSpPr>
          <p:cNvPr id="153" name="Google Shape;153;p29"/>
          <p:cNvSpPr txBox="1"/>
          <p:nvPr>
            <p:ph idx="10" type="dt"/>
          </p:nvPr>
        </p:nvSpPr>
        <p:spPr>
          <a:xfrm>
            <a:off x="457200" y="4767265"/>
            <a:ext cx="2133600" cy="273844"/>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54" name="Google Shape;154;p29"/>
          <p:cNvSpPr txBox="1"/>
          <p:nvPr>
            <p:ph idx="11" type="ftr"/>
          </p:nvPr>
        </p:nvSpPr>
        <p:spPr>
          <a:xfrm>
            <a:off x="3124200" y="4767265"/>
            <a:ext cx="2895600" cy="273844"/>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55" name="Google Shape;155;p29"/>
          <p:cNvSpPr txBox="1"/>
          <p:nvPr>
            <p:ph idx="12" type="sldNum"/>
          </p:nvPr>
        </p:nvSpPr>
        <p:spPr>
          <a:xfrm>
            <a:off x="6553200" y="4767265"/>
            <a:ext cx="2133600" cy="273844"/>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156" name="Shape 156"/>
        <p:cNvGrpSpPr/>
        <p:nvPr/>
      </p:nvGrpSpPr>
      <p:grpSpPr>
        <a:xfrm>
          <a:off x="0" y="0"/>
          <a:ext cx="0" cy="0"/>
          <a:chOff x="0" y="0"/>
          <a:chExt cx="0" cy="0"/>
        </a:xfrm>
      </p:grpSpPr>
      <p:sp>
        <p:nvSpPr>
          <p:cNvPr id="157" name="Google Shape;157;p30"/>
          <p:cNvSpPr txBox="1"/>
          <p:nvPr>
            <p:ph type="title"/>
          </p:nvPr>
        </p:nvSpPr>
        <p:spPr>
          <a:xfrm>
            <a:off x="457200" y="-35719"/>
            <a:ext cx="8229600" cy="85725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ctr">
              <a:lnSpc>
                <a:spcPct val="100000"/>
              </a:lnSpc>
              <a:spcBef>
                <a:spcPts val="0"/>
              </a:spcBef>
              <a:spcAft>
                <a:spcPts val="0"/>
              </a:spcAft>
              <a:buSzPts val="1100"/>
              <a:buNone/>
              <a:defRPr/>
            </a:lvl2pPr>
            <a:lvl3pPr lvl="2" algn="ctr">
              <a:lnSpc>
                <a:spcPct val="100000"/>
              </a:lnSpc>
              <a:spcBef>
                <a:spcPts val="0"/>
              </a:spcBef>
              <a:spcAft>
                <a:spcPts val="0"/>
              </a:spcAft>
              <a:buSzPts val="1100"/>
              <a:buNone/>
              <a:defRPr/>
            </a:lvl3pPr>
            <a:lvl4pPr lvl="3" algn="ctr">
              <a:lnSpc>
                <a:spcPct val="100000"/>
              </a:lnSpc>
              <a:spcBef>
                <a:spcPts val="0"/>
              </a:spcBef>
              <a:spcAft>
                <a:spcPts val="0"/>
              </a:spcAft>
              <a:buSzPts val="1100"/>
              <a:buNone/>
              <a:defRPr/>
            </a:lvl4pPr>
            <a:lvl5pPr lvl="4" algn="ctr">
              <a:lnSpc>
                <a:spcPct val="100000"/>
              </a:lnSpc>
              <a:spcBef>
                <a:spcPts val="0"/>
              </a:spcBef>
              <a:spcAft>
                <a:spcPts val="0"/>
              </a:spcAft>
              <a:buSzPts val="1100"/>
              <a:buNone/>
              <a:defRPr/>
            </a:lvl5pPr>
            <a:lvl6pPr lvl="5" algn="ctr">
              <a:lnSpc>
                <a:spcPct val="100000"/>
              </a:lnSpc>
              <a:spcBef>
                <a:spcPts val="0"/>
              </a:spcBef>
              <a:spcAft>
                <a:spcPts val="0"/>
              </a:spcAft>
              <a:buSzPts val="1100"/>
              <a:buNone/>
              <a:defRPr/>
            </a:lvl6pPr>
            <a:lvl7pPr lvl="6" algn="ctr">
              <a:lnSpc>
                <a:spcPct val="100000"/>
              </a:lnSpc>
              <a:spcBef>
                <a:spcPts val="0"/>
              </a:spcBef>
              <a:spcAft>
                <a:spcPts val="0"/>
              </a:spcAft>
              <a:buSzPts val="1100"/>
              <a:buNone/>
              <a:defRPr/>
            </a:lvl7pPr>
            <a:lvl8pPr lvl="7" algn="ctr">
              <a:lnSpc>
                <a:spcPct val="100000"/>
              </a:lnSpc>
              <a:spcBef>
                <a:spcPts val="0"/>
              </a:spcBef>
              <a:spcAft>
                <a:spcPts val="0"/>
              </a:spcAft>
              <a:buSzPts val="1100"/>
              <a:buNone/>
              <a:defRPr/>
            </a:lvl8pPr>
            <a:lvl9pPr lvl="8" algn="ctr">
              <a:lnSpc>
                <a:spcPct val="100000"/>
              </a:lnSpc>
              <a:spcBef>
                <a:spcPts val="0"/>
              </a:spcBef>
              <a:spcAft>
                <a:spcPts val="0"/>
              </a:spcAft>
              <a:buSzPts val="1100"/>
              <a:buNone/>
              <a:defRPr/>
            </a:lvl9pPr>
          </a:lstStyle>
          <a:p/>
        </p:txBody>
      </p:sp>
      <p:sp>
        <p:nvSpPr>
          <p:cNvPr id="158" name="Google Shape;158;p30"/>
          <p:cNvSpPr txBox="1"/>
          <p:nvPr>
            <p:ph idx="1" type="body"/>
          </p:nvPr>
        </p:nvSpPr>
        <p:spPr>
          <a:xfrm>
            <a:off x="457200" y="1151335"/>
            <a:ext cx="4040188" cy="479822"/>
          </a:xfrm>
          <a:prstGeom prst="rect">
            <a:avLst/>
          </a:prstGeom>
          <a:noFill/>
          <a:ln>
            <a:noFill/>
          </a:ln>
        </p:spPr>
        <p:txBody>
          <a:bodyPr anchorCtr="0" anchor="b" bIns="34275" lIns="68575" spcFirstLastPara="1" rIns="68575" wrap="square" tIns="34275">
            <a:noAutofit/>
          </a:bodyPr>
          <a:lstStyle>
            <a:lvl1pPr indent="-228600" lvl="0" marL="457200" algn="l">
              <a:lnSpc>
                <a:spcPct val="100000"/>
              </a:lnSpc>
              <a:spcBef>
                <a:spcPts val="400"/>
              </a:spcBef>
              <a:spcAft>
                <a:spcPts val="0"/>
              </a:spcAft>
              <a:buClr>
                <a:schemeClr val="dk1"/>
              </a:buClr>
              <a:buSzPts val="1800"/>
              <a:buNone/>
              <a:defRPr b="1" sz="1800"/>
            </a:lvl1pPr>
            <a:lvl2pPr indent="-228600" lvl="1" marL="914400" algn="l">
              <a:lnSpc>
                <a:spcPct val="100000"/>
              </a:lnSpc>
              <a:spcBef>
                <a:spcPts val="300"/>
              </a:spcBef>
              <a:spcAft>
                <a:spcPts val="0"/>
              </a:spcAft>
              <a:buClr>
                <a:schemeClr val="dk1"/>
              </a:buClr>
              <a:buSzPts val="1500"/>
              <a:buNone/>
              <a:defRPr b="1" sz="1500"/>
            </a:lvl2pPr>
            <a:lvl3pPr indent="-228600" lvl="2" marL="1371600" algn="l">
              <a:lnSpc>
                <a:spcPct val="100000"/>
              </a:lnSpc>
              <a:spcBef>
                <a:spcPts val="300"/>
              </a:spcBef>
              <a:spcAft>
                <a:spcPts val="0"/>
              </a:spcAft>
              <a:buClr>
                <a:schemeClr val="dk1"/>
              </a:buClr>
              <a:buSzPts val="1400"/>
              <a:buNone/>
              <a:defRPr b="1" sz="1400"/>
            </a:lvl3pPr>
            <a:lvl4pPr indent="-228600" lvl="3" marL="1828800" algn="l">
              <a:lnSpc>
                <a:spcPct val="100000"/>
              </a:lnSpc>
              <a:spcBef>
                <a:spcPts val="200"/>
              </a:spcBef>
              <a:spcAft>
                <a:spcPts val="0"/>
              </a:spcAft>
              <a:buClr>
                <a:schemeClr val="dk1"/>
              </a:buClr>
              <a:buSzPts val="1200"/>
              <a:buNone/>
              <a:defRPr b="1" sz="1200"/>
            </a:lvl4pPr>
            <a:lvl5pPr indent="-228600" lvl="4" marL="2286000" algn="l">
              <a:lnSpc>
                <a:spcPct val="100000"/>
              </a:lnSpc>
              <a:spcBef>
                <a:spcPts val="200"/>
              </a:spcBef>
              <a:spcAft>
                <a:spcPts val="0"/>
              </a:spcAft>
              <a:buClr>
                <a:schemeClr val="dk1"/>
              </a:buClr>
              <a:buSzPts val="1200"/>
              <a:buNone/>
              <a:defRPr b="1" sz="1200"/>
            </a:lvl5pPr>
            <a:lvl6pPr indent="-228600" lvl="5" marL="2743200" algn="l">
              <a:lnSpc>
                <a:spcPct val="100000"/>
              </a:lnSpc>
              <a:spcBef>
                <a:spcPts val="200"/>
              </a:spcBef>
              <a:spcAft>
                <a:spcPts val="0"/>
              </a:spcAft>
              <a:buClr>
                <a:schemeClr val="dk1"/>
              </a:buClr>
              <a:buSzPts val="1200"/>
              <a:buNone/>
              <a:defRPr b="1" sz="1200"/>
            </a:lvl6pPr>
            <a:lvl7pPr indent="-228600" lvl="6" marL="3200400" algn="l">
              <a:lnSpc>
                <a:spcPct val="100000"/>
              </a:lnSpc>
              <a:spcBef>
                <a:spcPts val="200"/>
              </a:spcBef>
              <a:spcAft>
                <a:spcPts val="0"/>
              </a:spcAft>
              <a:buClr>
                <a:schemeClr val="dk1"/>
              </a:buClr>
              <a:buSzPts val="1200"/>
              <a:buNone/>
              <a:defRPr b="1" sz="1200"/>
            </a:lvl7pPr>
            <a:lvl8pPr indent="-228600" lvl="7" marL="3657600" algn="l">
              <a:lnSpc>
                <a:spcPct val="100000"/>
              </a:lnSpc>
              <a:spcBef>
                <a:spcPts val="200"/>
              </a:spcBef>
              <a:spcAft>
                <a:spcPts val="0"/>
              </a:spcAft>
              <a:buClr>
                <a:schemeClr val="dk1"/>
              </a:buClr>
              <a:buSzPts val="1200"/>
              <a:buNone/>
              <a:defRPr b="1" sz="1200"/>
            </a:lvl8pPr>
            <a:lvl9pPr indent="-228600" lvl="8" marL="4114800" algn="l">
              <a:lnSpc>
                <a:spcPct val="100000"/>
              </a:lnSpc>
              <a:spcBef>
                <a:spcPts val="200"/>
              </a:spcBef>
              <a:spcAft>
                <a:spcPts val="0"/>
              </a:spcAft>
              <a:buClr>
                <a:schemeClr val="dk1"/>
              </a:buClr>
              <a:buSzPts val="1200"/>
              <a:buNone/>
              <a:defRPr b="1" sz="1200"/>
            </a:lvl9pPr>
          </a:lstStyle>
          <a:p/>
        </p:txBody>
      </p:sp>
      <p:sp>
        <p:nvSpPr>
          <p:cNvPr id="159" name="Google Shape;159;p30"/>
          <p:cNvSpPr txBox="1"/>
          <p:nvPr>
            <p:ph idx="2" type="body"/>
          </p:nvPr>
        </p:nvSpPr>
        <p:spPr>
          <a:xfrm>
            <a:off x="457200" y="1631156"/>
            <a:ext cx="4040188" cy="2963466"/>
          </a:xfrm>
          <a:prstGeom prst="rect">
            <a:avLst/>
          </a:prstGeom>
          <a:noFill/>
          <a:ln>
            <a:noFill/>
          </a:ln>
        </p:spPr>
        <p:txBody>
          <a:bodyPr anchorCtr="0" anchor="t" bIns="34275" lIns="68575" spcFirstLastPara="1" rIns="68575" wrap="square" tIns="34275">
            <a:noAutofit/>
          </a:bodyPr>
          <a:lstStyle>
            <a:lvl1pPr indent="-342900" lvl="0" marL="457200" algn="l">
              <a:lnSpc>
                <a:spcPct val="100000"/>
              </a:lnSpc>
              <a:spcBef>
                <a:spcPts val="400"/>
              </a:spcBef>
              <a:spcAft>
                <a:spcPts val="0"/>
              </a:spcAft>
              <a:buClr>
                <a:schemeClr val="dk1"/>
              </a:buClr>
              <a:buSzPts val="1800"/>
              <a:buChar char="•"/>
              <a:defRPr sz="1800"/>
            </a:lvl1pPr>
            <a:lvl2pPr indent="-323850" lvl="1" marL="914400" algn="l">
              <a:lnSpc>
                <a:spcPct val="100000"/>
              </a:lnSpc>
              <a:spcBef>
                <a:spcPts val="300"/>
              </a:spcBef>
              <a:spcAft>
                <a:spcPts val="0"/>
              </a:spcAft>
              <a:buClr>
                <a:schemeClr val="dk1"/>
              </a:buClr>
              <a:buSzPts val="1500"/>
              <a:buChar char="–"/>
              <a:defRPr sz="1500"/>
            </a:lvl2pPr>
            <a:lvl3pPr indent="-317500" lvl="2" marL="1371600" algn="l">
              <a:lnSpc>
                <a:spcPct val="100000"/>
              </a:lnSpc>
              <a:spcBef>
                <a:spcPts val="300"/>
              </a:spcBef>
              <a:spcAft>
                <a:spcPts val="0"/>
              </a:spcAft>
              <a:buClr>
                <a:schemeClr val="dk1"/>
              </a:buClr>
              <a:buSzPts val="1400"/>
              <a:buChar char="•"/>
              <a:defRPr sz="1400"/>
            </a:lvl3pPr>
            <a:lvl4pPr indent="-304800" lvl="3" marL="1828800" algn="l">
              <a:lnSpc>
                <a:spcPct val="100000"/>
              </a:lnSpc>
              <a:spcBef>
                <a:spcPts val="200"/>
              </a:spcBef>
              <a:spcAft>
                <a:spcPts val="0"/>
              </a:spcAft>
              <a:buClr>
                <a:schemeClr val="dk1"/>
              </a:buClr>
              <a:buSzPts val="1200"/>
              <a:buChar char="–"/>
              <a:defRPr sz="1200"/>
            </a:lvl4pPr>
            <a:lvl5pPr indent="-304800" lvl="4" marL="2286000" algn="l">
              <a:lnSpc>
                <a:spcPct val="100000"/>
              </a:lnSpc>
              <a:spcBef>
                <a:spcPts val="200"/>
              </a:spcBef>
              <a:spcAft>
                <a:spcPts val="0"/>
              </a:spcAft>
              <a:buClr>
                <a:schemeClr val="dk1"/>
              </a:buClr>
              <a:buSzPts val="1200"/>
              <a:buChar char="»"/>
              <a:defRPr sz="1200"/>
            </a:lvl5pPr>
            <a:lvl6pPr indent="-304800" lvl="5" marL="2743200" algn="l">
              <a:lnSpc>
                <a:spcPct val="100000"/>
              </a:lnSpc>
              <a:spcBef>
                <a:spcPts val="200"/>
              </a:spcBef>
              <a:spcAft>
                <a:spcPts val="0"/>
              </a:spcAft>
              <a:buClr>
                <a:schemeClr val="dk1"/>
              </a:buClr>
              <a:buSzPts val="1200"/>
              <a:buChar char="•"/>
              <a:defRPr sz="1200"/>
            </a:lvl6pPr>
            <a:lvl7pPr indent="-304800" lvl="6" marL="3200400" algn="l">
              <a:lnSpc>
                <a:spcPct val="100000"/>
              </a:lnSpc>
              <a:spcBef>
                <a:spcPts val="200"/>
              </a:spcBef>
              <a:spcAft>
                <a:spcPts val="0"/>
              </a:spcAft>
              <a:buClr>
                <a:schemeClr val="dk1"/>
              </a:buClr>
              <a:buSzPts val="1200"/>
              <a:buChar char="•"/>
              <a:defRPr sz="1200"/>
            </a:lvl7pPr>
            <a:lvl8pPr indent="-304800" lvl="7" marL="3657600" algn="l">
              <a:lnSpc>
                <a:spcPct val="100000"/>
              </a:lnSpc>
              <a:spcBef>
                <a:spcPts val="200"/>
              </a:spcBef>
              <a:spcAft>
                <a:spcPts val="0"/>
              </a:spcAft>
              <a:buClr>
                <a:schemeClr val="dk1"/>
              </a:buClr>
              <a:buSzPts val="1200"/>
              <a:buChar char="•"/>
              <a:defRPr sz="1200"/>
            </a:lvl8pPr>
            <a:lvl9pPr indent="-304800" lvl="8" marL="4114800" algn="l">
              <a:lnSpc>
                <a:spcPct val="100000"/>
              </a:lnSpc>
              <a:spcBef>
                <a:spcPts val="200"/>
              </a:spcBef>
              <a:spcAft>
                <a:spcPts val="0"/>
              </a:spcAft>
              <a:buClr>
                <a:schemeClr val="dk1"/>
              </a:buClr>
              <a:buSzPts val="1200"/>
              <a:buChar char="•"/>
              <a:defRPr sz="1200"/>
            </a:lvl9pPr>
          </a:lstStyle>
          <a:p/>
        </p:txBody>
      </p:sp>
      <p:sp>
        <p:nvSpPr>
          <p:cNvPr id="160" name="Google Shape;160;p30"/>
          <p:cNvSpPr txBox="1"/>
          <p:nvPr>
            <p:ph idx="3" type="body"/>
          </p:nvPr>
        </p:nvSpPr>
        <p:spPr>
          <a:xfrm>
            <a:off x="4645027" y="1151335"/>
            <a:ext cx="4041775" cy="479822"/>
          </a:xfrm>
          <a:prstGeom prst="rect">
            <a:avLst/>
          </a:prstGeom>
          <a:noFill/>
          <a:ln>
            <a:noFill/>
          </a:ln>
        </p:spPr>
        <p:txBody>
          <a:bodyPr anchorCtr="0" anchor="b" bIns="34275" lIns="68575" spcFirstLastPara="1" rIns="68575" wrap="square" tIns="34275">
            <a:noAutofit/>
          </a:bodyPr>
          <a:lstStyle>
            <a:lvl1pPr indent="-228600" lvl="0" marL="457200" algn="l">
              <a:lnSpc>
                <a:spcPct val="100000"/>
              </a:lnSpc>
              <a:spcBef>
                <a:spcPts val="400"/>
              </a:spcBef>
              <a:spcAft>
                <a:spcPts val="0"/>
              </a:spcAft>
              <a:buClr>
                <a:schemeClr val="dk1"/>
              </a:buClr>
              <a:buSzPts val="1800"/>
              <a:buNone/>
              <a:defRPr b="1" sz="1800"/>
            </a:lvl1pPr>
            <a:lvl2pPr indent="-228600" lvl="1" marL="914400" algn="l">
              <a:lnSpc>
                <a:spcPct val="100000"/>
              </a:lnSpc>
              <a:spcBef>
                <a:spcPts val="300"/>
              </a:spcBef>
              <a:spcAft>
                <a:spcPts val="0"/>
              </a:spcAft>
              <a:buClr>
                <a:schemeClr val="dk1"/>
              </a:buClr>
              <a:buSzPts val="1500"/>
              <a:buNone/>
              <a:defRPr b="1" sz="1500"/>
            </a:lvl2pPr>
            <a:lvl3pPr indent="-228600" lvl="2" marL="1371600" algn="l">
              <a:lnSpc>
                <a:spcPct val="100000"/>
              </a:lnSpc>
              <a:spcBef>
                <a:spcPts val="300"/>
              </a:spcBef>
              <a:spcAft>
                <a:spcPts val="0"/>
              </a:spcAft>
              <a:buClr>
                <a:schemeClr val="dk1"/>
              </a:buClr>
              <a:buSzPts val="1400"/>
              <a:buNone/>
              <a:defRPr b="1" sz="1400"/>
            </a:lvl3pPr>
            <a:lvl4pPr indent="-228600" lvl="3" marL="1828800" algn="l">
              <a:lnSpc>
                <a:spcPct val="100000"/>
              </a:lnSpc>
              <a:spcBef>
                <a:spcPts val="200"/>
              </a:spcBef>
              <a:spcAft>
                <a:spcPts val="0"/>
              </a:spcAft>
              <a:buClr>
                <a:schemeClr val="dk1"/>
              </a:buClr>
              <a:buSzPts val="1200"/>
              <a:buNone/>
              <a:defRPr b="1" sz="1200"/>
            </a:lvl4pPr>
            <a:lvl5pPr indent="-228600" lvl="4" marL="2286000" algn="l">
              <a:lnSpc>
                <a:spcPct val="100000"/>
              </a:lnSpc>
              <a:spcBef>
                <a:spcPts val="200"/>
              </a:spcBef>
              <a:spcAft>
                <a:spcPts val="0"/>
              </a:spcAft>
              <a:buClr>
                <a:schemeClr val="dk1"/>
              </a:buClr>
              <a:buSzPts val="1200"/>
              <a:buNone/>
              <a:defRPr b="1" sz="1200"/>
            </a:lvl5pPr>
            <a:lvl6pPr indent="-228600" lvl="5" marL="2743200" algn="l">
              <a:lnSpc>
                <a:spcPct val="100000"/>
              </a:lnSpc>
              <a:spcBef>
                <a:spcPts val="200"/>
              </a:spcBef>
              <a:spcAft>
                <a:spcPts val="0"/>
              </a:spcAft>
              <a:buClr>
                <a:schemeClr val="dk1"/>
              </a:buClr>
              <a:buSzPts val="1200"/>
              <a:buNone/>
              <a:defRPr b="1" sz="1200"/>
            </a:lvl6pPr>
            <a:lvl7pPr indent="-228600" lvl="6" marL="3200400" algn="l">
              <a:lnSpc>
                <a:spcPct val="100000"/>
              </a:lnSpc>
              <a:spcBef>
                <a:spcPts val="200"/>
              </a:spcBef>
              <a:spcAft>
                <a:spcPts val="0"/>
              </a:spcAft>
              <a:buClr>
                <a:schemeClr val="dk1"/>
              </a:buClr>
              <a:buSzPts val="1200"/>
              <a:buNone/>
              <a:defRPr b="1" sz="1200"/>
            </a:lvl7pPr>
            <a:lvl8pPr indent="-228600" lvl="7" marL="3657600" algn="l">
              <a:lnSpc>
                <a:spcPct val="100000"/>
              </a:lnSpc>
              <a:spcBef>
                <a:spcPts val="200"/>
              </a:spcBef>
              <a:spcAft>
                <a:spcPts val="0"/>
              </a:spcAft>
              <a:buClr>
                <a:schemeClr val="dk1"/>
              </a:buClr>
              <a:buSzPts val="1200"/>
              <a:buNone/>
              <a:defRPr b="1" sz="1200"/>
            </a:lvl8pPr>
            <a:lvl9pPr indent="-228600" lvl="8" marL="4114800" algn="l">
              <a:lnSpc>
                <a:spcPct val="100000"/>
              </a:lnSpc>
              <a:spcBef>
                <a:spcPts val="200"/>
              </a:spcBef>
              <a:spcAft>
                <a:spcPts val="0"/>
              </a:spcAft>
              <a:buClr>
                <a:schemeClr val="dk1"/>
              </a:buClr>
              <a:buSzPts val="1200"/>
              <a:buNone/>
              <a:defRPr b="1" sz="1200"/>
            </a:lvl9pPr>
          </a:lstStyle>
          <a:p/>
        </p:txBody>
      </p:sp>
      <p:sp>
        <p:nvSpPr>
          <p:cNvPr id="161" name="Google Shape;161;p30"/>
          <p:cNvSpPr txBox="1"/>
          <p:nvPr>
            <p:ph idx="4" type="body"/>
          </p:nvPr>
        </p:nvSpPr>
        <p:spPr>
          <a:xfrm>
            <a:off x="4645027" y="1631156"/>
            <a:ext cx="4041775" cy="2963466"/>
          </a:xfrm>
          <a:prstGeom prst="rect">
            <a:avLst/>
          </a:prstGeom>
          <a:noFill/>
          <a:ln>
            <a:noFill/>
          </a:ln>
        </p:spPr>
        <p:txBody>
          <a:bodyPr anchorCtr="0" anchor="t" bIns="34275" lIns="68575" spcFirstLastPara="1" rIns="68575" wrap="square" tIns="34275">
            <a:noAutofit/>
          </a:bodyPr>
          <a:lstStyle>
            <a:lvl1pPr indent="-342900" lvl="0" marL="457200" algn="l">
              <a:lnSpc>
                <a:spcPct val="100000"/>
              </a:lnSpc>
              <a:spcBef>
                <a:spcPts val="400"/>
              </a:spcBef>
              <a:spcAft>
                <a:spcPts val="0"/>
              </a:spcAft>
              <a:buClr>
                <a:schemeClr val="dk1"/>
              </a:buClr>
              <a:buSzPts val="1800"/>
              <a:buChar char="•"/>
              <a:defRPr sz="1800"/>
            </a:lvl1pPr>
            <a:lvl2pPr indent="-323850" lvl="1" marL="914400" algn="l">
              <a:lnSpc>
                <a:spcPct val="100000"/>
              </a:lnSpc>
              <a:spcBef>
                <a:spcPts val="300"/>
              </a:spcBef>
              <a:spcAft>
                <a:spcPts val="0"/>
              </a:spcAft>
              <a:buClr>
                <a:schemeClr val="dk1"/>
              </a:buClr>
              <a:buSzPts val="1500"/>
              <a:buChar char="–"/>
              <a:defRPr sz="1500"/>
            </a:lvl2pPr>
            <a:lvl3pPr indent="-317500" lvl="2" marL="1371600" algn="l">
              <a:lnSpc>
                <a:spcPct val="100000"/>
              </a:lnSpc>
              <a:spcBef>
                <a:spcPts val="300"/>
              </a:spcBef>
              <a:spcAft>
                <a:spcPts val="0"/>
              </a:spcAft>
              <a:buClr>
                <a:schemeClr val="dk1"/>
              </a:buClr>
              <a:buSzPts val="1400"/>
              <a:buChar char="•"/>
              <a:defRPr sz="1400"/>
            </a:lvl3pPr>
            <a:lvl4pPr indent="-304800" lvl="3" marL="1828800" algn="l">
              <a:lnSpc>
                <a:spcPct val="100000"/>
              </a:lnSpc>
              <a:spcBef>
                <a:spcPts val="200"/>
              </a:spcBef>
              <a:spcAft>
                <a:spcPts val="0"/>
              </a:spcAft>
              <a:buClr>
                <a:schemeClr val="dk1"/>
              </a:buClr>
              <a:buSzPts val="1200"/>
              <a:buChar char="–"/>
              <a:defRPr sz="1200"/>
            </a:lvl4pPr>
            <a:lvl5pPr indent="-304800" lvl="4" marL="2286000" algn="l">
              <a:lnSpc>
                <a:spcPct val="100000"/>
              </a:lnSpc>
              <a:spcBef>
                <a:spcPts val="200"/>
              </a:spcBef>
              <a:spcAft>
                <a:spcPts val="0"/>
              </a:spcAft>
              <a:buClr>
                <a:schemeClr val="dk1"/>
              </a:buClr>
              <a:buSzPts val="1200"/>
              <a:buChar char="»"/>
              <a:defRPr sz="1200"/>
            </a:lvl5pPr>
            <a:lvl6pPr indent="-304800" lvl="5" marL="2743200" algn="l">
              <a:lnSpc>
                <a:spcPct val="100000"/>
              </a:lnSpc>
              <a:spcBef>
                <a:spcPts val="200"/>
              </a:spcBef>
              <a:spcAft>
                <a:spcPts val="0"/>
              </a:spcAft>
              <a:buClr>
                <a:schemeClr val="dk1"/>
              </a:buClr>
              <a:buSzPts val="1200"/>
              <a:buChar char="•"/>
              <a:defRPr sz="1200"/>
            </a:lvl6pPr>
            <a:lvl7pPr indent="-304800" lvl="6" marL="3200400" algn="l">
              <a:lnSpc>
                <a:spcPct val="100000"/>
              </a:lnSpc>
              <a:spcBef>
                <a:spcPts val="200"/>
              </a:spcBef>
              <a:spcAft>
                <a:spcPts val="0"/>
              </a:spcAft>
              <a:buClr>
                <a:schemeClr val="dk1"/>
              </a:buClr>
              <a:buSzPts val="1200"/>
              <a:buChar char="•"/>
              <a:defRPr sz="1200"/>
            </a:lvl7pPr>
            <a:lvl8pPr indent="-304800" lvl="7" marL="3657600" algn="l">
              <a:lnSpc>
                <a:spcPct val="100000"/>
              </a:lnSpc>
              <a:spcBef>
                <a:spcPts val="200"/>
              </a:spcBef>
              <a:spcAft>
                <a:spcPts val="0"/>
              </a:spcAft>
              <a:buClr>
                <a:schemeClr val="dk1"/>
              </a:buClr>
              <a:buSzPts val="1200"/>
              <a:buChar char="•"/>
              <a:defRPr sz="1200"/>
            </a:lvl8pPr>
            <a:lvl9pPr indent="-304800" lvl="8" marL="4114800" algn="l">
              <a:lnSpc>
                <a:spcPct val="100000"/>
              </a:lnSpc>
              <a:spcBef>
                <a:spcPts val="200"/>
              </a:spcBef>
              <a:spcAft>
                <a:spcPts val="0"/>
              </a:spcAft>
              <a:buClr>
                <a:schemeClr val="dk1"/>
              </a:buClr>
              <a:buSzPts val="1200"/>
              <a:buChar char="•"/>
              <a:defRPr sz="1200"/>
            </a:lvl9pPr>
          </a:lstStyle>
          <a:p/>
        </p:txBody>
      </p:sp>
      <p:sp>
        <p:nvSpPr>
          <p:cNvPr id="162" name="Google Shape;162;p30"/>
          <p:cNvSpPr txBox="1"/>
          <p:nvPr>
            <p:ph idx="10" type="dt"/>
          </p:nvPr>
        </p:nvSpPr>
        <p:spPr>
          <a:xfrm>
            <a:off x="457200" y="4767265"/>
            <a:ext cx="2133600" cy="273844"/>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63" name="Google Shape;163;p30"/>
          <p:cNvSpPr txBox="1"/>
          <p:nvPr>
            <p:ph idx="11" type="ftr"/>
          </p:nvPr>
        </p:nvSpPr>
        <p:spPr>
          <a:xfrm>
            <a:off x="3124200" y="4767265"/>
            <a:ext cx="2895600" cy="273844"/>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64" name="Google Shape;164;p30"/>
          <p:cNvSpPr txBox="1"/>
          <p:nvPr>
            <p:ph idx="12" type="sldNum"/>
          </p:nvPr>
        </p:nvSpPr>
        <p:spPr>
          <a:xfrm>
            <a:off x="6553200" y="4767265"/>
            <a:ext cx="2133600" cy="273844"/>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65" name="Shape 165"/>
        <p:cNvGrpSpPr/>
        <p:nvPr/>
      </p:nvGrpSpPr>
      <p:grpSpPr>
        <a:xfrm>
          <a:off x="0" y="0"/>
          <a:ext cx="0" cy="0"/>
          <a:chOff x="0" y="0"/>
          <a:chExt cx="0" cy="0"/>
        </a:xfrm>
      </p:grpSpPr>
      <p:sp>
        <p:nvSpPr>
          <p:cNvPr id="166" name="Google Shape;166;p31"/>
          <p:cNvSpPr txBox="1"/>
          <p:nvPr>
            <p:ph type="title"/>
          </p:nvPr>
        </p:nvSpPr>
        <p:spPr>
          <a:xfrm>
            <a:off x="457200" y="-35719"/>
            <a:ext cx="8229600" cy="85725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ctr">
              <a:lnSpc>
                <a:spcPct val="100000"/>
              </a:lnSpc>
              <a:spcBef>
                <a:spcPts val="0"/>
              </a:spcBef>
              <a:spcAft>
                <a:spcPts val="0"/>
              </a:spcAft>
              <a:buSzPts val="1100"/>
              <a:buNone/>
              <a:defRPr/>
            </a:lvl2pPr>
            <a:lvl3pPr lvl="2" algn="ctr">
              <a:lnSpc>
                <a:spcPct val="100000"/>
              </a:lnSpc>
              <a:spcBef>
                <a:spcPts val="0"/>
              </a:spcBef>
              <a:spcAft>
                <a:spcPts val="0"/>
              </a:spcAft>
              <a:buSzPts val="1100"/>
              <a:buNone/>
              <a:defRPr/>
            </a:lvl3pPr>
            <a:lvl4pPr lvl="3" algn="ctr">
              <a:lnSpc>
                <a:spcPct val="100000"/>
              </a:lnSpc>
              <a:spcBef>
                <a:spcPts val="0"/>
              </a:spcBef>
              <a:spcAft>
                <a:spcPts val="0"/>
              </a:spcAft>
              <a:buSzPts val="1100"/>
              <a:buNone/>
              <a:defRPr/>
            </a:lvl4pPr>
            <a:lvl5pPr lvl="4" algn="ctr">
              <a:lnSpc>
                <a:spcPct val="100000"/>
              </a:lnSpc>
              <a:spcBef>
                <a:spcPts val="0"/>
              </a:spcBef>
              <a:spcAft>
                <a:spcPts val="0"/>
              </a:spcAft>
              <a:buSzPts val="1100"/>
              <a:buNone/>
              <a:defRPr/>
            </a:lvl5pPr>
            <a:lvl6pPr lvl="5" algn="ctr">
              <a:lnSpc>
                <a:spcPct val="100000"/>
              </a:lnSpc>
              <a:spcBef>
                <a:spcPts val="0"/>
              </a:spcBef>
              <a:spcAft>
                <a:spcPts val="0"/>
              </a:spcAft>
              <a:buSzPts val="1100"/>
              <a:buNone/>
              <a:defRPr/>
            </a:lvl6pPr>
            <a:lvl7pPr lvl="6" algn="ctr">
              <a:lnSpc>
                <a:spcPct val="100000"/>
              </a:lnSpc>
              <a:spcBef>
                <a:spcPts val="0"/>
              </a:spcBef>
              <a:spcAft>
                <a:spcPts val="0"/>
              </a:spcAft>
              <a:buSzPts val="1100"/>
              <a:buNone/>
              <a:defRPr/>
            </a:lvl7pPr>
            <a:lvl8pPr lvl="7" algn="ctr">
              <a:lnSpc>
                <a:spcPct val="100000"/>
              </a:lnSpc>
              <a:spcBef>
                <a:spcPts val="0"/>
              </a:spcBef>
              <a:spcAft>
                <a:spcPts val="0"/>
              </a:spcAft>
              <a:buSzPts val="1100"/>
              <a:buNone/>
              <a:defRPr/>
            </a:lvl8pPr>
            <a:lvl9pPr lvl="8" algn="ctr">
              <a:lnSpc>
                <a:spcPct val="100000"/>
              </a:lnSpc>
              <a:spcBef>
                <a:spcPts val="0"/>
              </a:spcBef>
              <a:spcAft>
                <a:spcPts val="0"/>
              </a:spcAft>
              <a:buSzPts val="1100"/>
              <a:buNone/>
              <a:defRPr/>
            </a:lvl9pPr>
          </a:lstStyle>
          <a:p/>
        </p:txBody>
      </p:sp>
      <p:sp>
        <p:nvSpPr>
          <p:cNvPr id="167" name="Google Shape;167;p31"/>
          <p:cNvSpPr txBox="1"/>
          <p:nvPr>
            <p:ph idx="10" type="dt"/>
          </p:nvPr>
        </p:nvSpPr>
        <p:spPr>
          <a:xfrm>
            <a:off x="457200" y="4767265"/>
            <a:ext cx="2133600" cy="273844"/>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68" name="Google Shape;168;p31"/>
          <p:cNvSpPr txBox="1"/>
          <p:nvPr>
            <p:ph idx="11" type="ftr"/>
          </p:nvPr>
        </p:nvSpPr>
        <p:spPr>
          <a:xfrm>
            <a:off x="3124200" y="4767265"/>
            <a:ext cx="2895600" cy="273844"/>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69" name="Google Shape;169;p31"/>
          <p:cNvSpPr txBox="1"/>
          <p:nvPr>
            <p:ph idx="12" type="sldNum"/>
          </p:nvPr>
        </p:nvSpPr>
        <p:spPr>
          <a:xfrm>
            <a:off x="6553200" y="4767265"/>
            <a:ext cx="2133600" cy="273844"/>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70" name="Shape 170"/>
        <p:cNvGrpSpPr/>
        <p:nvPr/>
      </p:nvGrpSpPr>
      <p:grpSpPr>
        <a:xfrm>
          <a:off x="0" y="0"/>
          <a:ext cx="0" cy="0"/>
          <a:chOff x="0" y="0"/>
          <a:chExt cx="0" cy="0"/>
        </a:xfrm>
      </p:grpSpPr>
      <p:sp>
        <p:nvSpPr>
          <p:cNvPr id="171" name="Google Shape;171;p32"/>
          <p:cNvSpPr txBox="1"/>
          <p:nvPr>
            <p:ph idx="10" type="dt"/>
          </p:nvPr>
        </p:nvSpPr>
        <p:spPr>
          <a:xfrm>
            <a:off x="457200" y="4767265"/>
            <a:ext cx="2133600" cy="273844"/>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72" name="Google Shape;172;p32"/>
          <p:cNvSpPr txBox="1"/>
          <p:nvPr>
            <p:ph idx="11" type="ftr"/>
          </p:nvPr>
        </p:nvSpPr>
        <p:spPr>
          <a:xfrm>
            <a:off x="3124200" y="4767265"/>
            <a:ext cx="2895600" cy="273844"/>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73" name="Google Shape;173;p32"/>
          <p:cNvSpPr txBox="1"/>
          <p:nvPr>
            <p:ph idx="12" type="sldNum"/>
          </p:nvPr>
        </p:nvSpPr>
        <p:spPr>
          <a:xfrm>
            <a:off x="6553200" y="4767265"/>
            <a:ext cx="2133600" cy="273844"/>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174" name="Shape 174"/>
        <p:cNvGrpSpPr/>
        <p:nvPr/>
      </p:nvGrpSpPr>
      <p:grpSpPr>
        <a:xfrm>
          <a:off x="0" y="0"/>
          <a:ext cx="0" cy="0"/>
          <a:chOff x="0" y="0"/>
          <a:chExt cx="0" cy="0"/>
        </a:xfrm>
      </p:grpSpPr>
      <p:sp>
        <p:nvSpPr>
          <p:cNvPr id="175" name="Google Shape;175;p33"/>
          <p:cNvSpPr txBox="1"/>
          <p:nvPr>
            <p:ph type="title"/>
          </p:nvPr>
        </p:nvSpPr>
        <p:spPr>
          <a:xfrm>
            <a:off x="457201" y="204788"/>
            <a:ext cx="3008313" cy="871538"/>
          </a:xfrm>
          <a:prstGeom prst="rect">
            <a:avLst/>
          </a:prstGeom>
          <a:noFill/>
          <a:ln>
            <a:noFill/>
          </a:ln>
        </p:spPr>
        <p:txBody>
          <a:bodyPr anchorCtr="0" anchor="b" bIns="34275" lIns="68575" spcFirstLastPara="1" rIns="68575" wrap="square" tIns="34275">
            <a:noAutofit/>
          </a:bodyPr>
          <a:lstStyle>
            <a:lvl1pPr lvl="0" algn="l">
              <a:lnSpc>
                <a:spcPct val="100000"/>
              </a:lnSpc>
              <a:spcBef>
                <a:spcPts val="0"/>
              </a:spcBef>
              <a:spcAft>
                <a:spcPts val="0"/>
              </a:spcAft>
              <a:buSzPts val="1100"/>
              <a:buNone/>
              <a:defRPr b="1" sz="1500"/>
            </a:lvl1pPr>
            <a:lvl2pPr lvl="1" algn="ctr">
              <a:lnSpc>
                <a:spcPct val="100000"/>
              </a:lnSpc>
              <a:spcBef>
                <a:spcPts val="0"/>
              </a:spcBef>
              <a:spcAft>
                <a:spcPts val="0"/>
              </a:spcAft>
              <a:buSzPts val="1100"/>
              <a:buNone/>
              <a:defRPr/>
            </a:lvl2pPr>
            <a:lvl3pPr lvl="2" algn="ctr">
              <a:lnSpc>
                <a:spcPct val="100000"/>
              </a:lnSpc>
              <a:spcBef>
                <a:spcPts val="0"/>
              </a:spcBef>
              <a:spcAft>
                <a:spcPts val="0"/>
              </a:spcAft>
              <a:buSzPts val="1100"/>
              <a:buNone/>
              <a:defRPr/>
            </a:lvl3pPr>
            <a:lvl4pPr lvl="3" algn="ctr">
              <a:lnSpc>
                <a:spcPct val="100000"/>
              </a:lnSpc>
              <a:spcBef>
                <a:spcPts val="0"/>
              </a:spcBef>
              <a:spcAft>
                <a:spcPts val="0"/>
              </a:spcAft>
              <a:buSzPts val="1100"/>
              <a:buNone/>
              <a:defRPr/>
            </a:lvl4pPr>
            <a:lvl5pPr lvl="4" algn="ctr">
              <a:lnSpc>
                <a:spcPct val="100000"/>
              </a:lnSpc>
              <a:spcBef>
                <a:spcPts val="0"/>
              </a:spcBef>
              <a:spcAft>
                <a:spcPts val="0"/>
              </a:spcAft>
              <a:buSzPts val="1100"/>
              <a:buNone/>
              <a:defRPr/>
            </a:lvl5pPr>
            <a:lvl6pPr lvl="5" algn="ctr">
              <a:lnSpc>
                <a:spcPct val="100000"/>
              </a:lnSpc>
              <a:spcBef>
                <a:spcPts val="0"/>
              </a:spcBef>
              <a:spcAft>
                <a:spcPts val="0"/>
              </a:spcAft>
              <a:buSzPts val="1100"/>
              <a:buNone/>
              <a:defRPr/>
            </a:lvl6pPr>
            <a:lvl7pPr lvl="6" algn="ctr">
              <a:lnSpc>
                <a:spcPct val="100000"/>
              </a:lnSpc>
              <a:spcBef>
                <a:spcPts val="0"/>
              </a:spcBef>
              <a:spcAft>
                <a:spcPts val="0"/>
              </a:spcAft>
              <a:buSzPts val="1100"/>
              <a:buNone/>
              <a:defRPr/>
            </a:lvl7pPr>
            <a:lvl8pPr lvl="7" algn="ctr">
              <a:lnSpc>
                <a:spcPct val="100000"/>
              </a:lnSpc>
              <a:spcBef>
                <a:spcPts val="0"/>
              </a:spcBef>
              <a:spcAft>
                <a:spcPts val="0"/>
              </a:spcAft>
              <a:buSzPts val="1100"/>
              <a:buNone/>
              <a:defRPr/>
            </a:lvl8pPr>
            <a:lvl9pPr lvl="8" algn="ctr">
              <a:lnSpc>
                <a:spcPct val="100000"/>
              </a:lnSpc>
              <a:spcBef>
                <a:spcPts val="0"/>
              </a:spcBef>
              <a:spcAft>
                <a:spcPts val="0"/>
              </a:spcAft>
              <a:buSzPts val="1100"/>
              <a:buNone/>
              <a:defRPr/>
            </a:lvl9pPr>
          </a:lstStyle>
          <a:p/>
        </p:txBody>
      </p:sp>
      <p:sp>
        <p:nvSpPr>
          <p:cNvPr id="176" name="Google Shape;176;p33"/>
          <p:cNvSpPr txBox="1"/>
          <p:nvPr>
            <p:ph idx="1" type="body"/>
          </p:nvPr>
        </p:nvSpPr>
        <p:spPr>
          <a:xfrm>
            <a:off x="3575050" y="204790"/>
            <a:ext cx="5111750" cy="4389835"/>
          </a:xfrm>
          <a:prstGeom prst="rect">
            <a:avLst/>
          </a:prstGeom>
          <a:noFill/>
          <a:ln>
            <a:noFill/>
          </a:ln>
        </p:spPr>
        <p:txBody>
          <a:bodyPr anchorCtr="0" anchor="t" bIns="34275" lIns="68575" spcFirstLastPara="1" rIns="68575" wrap="square" tIns="34275">
            <a:noAutofit/>
          </a:bodyPr>
          <a:lstStyle>
            <a:lvl1pPr indent="-381000" lvl="0" marL="457200" algn="l">
              <a:lnSpc>
                <a:spcPct val="100000"/>
              </a:lnSpc>
              <a:spcBef>
                <a:spcPts val="500"/>
              </a:spcBef>
              <a:spcAft>
                <a:spcPts val="0"/>
              </a:spcAft>
              <a:buClr>
                <a:schemeClr val="dk1"/>
              </a:buClr>
              <a:buSzPts val="2400"/>
              <a:buChar char="•"/>
              <a:defRPr sz="2400"/>
            </a:lvl1pPr>
            <a:lvl2pPr indent="-361950" lvl="1" marL="914400" algn="l">
              <a:lnSpc>
                <a:spcPct val="100000"/>
              </a:lnSpc>
              <a:spcBef>
                <a:spcPts val="400"/>
              </a:spcBef>
              <a:spcAft>
                <a:spcPts val="0"/>
              </a:spcAft>
              <a:buClr>
                <a:schemeClr val="dk1"/>
              </a:buClr>
              <a:buSzPts val="2100"/>
              <a:buChar char="–"/>
              <a:defRPr sz="2100"/>
            </a:lvl2pPr>
            <a:lvl3pPr indent="-342900" lvl="2" marL="1371600" algn="l">
              <a:lnSpc>
                <a:spcPct val="100000"/>
              </a:lnSpc>
              <a:spcBef>
                <a:spcPts val="400"/>
              </a:spcBef>
              <a:spcAft>
                <a:spcPts val="0"/>
              </a:spcAft>
              <a:buClr>
                <a:schemeClr val="dk1"/>
              </a:buClr>
              <a:buSzPts val="1800"/>
              <a:buChar char="•"/>
              <a:defRPr sz="1800"/>
            </a:lvl3pPr>
            <a:lvl4pPr indent="-323850" lvl="3" marL="1828800" algn="l">
              <a:lnSpc>
                <a:spcPct val="100000"/>
              </a:lnSpc>
              <a:spcBef>
                <a:spcPts val="300"/>
              </a:spcBef>
              <a:spcAft>
                <a:spcPts val="0"/>
              </a:spcAft>
              <a:buClr>
                <a:schemeClr val="dk1"/>
              </a:buClr>
              <a:buSzPts val="1500"/>
              <a:buChar char="–"/>
              <a:defRPr sz="1500"/>
            </a:lvl4pPr>
            <a:lvl5pPr indent="-323850" lvl="4" marL="2286000" algn="l">
              <a:lnSpc>
                <a:spcPct val="100000"/>
              </a:lnSpc>
              <a:spcBef>
                <a:spcPts val="300"/>
              </a:spcBef>
              <a:spcAft>
                <a:spcPts val="0"/>
              </a:spcAft>
              <a:buClr>
                <a:schemeClr val="dk1"/>
              </a:buClr>
              <a:buSzPts val="1500"/>
              <a:buChar char="»"/>
              <a:defRPr sz="1500"/>
            </a:lvl5pPr>
            <a:lvl6pPr indent="-323850" lvl="5" marL="2743200" algn="l">
              <a:lnSpc>
                <a:spcPct val="100000"/>
              </a:lnSpc>
              <a:spcBef>
                <a:spcPts val="300"/>
              </a:spcBef>
              <a:spcAft>
                <a:spcPts val="0"/>
              </a:spcAft>
              <a:buClr>
                <a:schemeClr val="dk1"/>
              </a:buClr>
              <a:buSzPts val="1500"/>
              <a:buChar char="•"/>
              <a:defRPr sz="1500"/>
            </a:lvl6pPr>
            <a:lvl7pPr indent="-323850" lvl="6" marL="3200400" algn="l">
              <a:lnSpc>
                <a:spcPct val="100000"/>
              </a:lnSpc>
              <a:spcBef>
                <a:spcPts val="300"/>
              </a:spcBef>
              <a:spcAft>
                <a:spcPts val="0"/>
              </a:spcAft>
              <a:buClr>
                <a:schemeClr val="dk1"/>
              </a:buClr>
              <a:buSzPts val="1500"/>
              <a:buChar char="•"/>
              <a:defRPr sz="1500"/>
            </a:lvl7pPr>
            <a:lvl8pPr indent="-323850" lvl="7" marL="3657600" algn="l">
              <a:lnSpc>
                <a:spcPct val="100000"/>
              </a:lnSpc>
              <a:spcBef>
                <a:spcPts val="300"/>
              </a:spcBef>
              <a:spcAft>
                <a:spcPts val="0"/>
              </a:spcAft>
              <a:buClr>
                <a:schemeClr val="dk1"/>
              </a:buClr>
              <a:buSzPts val="1500"/>
              <a:buChar char="•"/>
              <a:defRPr sz="1500"/>
            </a:lvl8pPr>
            <a:lvl9pPr indent="-323850" lvl="8" marL="4114800" algn="l">
              <a:lnSpc>
                <a:spcPct val="100000"/>
              </a:lnSpc>
              <a:spcBef>
                <a:spcPts val="300"/>
              </a:spcBef>
              <a:spcAft>
                <a:spcPts val="0"/>
              </a:spcAft>
              <a:buClr>
                <a:schemeClr val="dk1"/>
              </a:buClr>
              <a:buSzPts val="1500"/>
              <a:buChar char="•"/>
              <a:defRPr sz="1500"/>
            </a:lvl9pPr>
          </a:lstStyle>
          <a:p/>
        </p:txBody>
      </p:sp>
      <p:sp>
        <p:nvSpPr>
          <p:cNvPr id="177" name="Google Shape;177;p33"/>
          <p:cNvSpPr txBox="1"/>
          <p:nvPr>
            <p:ph idx="2" type="body"/>
          </p:nvPr>
        </p:nvSpPr>
        <p:spPr>
          <a:xfrm>
            <a:off x="457201" y="1076327"/>
            <a:ext cx="3008313" cy="3518297"/>
          </a:xfrm>
          <a:prstGeom prst="rect">
            <a:avLst/>
          </a:prstGeom>
          <a:noFill/>
          <a:ln>
            <a:noFill/>
          </a:ln>
        </p:spPr>
        <p:txBody>
          <a:bodyPr anchorCtr="0" anchor="t" bIns="34275" lIns="68575" spcFirstLastPara="1" rIns="68575" wrap="square" tIns="34275">
            <a:noAutofit/>
          </a:bodyPr>
          <a:lstStyle>
            <a:lvl1pPr indent="-228600" lvl="0" marL="457200" algn="l">
              <a:lnSpc>
                <a:spcPct val="100000"/>
              </a:lnSpc>
              <a:spcBef>
                <a:spcPts val="200"/>
              </a:spcBef>
              <a:spcAft>
                <a:spcPts val="0"/>
              </a:spcAft>
              <a:buClr>
                <a:schemeClr val="dk1"/>
              </a:buClr>
              <a:buSzPts val="1100"/>
              <a:buNone/>
              <a:defRPr sz="1100"/>
            </a:lvl1pPr>
            <a:lvl2pPr indent="-228600" lvl="1" marL="914400" algn="l">
              <a:lnSpc>
                <a:spcPct val="100000"/>
              </a:lnSpc>
              <a:spcBef>
                <a:spcPts val="200"/>
              </a:spcBef>
              <a:spcAft>
                <a:spcPts val="0"/>
              </a:spcAft>
              <a:buClr>
                <a:schemeClr val="dk1"/>
              </a:buClr>
              <a:buSzPts val="900"/>
              <a:buNone/>
              <a:defRPr sz="900"/>
            </a:lvl2pPr>
            <a:lvl3pPr indent="-228600" lvl="2" marL="1371600" algn="l">
              <a:lnSpc>
                <a:spcPct val="100000"/>
              </a:lnSpc>
              <a:spcBef>
                <a:spcPts val="200"/>
              </a:spcBef>
              <a:spcAft>
                <a:spcPts val="0"/>
              </a:spcAft>
              <a:buClr>
                <a:schemeClr val="dk1"/>
              </a:buClr>
              <a:buSzPts val="800"/>
              <a:buNone/>
              <a:defRPr sz="800"/>
            </a:lvl3pPr>
            <a:lvl4pPr indent="-228600" lvl="3" marL="1828800" algn="l">
              <a:lnSpc>
                <a:spcPct val="100000"/>
              </a:lnSpc>
              <a:spcBef>
                <a:spcPts val="100"/>
              </a:spcBef>
              <a:spcAft>
                <a:spcPts val="0"/>
              </a:spcAft>
              <a:buClr>
                <a:schemeClr val="dk1"/>
              </a:buClr>
              <a:buSzPts val="700"/>
              <a:buNone/>
              <a:defRPr sz="700"/>
            </a:lvl4pPr>
            <a:lvl5pPr indent="-228600" lvl="4" marL="2286000" algn="l">
              <a:lnSpc>
                <a:spcPct val="100000"/>
              </a:lnSpc>
              <a:spcBef>
                <a:spcPts val="100"/>
              </a:spcBef>
              <a:spcAft>
                <a:spcPts val="0"/>
              </a:spcAft>
              <a:buClr>
                <a:schemeClr val="dk1"/>
              </a:buClr>
              <a:buSzPts val="700"/>
              <a:buNone/>
              <a:defRPr sz="700"/>
            </a:lvl5pPr>
            <a:lvl6pPr indent="-228600" lvl="5" marL="2743200" algn="l">
              <a:lnSpc>
                <a:spcPct val="100000"/>
              </a:lnSpc>
              <a:spcBef>
                <a:spcPts val="100"/>
              </a:spcBef>
              <a:spcAft>
                <a:spcPts val="0"/>
              </a:spcAft>
              <a:buClr>
                <a:schemeClr val="dk1"/>
              </a:buClr>
              <a:buSzPts val="700"/>
              <a:buNone/>
              <a:defRPr sz="700"/>
            </a:lvl6pPr>
            <a:lvl7pPr indent="-228600" lvl="6" marL="3200400" algn="l">
              <a:lnSpc>
                <a:spcPct val="100000"/>
              </a:lnSpc>
              <a:spcBef>
                <a:spcPts val="100"/>
              </a:spcBef>
              <a:spcAft>
                <a:spcPts val="0"/>
              </a:spcAft>
              <a:buClr>
                <a:schemeClr val="dk1"/>
              </a:buClr>
              <a:buSzPts val="700"/>
              <a:buNone/>
              <a:defRPr sz="700"/>
            </a:lvl7pPr>
            <a:lvl8pPr indent="-228600" lvl="7" marL="3657600" algn="l">
              <a:lnSpc>
                <a:spcPct val="100000"/>
              </a:lnSpc>
              <a:spcBef>
                <a:spcPts val="100"/>
              </a:spcBef>
              <a:spcAft>
                <a:spcPts val="0"/>
              </a:spcAft>
              <a:buClr>
                <a:schemeClr val="dk1"/>
              </a:buClr>
              <a:buSzPts val="700"/>
              <a:buNone/>
              <a:defRPr sz="700"/>
            </a:lvl8pPr>
            <a:lvl9pPr indent="-228600" lvl="8" marL="4114800" algn="l">
              <a:lnSpc>
                <a:spcPct val="100000"/>
              </a:lnSpc>
              <a:spcBef>
                <a:spcPts val="100"/>
              </a:spcBef>
              <a:spcAft>
                <a:spcPts val="0"/>
              </a:spcAft>
              <a:buClr>
                <a:schemeClr val="dk1"/>
              </a:buClr>
              <a:buSzPts val="700"/>
              <a:buNone/>
              <a:defRPr sz="700"/>
            </a:lvl9pPr>
          </a:lstStyle>
          <a:p/>
        </p:txBody>
      </p:sp>
      <p:sp>
        <p:nvSpPr>
          <p:cNvPr id="178" name="Google Shape;178;p33"/>
          <p:cNvSpPr txBox="1"/>
          <p:nvPr>
            <p:ph idx="10" type="dt"/>
          </p:nvPr>
        </p:nvSpPr>
        <p:spPr>
          <a:xfrm>
            <a:off x="457200" y="4767265"/>
            <a:ext cx="2133600" cy="273844"/>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79" name="Google Shape;179;p33"/>
          <p:cNvSpPr txBox="1"/>
          <p:nvPr>
            <p:ph idx="11" type="ftr"/>
          </p:nvPr>
        </p:nvSpPr>
        <p:spPr>
          <a:xfrm>
            <a:off x="3124200" y="4767265"/>
            <a:ext cx="2895600" cy="273844"/>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80" name="Google Shape;180;p33"/>
          <p:cNvSpPr txBox="1"/>
          <p:nvPr>
            <p:ph idx="12" type="sldNum"/>
          </p:nvPr>
        </p:nvSpPr>
        <p:spPr>
          <a:xfrm>
            <a:off x="6553200" y="4767265"/>
            <a:ext cx="2133600" cy="273844"/>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181" name="Shape 181"/>
        <p:cNvGrpSpPr/>
        <p:nvPr/>
      </p:nvGrpSpPr>
      <p:grpSpPr>
        <a:xfrm>
          <a:off x="0" y="0"/>
          <a:ext cx="0" cy="0"/>
          <a:chOff x="0" y="0"/>
          <a:chExt cx="0" cy="0"/>
        </a:xfrm>
      </p:grpSpPr>
      <p:sp>
        <p:nvSpPr>
          <p:cNvPr id="182" name="Google Shape;182;p34"/>
          <p:cNvSpPr txBox="1"/>
          <p:nvPr>
            <p:ph type="title"/>
          </p:nvPr>
        </p:nvSpPr>
        <p:spPr>
          <a:xfrm>
            <a:off x="1792288" y="3600450"/>
            <a:ext cx="5486400" cy="425054"/>
          </a:xfrm>
          <a:prstGeom prst="rect">
            <a:avLst/>
          </a:prstGeom>
          <a:noFill/>
          <a:ln>
            <a:noFill/>
          </a:ln>
        </p:spPr>
        <p:txBody>
          <a:bodyPr anchorCtr="0" anchor="b" bIns="34275" lIns="68575" spcFirstLastPara="1" rIns="68575" wrap="square" tIns="34275">
            <a:noAutofit/>
          </a:bodyPr>
          <a:lstStyle>
            <a:lvl1pPr lvl="0" algn="l">
              <a:lnSpc>
                <a:spcPct val="100000"/>
              </a:lnSpc>
              <a:spcBef>
                <a:spcPts val="0"/>
              </a:spcBef>
              <a:spcAft>
                <a:spcPts val="0"/>
              </a:spcAft>
              <a:buSzPts val="1100"/>
              <a:buNone/>
              <a:defRPr b="1" sz="1500"/>
            </a:lvl1pPr>
            <a:lvl2pPr lvl="1" algn="ctr">
              <a:lnSpc>
                <a:spcPct val="100000"/>
              </a:lnSpc>
              <a:spcBef>
                <a:spcPts val="0"/>
              </a:spcBef>
              <a:spcAft>
                <a:spcPts val="0"/>
              </a:spcAft>
              <a:buSzPts val="1100"/>
              <a:buNone/>
              <a:defRPr/>
            </a:lvl2pPr>
            <a:lvl3pPr lvl="2" algn="ctr">
              <a:lnSpc>
                <a:spcPct val="100000"/>
              </a:lnSpc>
              <a:spcBef>
                <a:spcPts val="0"/>
              </a:spcBef>
              <a:spcAft>
                <a:spcPts val="0"/>
              </a:spcAft>
              <a:buSzPts val="1100"/>
              <a:buNone/>
              <a:defRPr/>
            </a:lvl3pPr>
            <a:lvl4pPr lvl="3" algn="ctr">
              <a:lnSpc>
                <a:spcPct val="100000"/>
              </a:lnSpc>
              <a:spcBef>
                <a:spcPts val="0"/>
              </a:spcBef>
              <a:spcAft>
                <a:spcPts val="0"/>
              </a:spcAft>
              <a:buSzPts val="1100"/>
              <a:buNone/>
              <a:defRPr/>
            </a:lvl4pPr>
            <a:lvl5pPr lvl="4" algn="ctr">
              <a:lnSpc>
                <a:spcPct val="100000"/>
              </a:lnSpc>
              <a:spcBef>
                <a:spcPts val="0"/>
              </a:spcBef>
              <a:spcAft>
                <a:spcPts val="0"/>
              </a:spcAft>
              <a:buSzPts val="1100"/>
              <a:buNone/>
              <a:defRPr/>
            </a:lvl5pPr>
            <a:lvl6pPr lvl="5" algn="ctr">
              <a:lnSpc>
                <a:spcPct val="100000"/>
              </a:lnSpc>
              <a:spcBef>
                <a:spcPts val="0"/>
              </a:spcBef>
              <a:spcAft>
                <a:spcPts val="0"/>
              </a:spcAft>
              <a:buSzPts val="1100"/>
              <a:buNone/>
              <a:defRPr/>
            </a:lvl6pPr>
            <a:lvl7pPr lvl="6" algn="ctr">
              <a:lnSpc>
                <a:spcPct val="100000"/>
              </a:lnSpc>
              <a:spcBef>
                <a:spcPts val="0"/>
              </a:spcBef>
              <a:spcAft>
                <a:spcPts val="0"/>
              </a:spcAft>
              <a:buSzPts val="1100"/>
              <a:buNone/>
              <a:defRPr/>
            </a:lvl7pPr>
            <a:lvl8pPr lvl="7" algn="ctr">
              <a:lnSpc>
                <a:spcPct val="100000"/>
              </a:lnSpc>
              <a:spcBef>
                <a:spcPts val="0"/>
              </a:spcBef>
              <a:spcAft>
                <a:spcPts val="0"/>
              </a:spcAft>
              <a:buSzPts val="1100"/>
              <a:buNone/>
              <a:defRPr/>
            </a:lvl8pPr>
            <a:lvl9pPr lvl="8" algn="ctr">
              <a:lnSpc>
                <a:spcPct val="100000"/>
              </a:lnSpc>
              <a:spcBef>
                <a:spcPts val="0"/>
              </a:spcBef>
              <a:spcAft>
                <a:spcPts val="0"/>
              </a:spcAft>
              <a:buSzPts val="1100"/>
              <a:buNone/>
              <a:defRPr/>
            </a:lvl9pPr>
          </a:lstStyle>
          <a:p/>
        </p:txBody>
      </p:sp>
      <p:sp>
        <p:nvSpPr>
          <p:cNvPr id="183" name="Google Shape;183;p34"/>
          <p:cNvSpPr/>
          <p:nvPr>
            <p:ph idx="2" type="pic"/>
          </p:nvPr>
        </p:nvSpPr>
        <p:spPr>
          <a:xfrm>
            <a:off x="1792288" y="459581"/>
            <a:ext cx="5486400" cy="3086100"/>
          </a:xfrm>
          <a:prstGeom prst="rect">
            <a:avLst/>
          </a:prstGeom>
          <a:noFill/>
          <a:ln>
            <a:noFill/>
          </a:ln>
        </p:spPr>
      </p:sp>
      <p:sp>
        <p:nvSpPr>
          <p:cNvPr id="184" name="Google Shape;184;p34"/>
          <p:cNvSpPr txBox="1"/>
          <p:nvPr>
            <p:ph idx="1" type="body"/>
          </p:nvPr>
        </p:nvSpPr>
        <p:spPr>
          <a:xfrm>
            <a:off x="1792288" y="4025503"/>
            <a:ext cx="5486400" cy="603647"/>
          </a:xfrm>
          <a:prstGeom prst="rect">
            <a:avLst/>
          </a:prstGeom>
          <a:noFill/>
          <a:ln>
            <a:noFill/>
          </a:ln>
        </p:spPr>
        <p:txBody>
          <a:bodyPr anchorCtr="0" anchor="t" bIns="34275" lIns="68575" spcFirstLastPara="1" rIns="68575" wrap="square" tIns="34275">
            <a:noAutofit/>
          </a:bodyPr>
          <a:lstStyle>
            <a:lvl1pPr indent="-228600" lvl="0" marL="457200" algn="l">
              <a:lnSpc>
                <a:spcPct val="100000"/>
              </a:lnSpc>
              <a:spcBef>
                <a:spcPts val="200"/>
              </a:spcBef>
              <a:spcAft>
                <a:spcPts val="0"/>
              </a:spcAft>
              <a:buClr>
                <a:schemeClr val="dk1"/>
              </a:buClr>
              <a:buSzPts val="1100"/>
              <a:buNone/>
              <a:defRPr sz="1100"/>
            </a:lvl1pPr>
            <a:lvl2pPr indent="-228600" lvl="1" marL="914400" algn="l">
              <a:lnSpc>
                <a:spcPct val="100000"/>
              </a:lnSpc>
              <a:spcBef>
                <a:spcPts val="200"/>
              </a:spcBef>
              <a:spcAft>
                <a:spcPts val="0"/>
              </a:spcAft>
              <a:buClr>
                <a:schemeClr val="dk1"/>
              </a:buClr>
              <a:buSzPts val="900"/>
              <a:buNone/>
              <a:defRPr sz="900"/>
            </a:lvl2pPr>
            <a:lvl3pPr indent="-228600" lvl="2" marL="1371600" algn="l">
              <a:lnSpc>
                <a:spcPct val="100000"/>
              </a:lnSpc>
              <a:spcBef>
                <a:spcPts val="200"/>
              </a:spcBef>
              <a:spcAft>
                <a:spcPts val="0"/>
              </a:spcAft>
              <a:buClr>
                <a:schemeClr val="dk1"/>
              </a:buClr>
              <a:buSzPts val="800"/>
              <a:buNone/>
              <a:defRPr sz="800"/>
            </a:lvl3pPr>
            <a:lvl4pPr indent="-228600" lvl="3" marL="1828800" algn="l">
              <a:lnSpc>
                <a:spcPct val="100000"/>
              </a:lnSpc>
              <a:spcBef>
                <a:spcPts val="100"/>
              </a:spcBef>
              <a:spcAft>
                <a:spcPts val="0"/>
              </a:spcAft>
              <a:buClr>
                <a:schemeClr val="dk1"/>
              </a:buClr>
              <a:buSzPts val="700"/>
              <a:buNone/>
              <a:defRPr sz="700"/>
            </a:lvl4pPr>
            <a:lvl5pPr indent="-228600" lvl="4" marL="2286000" algn="l">
              <a:lnSpc>
                <a:spcPct val="100000"/>
              </a:lnSpc>
              <a:spcBef>
                <a:spcPts val="100"/>
              </a:spcBef>
              <a:spcAft>
                <a:spcPts val="0"/>
              </a:spcAft>
              <a:buClr>
                <a:schemeClr val="dk1"/>
              </a:buClr>
              <a:buSzPts val="700"/>
              <a:buNone/>
              <a:defRPr sz="700"/>
            </a:lvl5pPr>
            <a:lvl6pPr indent="-228600" lvl="5" marL="2743200" algn="l">
              <a:lnSpc>
                <a:spcPct val="100000"/>
              </a:lnSpc>
              <a:spcBef>
                <a:spcPts val="100"/>
              </a:spcBef>
              <a:spcAft>
                <a:spcPts val="0"/>
              </a:spcAft>
              <a:buClr>
                <a:schemeClr val="dk1"/>
              </a:buClr>
              <a:buSzPts val="700"/>
              <a:buNone/>
              <a:defRPr sz="700"/>
            </a:lvl6pPr>
            <a:lvl7pPr indent="-228600" lvl="6" marL="3200400" algn="l">
              <a:lnSpc>
                <a:spcPct val="100000"/>
              </a:lnSpc>
              <a:spcBef>
                <a:spcPts val="100"/>
              </a:spcBef>
              <a:spcAft>
                <a:spcPts val="0"/>
              </a:spcAft>
              <a:buClr>
                <a:schemeClr val="dk1"/>
              </a:buClr>
              <a:buSzPts val="700"/>
              <a:buNone/>
              <a:defRPr sz="700"/>
            </a:lvl7pPr>
            <a:lvl8pPr indent="-228600" lvl="7" marL="3657600" algn="l">
              <a:lnSpc>
                <a:spcPct val="100000"/>
              </a:lnSpc>
              <a:spcBef>
                <a:spcPts val="100"/>
              </a:spcBef>
              <a:spcAft>
                <a:spcPts val="0"/>
              </a:spcAft>
              <a:buClr>
                <a:schemeClr val="dk1"/>
              </a:buClr>
              <a:buSzPts val="700"/>
              <a:buNone/>
              <a:defRPr sz="700"/>
            </a:lvl8pPr>
            <a:lvl9pPr indent="-228600" lvl="8" marL="4114800" algn="l">
              <a:lnSpc>
                <a:spcPct val="100000"/>
              </a:lnSpc>
              <a:spcBef>
                <a:spcPts val="100"/>
              </a:spcBef>
              <a:spcAft>
                <a:spcPts val="0"/>
              </a:spcAft>
              <a:buClr>
                <a:schemeClr val="dk1"/>
              </a:buClr>
              <a:buSzPts val="700"/>
              <a:buNone/>
              <a:defRPr sz="700"/>
            </a:lvl9pPr>
          </a:lstStyle>
          <a:p/>
        </p:txBody>
      </p:sp>
      <p:sp>
        <p:nvSpPr>
          <p:cNvPr id="185" name="Google Shape;185;p34"/>
          <p:cNvSpPr txBox="1"/>
          <p:nvPr>
            <p:ph idx="10" type="dt"/>
          </p:nvPr>
        </p:nvSpPr>
        <p:spPr>
          <a:xfrm>
            <a:off x="457200" y="4767265"/>
            <a:ext cx="2133600" cy="273844"/>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86" name="Google Shape;186;p34"/>
          <p:cNvSpPr txBox="1"/>
          <p:nvPr>
            <p:ph idx="11" type="ftr"/>
          </p:nvPr>
        </p:nvSpPr>
        <p:spPr>
          <a:xfrm>
            <a:off x="3124200" y="4767265"/>
            <a:ext cx="2895600" cy="273844"/>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87" name="Google Shape;187;p34"/>
          <p:cNvSpPr txBox="1"/>
          <p:nvPr>
            <p:ph idx="12" type="sldNum"/>
          </p:nvPr>
        </p:nvSpPr>
        <p:spPr>
          <a:xfrm>
            <a:off x="6553200" y="4767265"/>
            <a:ext cx="2133600" cy="273844"/>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188" name="Shape 188"/>
        <p:cNvGrpSpPr/>
        <p:nvPr/>
      </p:nvGrpSpPr>
      <p:grpSpPr>
        <a:xfrm>
          <a:off x="0" y="0"/>
          <a:ext cx="0" cy="0"/>
          <a:chOff x="0" y="0"/>
          <a:chExt cx="0" cy="0"/>
        </a:xfrm>
      </p:grpSpPr>
      <p:sp>
        <p:nvSpPr>
          <p:cNvPr id="189" name="Google Shape;189;p35"/>
          <p:cNvSpPr txBox="1"/>
          <p:nvPr>
            <p:ph type="title"/>
          </p:nvPr>
        </p:nvSpPr>
        <p:spPr>
          <a:xfrm>
            <a:off x="457200" y="-35719"/>
            <a:ext cx="8229600" cy="85725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ctr">
              <a:lnSpc>
                <a:spcPct val="100000"/>
              </a:lnSpc>
              <a:spcBef>
                <a:spcPts val="0"/>
              </a:spcBef>
              <a:spcAft>
                <a:spcPts val="0"/>
              </a:spcAft>
              <a:buSzPts val="1100"/>
              <a:buNone/>
              <a:defRPr/>
            </a:lvl2pPr>
            <a:lvl3pPr lvl="2" algn="ctr">
              <a:lnSpc>
                <a:spcPct val="100000"/>
              </a:lnSpc>
              <a:spcBef>
                <a:spcPts val="0"/>
              </a:spcBef>
              <a:spcAft>
                <a:spcPts val="0"/>
              </a:spcAft>
              <a:buSzPts val="1100"/>
              <a:buNone/>
              <a:defRPr/>
            </a:lvl3pPr>
            <a:lvl4pPr lvl="3" algn="ctr">
              <a:lnSpc>
                <a:spcPct val="100000"/>
              </a:lnSpc>
              <a:spcBef>
                <a:spcPts val="0"/>
              </a:spcBef>
              <a:spcAft>
                <a:spcPts val="0"/>
              </a:spcAft>
              <a:buSzPts val="1100"/>
              <a:buNone/>
              <a:defRPr/>
            </a:lvl4pPr>
            <a:lvl5pPr lvl="4" algn="ctr">
              <a:lnSpc>
                <a:spcPct val="100000"/>
              </a:lnSpc>
              <a:spcBef>
                <a:spcPts val="0"/>
              </a:spcBef>
              <a:spcAft>
                <a:spcPts val="0"/>
              </a:spcAft>
              <a:buSzPts val="1100"/>
              <a:buNone/>
              <a:defRPr/>
            </a:lvl5pPr>
            <a:lvl6pPr lvl="5" algn="ctr">
              <a:lnSpc>
                <a:spcPct val="100000"/>
              </a:lnSpc>
              <a:spcBef>
                <a:spcPts val="0"/>
              </a:spcBef>
              <a:spcAft>
                <a:spcPts val="0"/>
              </a:spcAft>
              <a:buSzPts val="1100"/>
              <a:buNone/>
              <a:defRPr/>
            </a:lvl6pPr>
            <a:lvl7pPr lvl="6" algn="ctr">
              <a:lnSpc>
                <a:spcPct val="100000"/>
              </a:lnSpc>
              <a:spcBef>
                <a:spcPts val="0"/>
              </a:spcBef>
              <a:spcAft>
                <a:spcPts val="0"/>
              </a:spcAft>
              <a:buSzPts val="1100"/>
              <a:buNone/>
              <a:defRPr/>
            </a:lvl7pPr>
            <a:lvl8pPr lvl="7" algn="ctr">
              <a:lnSpc>
                <a:spcPct val="100000"/>
              </a:lnSpc>
              <a:spcBef>
                <a:spcPts val="0"/>
              </a:spcBef>
              <a:spcAft>
                <a:spcPts val="0"/>
              </a:spcAft>
              <a:buSzPts val="1100"/>
              <a:buNone/>
              <a:defRPr/>
            </a:lvl8pPr>
            <a:lvl9pPr lvl="8" algn="ctr">
              <a:lnSpc>
                <a:spcPct val="100000"/>
              </a:lnSpc>
              <a:spcBef>
                <a:spcPts val="0"/>
              </a:spcBef>
              <a:spcAft>
                <a:spcPts val="0"/>
              </a:spcAft>
              <a:buSzPts val="1100"/>
              <a:buNone/>
              <a:defRPr/>
            </a:lvl9pPr>
          </a:lstStyle>
          <a:p/>
        </p:txBody>
      </p:sp>
      <p:sp>
        <p:nvSpPr>
          <p:cNvPr id="190" name="Google Shape;190;p35"/>
          <p:cNvSpPr txBox="1"/>
          <p:nvPr>
            <p:ph idx="1" type="body"/>
          </p:nvPr>
        </p:nvSpPr>
        <p:spPr>
          <a:xfrm rot="5400000">
            <a:off x="2685455" y="-1406723"/>
            <a:ext cx="3773091" cy="8229600"/>
          </a:xfrm>
          <a:prstGeom prst="rect">
            <a:avLst/>
          </a:prstGeom>
          <a:noFill/>
          <a:ln>
            <a:noFill/>
          </a:ln>
        </p:spPr>
        <p:txBody>
          <a:bodyPr anchorCtr="0" anchor="t" bIns="34275" lIns="68575" spcFirstLastPara="1" rIns="68575" wrap="square" tIns="34275">
            <a:noAutofit/>
          </a:bodyPr>
          <a:lstStyle>
            <a:lvl1pPr indent="-317500" lvl="0" marL="457200" algn="l">
              <a:lnSpc>
                <a:spcPct val="100000"/>
              </a:lnSpc>
              <a:spcBef>
                <a:spcPts val="300"/>
              </a:spcBef>
              <a:spcAft>
                <a:spcPts val="0"/>
              </a:spcAft>
              <a:buClr>
                <a:schemeClr val="dk1"/>
              </a:buClr>
              <a:buSzPts val="1400"/>
              <a:buChar char="•"/>
              <a:defRPr/>
            </a:lvl1pPr>
            <a:lvl2pPr indent="-317500" lvl="1" marL="914400" algn="l">
              <a:lnSpc>
                <a:spcPct val="100000"/>
              </a:lnSpc>
              <a:spcBef>
                <a:spcPts val="300"/>
              </a:spcBef>
              <a:spcAft>
                <a:spcPts val="0"/>
              </a:spcAft>
              <a:buClr>
                <a:schemeClr val="dk1"/>
              </a:buClr>
              <a:buSzPts val="1400"/>
              <a:buChar char="–"/>
              <a:defRPr/>
            </a:lvl2pPr>
            <a:lvl3pPr indent="-317500" lvl="2" marL="1371600" algn="l">
              <a:lnSpc>
                <a:spcPct val="100000"/>
              </a:lnSpc>
              <a:spcBef>
                <a:spcPts val="300"/>
              </a:spcBef>
              <a:spcAft>
                <a:spcPts val="0"/>
              </a:spcAft>
              <a:buClr>
                <a:schemeClr val="dk1"/>
              </a:buClr>
              <a:buSzPts val="1400"/>
              <a:buChar char="•"/>
              <a:defRPr/>
            </a:lvl3pPr>
            <a:lvl4pPr indent="-317500" lvl="3" marL="1828800" algn="l">
              <a:lnSpc>
                <a:spcPct val="100000"/>
              </a:lnSpc>
              <a:spcBef>
                <a:spcPts val="300"/>
              </a:spcBef>
              <a:spcAft>
                <a:spcPts val="0"/>
              </a:spcAft>
              <a:buClr>
                <a:schemeClr val="dk1"/>
              </a:buClr>
              <a:buSzPts val="1400"/>
              <a:buChar char="–"/>
              <a:defRPr/>
            </a:lvl4pPr>
            <a:lvl5pPr indent="-317500" lvl="4" marL="2286000" algn="l">
              <a:lnSpc>
                <a:spcPct val="100000"/>
              </a:lnSpc>
              <a:spcBef>
                <a:spcPts val="300"/>
              </a:spcBef>
              <a:spcAft>
                <a:spcPts val="0"/>
              </a:spcAft>
              <a:buClr>
                <a:schemeClr val="dk1"/>
              </a:buClr>
              <a:buSzPts val="1400"/>
              <a:buChar char="»"/>
              <a:defRPr/>
            </a:lvl5pPr>
            <a:lvl6pPr indent="-317500" lvl="5" marL="2743200" algn="l">
              <a:lnSpc>
                <a:spcPct val="100000"/>
              </a:lnSpc>
              <a:spcBef>
                <a:spcPts val="300"/>
              </a:spcBef>
              <a:spcAft>
                <a:spcPts val="0"/>
              </a:spcAft>
              <a:buClr>
                <a:schemeClr val="dk1"/>
              </a:buClr>
              <a:buSzPts val="1400"/>
              <a:buChar char="•"/>
              <a:defRPr/>
            </a:lvl6pPr>
            <a:lvl7pPr indent="-317500" lvl="6" marL="3200400" algn="l">
              <a:lnSpc>
                <a:spcPct val="100000"/>
              </a:lnSpc>
              <a:spcBef>
                <a:spcPts val="300"/>
              </a:spcBef>
              <a:spcAft>
                <a:spcPts val="0"/>
              </a:spcAft>
              <a:buClr>
                <a:schemeClr val="dk1"/>
              </a:buClr>
              <a:buSzPts val="1400"/>
              <a:buChar char="•"/>
              <a:defRPr/>
            </a:lvl7pPr>
            <a:lvl8pPr indent="-317500" lvl="7" marL="3657600" algn="l">
              <a:lnSpc>
                <a:spcPct val="100000"/>
              </a:lnSpc>
              <a:spcBef>
                <a:spcPts val="300"/>
              </a:spcBef>
              <a:spcAft>
                <a:spcPts val="0"/>
              </a:spcAft>
              <a:buClr>
                <a:schemeClr val="dk1"/>
              </a:buClr>
              <a:buSzPts val="1400"/>
              <a:buChar char="•"/>
              <a:defRPr/>
            </a:lvl8pPr>
            <a:lvl9pPr indent="-317500" lvl="8" marL="4114800" algn="l">
              <a:lnSpc>
                <a:spcPct val="100000"/>
              </a:lnSpc>
              <a:spcBef>
                <a:spcPts val="300"/>
              </a:spcBef>
              <a:spcAft>
                <a:spcPts val="0"/>
              </a:spcAft>
              <a:buClr>
                <a:schemeClr val="dk1"/>
              </a:buClr>
              <a:buSzPts val="1400"/>
              <a:buChar char="•"/>
              <a:defRPr/>
            </a:lvl9pPr>
          </a:lstStyle>
          <a:p/>
        </p:txBody>
      </p:sp>
      <p:sp>
        <p:nvSpPr>
          <p:cNvPr id="191" name="Google Shape;191;p35"/>
          <p:cNvSpPr txBox="1"/>
          <p:nvPr>
            <p:ph idx="10" type="dt"/>
          </p:nvPr>
        </p:nvSpPr>
        <p:spPr>
          <a:xfrm>
            <a:off x="457200" y="4767265"/>
            <a:ext cx="2133600" cy="273844"/>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92" name="Google Shape;192;p35"/>
          <p:cNvSpPr txBox="1"/>
          <p:nvPr>
            <p:ph idx="11" type="ftr"/>
          </p:nvPr>
        </p:nvSpPr>
        <p:spPr>
          <a:xfrm>
            <a:off x="3124200" y="4767265"/>
            <a:ext cx="2895600" cy="273844"/>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93" name="Google Shape;193;p35"/>
          <p:cNvSpPr txBox="1"/>
          <p:nvPr>
            <p:ph idx="12" type="sldNum"/>
          </p:nvPr>
        </p:nvSpPr>
        <p:spPr>
          <a:xfrm>
            <a:off x="6553200" y="4767265"/>
            <a:ext cx="2133600" cy="273844"/>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194" name="Shape 194"/>
        <p:cNvGrpSpPr/>
        <p:nvPr/>
      </p:nvGrpSpPr>
      <p:grpSpPr>
        <a:xfrm>
          <a:off x="0" y="0"/>
          <a:ext cx="0" cy="0"/>
          <a:chOff x="0" y="0"/>
          <a:chExt cx="0" cy="0"/>
        </a:xfrm>
      </p:grpSpPr>
      <p:sp>
        <p:nvSpPr>
          <p:cNvPr id="195" name="Google Shape;195;p36"/>
          <p:cNvSpPr txBox="1"/>
          <p:nvPr>
            <p:ph type="title"/>
          </p:nvPr>
        </p:nvSpPr>
        <p:spPr>
          <a:xfrm rot="5400000">
            <a:off x="5463778" y="1371603"/>
            <a:ext cx="4388644" cy="20574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ctr">
              <a:lnSpc>
                <a:spcPct val="100000"/>
              </a:lnSpc>
              <a:spcBef>
                <a:spcPts val="0"/>
              </a:spcBef>
              <a:spcAft>
                <a:spcPts val="0"/>
              </a:spcAft>
              <a:buSzPts val="1100"/>
              <a:buNone/>
              <a:defRPr/>
            </a:lvl2pPr>
            <a:lvl3pPr lvl="2" algn="ctr">
              <a:lnSpc>
                <a:spcPct val="100000"/>
              </a:lnSpc>
              <a:spcBef>
                <a:spcPts val="0"/>
              </a:spcBef>
              <a:spcAft>
                <a:spcPts val="0"/>
              </a:spcAft>
              <a:buSzPts val="1100"/>
              <a:buNone/>
              <a:defRPr/>
            </a:lvl3pPr>
            <a:lvl4pPr lvl="3" algn="ctr">
              <a:lnSpc>
                <a:spcPct val="100000"/>
              </a:lnSpc>
              <a:spcBef>
                <a:spcPts val="0"/>
              </a:spcBef>
              <a:spcAft>
                <a:spcPts val="0"/>
              </a:spcAft>
              <a:buSzPts val="1100"/>
              <a:buNone/>
              <a:defRPr/>
            </a:lvl4pPr>
            <a:lvl5pPr lvl="4" algn="ctr">
              <a:lnSpc>
                <a:spcPct val="100000"/>
              </a:lnSpc>
              <a:spcBef>
                <a:spcPts val="0"/>
              </a:spcBef>
              <a:spcAft>
                <a:spcPts val="0"/>
              </a:spcAft>
              <a:buSzPts val="1100"/>
              <a:buNone/>
              <a:defRPr/>
            </a:lvl5pPr>
            <a:lvl6pPr lvl="5" algn="ctr">
              <a:lnSpc>
                <a:spcPct val="100000"/>
              </a:lnSpc>
              <a:spcBef>
                <a:spcPts val="0"/>
              </a:spcBef>
              <a:spcAft>
                <a:spcPts val="0"/>
              </a:spcAft>
              <a:buSzPts val="1100"/>
              <a:buNone/>
              <a:defRPr/>
            </a:lvl6pPr>
            <a:lvl7pPr lvl="6" algn="ctr">
              <a:lnSpc>
                <a:spcPct val="100000"/>
              </a:lnSpc>
              <a:spcBef>
                <a:spcPts val="0"/>
              </a:spcBef>
              <a:spcAft>
                <a:spcPts val="0"/>
              </a:spcAft>
              <a:buSzPts val="1100"/>
              <a:buNone/>
              <a:defRPr/>
            </a:lvl7pPr>
            <a:lvl8pPr lvl="7" algn="ctr">
              <a:lnSpc>
                <a:spcPct val="100000"/>
              </a:lnSpc>
              <a:spcBef>
                <a:spcPts val="0"/>
              </a:spcBef>
              <a:spcAft>
                <a:spcPts val="0"/>
              </a:spcAft>
              <a:buSzPts val="1100"/>
              <a:buNone/>
              <a:defRPr/>
            </a:lvl8pPr>
            <a:lvl9pPr lvl="8" algn="ctr">
              <a:lnSpc>
                <a:spcPct val="100000"/>
              </a:lnSpc>
              <a:spcBef>
                <a:spcPts val="0"/>
              </a:spcBef>
              <a:spcAft>
                <a:spcPts val="0"/>
              </a:spcAft>
              <a:buSzPts val="1100"/>
              <a:buNone/>
              <a:defRPr/>
            </a:lvl9pPr>
          </a:lstStyle>
          <a:p/>
        </p:txBody>
      </p:sp>
      <p:sp>
        <p:nvSpPr>
          <p:cNvPr id="196" name="Google Shape;196;p36"/>
          <p:cNvSpPr txBox="1"/>
          <p:nvPr>
            <p:ph idx="1" type="body"/>
          </p:nvPr>
        </p:nvSpPr>
        <p:spPr>
          <a:xfrm rot="5400000">
            <a:off x="1272778" y="-609597"/>
            <a:ext cx="4388644" cy="6019800"/>
          </a:xfrm>
          <a:prstGeom prst="rect">
            <a:avLst/>
          </a:prstGeom>
          <a:noFill/>
          <a:ln>
            <a:noFill/>
          </a:ln>
        </p:spPr>
        <p:txBody>
          <a:bodyPr anchorCtr="0" anchor="t" bIns="34275" lIns="68575" spcFirstLastPara="1" rIns="68575" wrap="square" tIns="34275">
            <a:noAutofit/>
          </a:bodyPr>
          <a:lstStyle>
            <a:lvl1pPr indent="-317500" lvl="0" marL="457200" algn="l">
              <a:lnSpc>
                <a:spcPct val="100000"/>
              </a:lnSpc>
              <a:spcBef>
                <a:spcPts val="300"/>
              </a:spcBef>
              <a:spcAft>
                <a:spcPts val="0"/>
              </a:spcAft>
              <a:buClr>
                <a:schemeClr val="dk1"/>
              </a:buClr>
              <a:buSzPts val="1400"/>
              <a:buChar char="•"/>
              <a:defRPr/>
            </a:lvl1pPr>
            <a:lvl2pPr indent="-317500" lvl="1" marL="914400" algn="l">
              <a:lnSpc>
                <a:spcPct val="100000"/>
              </a:lnSpc>
              <a:spcBef>
                <a:spcPts val="300"/>
              </a:spcBef>
              <a:spcAft>
                <a:spcPts val="0"/>
              </a:spcAft>
              <a:buClr>
                <a:schemeClr val="dk1"/>
              </a:buClr>
              <a:buSzPts val="1400"/>
              <a:buChar char="–"/>
              <a:defRPr/>
            </a:lvl2pPr>
            <a:lvl3pPr indent="-317500" lvl="2" marL="1371600" algn="l">
              <a:lnSpc>
                <a:spcPct val="100000"/>
              </a:lnSpc>
              <a:spcBef>
                <a:spcPts val="300"/>
              </a:spcBef>
              <a:spcAft>
                <a:spcPts val="0"/>
              </a:spcAft>
              <a:buClr>
                <a:schemeClr val="dk1"/>
              </a:buClr>
              <a:buSzPts val="1400"/>
              <a:buChar char="•"/>
              <a:defRPr/>
            </a:lvl3pPr>
            <a:lvl4pPr indent="-317500" lvl="3" marL="1828800" algn="l">
              <a:lnSpc>
                <a:spcPct val="100000"/>
              </a:lnSpc>
              <a:spcBef>
                <a:spcPts val="300"/>
              </a:spcBef>
              <a:spcAft>
                <a:spcPts val="0"/>
              </a:spcAft>
              <a:buClr>
                <a:schemeClr val="dk1"/>
              </a:buClr>
              <a:buSzPts val="1400"/>
              <a:buChar char="–"/>
              <a:defRPr/>
            </a:lvl4pPr>
            <a:lvl5pPr indent="-317500" lvl="4" marL="2286000" algn="l">
              <a:lnSpc>
                <a:spcPct val="100000"/>
              </a:lnSpc>
              <a:spcBef>
                <a:spcPts val="300"/>
              </a:spcBef>
              <a:spcAft>
                <a:spcPts val="0"/>
              </a:spcAft>
              <a:buClr>
                <a:schemeClr val="dk1"/>
              </a:buClr>
              <a:buSzPts val="1400"/>
              <a:buChar char="»"/>
              <a:defRPr/>
            </a:lvl5pPr>
            <a:lvl6pPr indent="-317500" lvl="5" marL="2743200" algn="l">
              <a:lnSpc>
                <a:spcPct val="100000"/>
              </a:lnSpc>
              <a:spcBef>
                <a:spcPts val="300"/>
              </a:spcBef>
              <a:spcAft>
                <a:spcPts val="0"/>
              </a:spcAft>
              <a:buClr>
                <a:schemeClr val="dk1"/>
              </a:buClr>
              <a:buSzPts val="1400"/>
              <a:buChar char="•"/>
              <a:defRPr/>
            </a:lvl6pPr>
            <a:lvl7pPr indent="-317500" lvl="6" marL="3200400" algn="l">
              <a:lnSpc>
                <a:spcPct val="100000"/>
              </a:lnSpc>
              <a:spcBef>
                <a:spcPts val="300"/>
              </a:spcBef>
              <a:spcAft>
                <a:spcPts val="0"/>
              </a:spcAft>
              <a:buClr>
                <a:schemeClr val="dk1"/>
              </a:buClr>
              <a:buSzPts val="1400"/>
              <a:buChar char="•"/>
              <a:defRPr/>
            </a:lvl7pPr>
            <a:lvl8pPr indent="-317500" lvl="7" marL="3657600" algn="l">
              <a:lnSpc>
                <a:spcPct val="100000"/>
              </a:lnSpc>
              <a:spcBef>
                <a:spcPts val="300"/>
              </a:spcBef>
              <a:spcAft>
                <a:spcPts val="0"/>
              </a:spcAft>
              <a:buClr>
                <a:schemeClr val="dk1"/>
              </a:buClr>
              <a:buSzPts val="1400"/>
              <a:buChar char="•"/>
              <a:defRPr/>
            </a:lvl8pPr>
            <a:lvl9pPr indent="-317500" lvl="8" marL="4114800" algn="l">
              <a:lnSpc>
                <a:spcPct val="100000"/>
              </a:lnSpc>
              <a:spcBef>
                <a:spcPts val="300"/>
              </a:spcBef>
              <a:spcAft>
                <a:spcPts val="0"/>
              </a:spcAft>
              <a:buClr>
                <a:schemeClr val="dk1"/>
              </a:buClr>
              <a:buSzPts val="1400"/>
              <a:buChar char="•"/>
              <a:defRPr/>
            </a:lvl9pPr>
          </a:lstStyle>
          <a:p/>
        </p:txBody>
      </p:sp>
      <p:sp>
        <p:nvSpPr>
          <p:cNvPr id="197" name="Google Shape;197;p36"/>
          <p:cNvSpPr txBox="1"/>
          <p:nvPr>
            <p:ph idx="10" type="dt"/>
          </p:nvPr>
        </p:nvSpPr>
        <p:spPr>
          <a:xfrm>
            <a:off x="457200" y="4767265"/>
            <a:ext cx="2133600" cy="273844"/>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98" name="Google Shape;198;p36"/>
          <p:cNvSpPr txBox="1"/>
          <p:nvPr>
            <p:ph idx="11" type="ftr"/>
          </p:nvPr>
        </p:nvSpPr>
        <p:spPr>
          <a:xfrm>
            <a:off x="3124200" y="4767265"/>
            <a:ext cx="2895600" cy="273844"/>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99" name="Google Shape;199;p36"/>
          <p:cNvSpPr txBox="1"/>
          <p:nvPr>
            <p:ph idx="12" type="sldNum"/>
          </p:nvPr>
        </p:nvSpPr>
        <p:spPr>
          <a:xfrm>
            <a:off x="6553200" y="4767265"/>
            <a:ext cx="2133600" cy="273844"/>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theme" Target="../theme/theme4.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slideLayout" Target="../slideLayouts/slideLayout26.xml"/><Relationship Id="rId5" Type="http://schemas.openxmlformats.org/officeDocument/2006/relationships/slideLayout" Target="../slideLayouts/slideLayout27.xml"/><Relationship Id="rId6" Type="http://schemas.openxmlformats.org/officeDocument/2006/relationships/slideLayout" Target="../slideLayouts/slideLayout28.xml"/><Relationship Id="rId7" Type="http://schemas.openxmlformats.org/officeDocument/2006/relationships/slideLayout" Target="../slideLayouts/slideLayout29.xml"/><Relationship Id="rId8" Type="http://schemas.openxmlformats.org/officeDocument/2006/relationships/slideLayout" Target="../slideLayouts/slideLayout30.xml"/><Relationship Id="rId9" Type="http://schemas.openxmlformats.org/officeDocument/2006/relationships/slideLayout" Target="../slideLayouts/slideLayout31.xml"/><Relationship Id="rId10" Type="http://schemas.openxmlformats.org/officeDocument/2006/relationships/slideLayout" Target="../slideLayouts/slideLayout32.xml"/><Relationship Id="rId11" Type="http://schemas.openxmlformats.org/officeDocument/2006/relationships/slideLayout" Target="../slideLayouts/slideLayout33.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457200" y="-35719"/>
            <a:ext cx="8229600" cy="857250"/>
          </a:xfrm>
          <a:prstGeom prst="rect">
            <a:avLst/>
          </a:prstGeom>
          <a:noFill/>
          <a:ln>
            <a:noFill/>
          </a:ln>
        </p:spPr>
        <p:txBody>
          <a:bodyPr anchorCtr="0" anchor="ctr" bIns="34275" lIns="68575" spcFirstLastPara="1" rIns="68575" wrap="square" tIns="34275">
            <a:noAutofit/>
          </a:bodyPr>
          <a:lstStyle>
            <a:lvl1pPr lvl="0" marR="0" rtl="0" algn="ctr">
              <a:spcBef>
                <a:spcPts val="0"/>
              </a:spcBef>
              <a:spcAft>
                <a:spcPts val="0"/>
              </a:spcAft>
              <a:buSzPts val="1100"/>
              <a:buNone/>
              <a:defRPr b="0" i="0" sz="3300" u="none" cap="none" strike="noStrike">
                <a:solidFill>
                  <a:schemeClr val="dk1"/>
                </a:solidFill>
                <a:latin typeface="Oswald"/>
                <a:ea typeface="Oswald"/>
                <a:cs typeface="Oswald"/>
                <a:sym typeface="Oswald"/>
              </a:defRPr>
            </a:lvl1pPr>
            <a:lvl2pPr lvl="1" marR="0" rtl="0" algn="ctr">
              <a:spcBef>
                <a:spcPts val="0"/>
              </a:spcBef>
              <a:spcAft>
                <a:spcPts val="0"/>
              </a:spcAft>
              <a:buSzPts val="1100"/>
              <a:buNone/>
              <a:defRPr b="0" i="0" sz="3300" u="none" cap="none" strike="noStrike">
                <a:solidFill>
                  <a:schemeClr val="dk1"/>
                </a:solidFill>
                <a:latin typeface="Oswald"/>
                <a:ea typeface="Oswald"/>
                <a:cs typeface="Oswald"/>
                <a:sym typeface="Oswald"/>
              </a:defRPr>
            </a:lvl2pPr>
            <a:lvl3pPr lvl="2" marR="0" rtl="0" algn="ctr">
              <a:spcBef>
                <a:spcPts val="0"/>
              </a:spcBef>
              <a:spcAft>
                <a:spcPts val="0"/>
              </a:spcAft>
              <a:buSzPts val="1100"/>
              <a:buNone/>
              <a:defRPr b="0" i="0" sz="3300" u="none" cap="none" strike="noStrike">
                <a:solidFill>
                  <a:schemeClr val="dk1"/>
                </a:solidFill>
                <a:latin typeface="Oswald"/>
                <a:ea typeface="Oswald"/>
                <a:cs typeface="Oswald"/>
                <a:sym typeface="Oswald"/>
              </a:defRPr>
            </a:lvl3pPr>
            <a:lvl4pPr lvl="3" marR="0" rtl="0" algn="ctr">
              <a:spcBef>
                <a:spcPts val="0"/>
              </a:spcBef>
              <a:spcAft>
                <a:spcPts val="0"/>
              </a:spcAft>
              <a:buSzPts val="1100"/>
              <a:buNone/>
              <a:defRPr b="0" i="0" sz="3300" u="none" cap="none" strike="noStrike">
                <a:solidFill>
                  <a:schemeClr val="dk1"/>
                </a:solidFill>
                <a:latin typeface="Oswald"/>
                <a:ea typeface="Oswald"/>
                <a:cs typeface="Oswald"/>
                <a:sym typeface="Oswald"/>
              </a:defRPr>
            </a:lvl4pPr>
            <a:lvl5pPr lvl="4" marR="0" rtl="0" algn="ctr">
              <a:spcBef>
                <a:spcPts val="0"/>
              </a:spcBef>
              <a:spcAft>
                <a:spcPts val="0"/>
              </a:spcAft>
              <a:buSzPts val="1100"/>
              <a:buNone/>
              <a:defRPr b="0" i="0" sz="3300" u="none" cap="none" strike="noStrike">
                <a:solidFill>
                  <a:schemeClr val="dk1"/>
                </a:solidFill>
                <a:latin typeface="Oswald"/>
                <a:ea typeface="Oswald"/>
                <a:cs typeface="Oswald"/>
                <a:sym typeface="Oswald"/>
              </a:defRPr>
            </a:lvl5pPr>
            <a:lvl6pPr lvl="5" marR="0" rtl="0" algn="ctr">
              <a:spcBef>
                <a:spcPts val="0"/>
              </a:spcBef>
              <a:spcAft>
                <a:spcPts val="0"/>
              </a:spcAft>
              <a:buSzPts val="1100"/>
              <a:buNone/>
              <a:defRPr b="0" i="0" sz="3300" u="none" cap="none" strike="noStrike">
                <a:solidFill>
                  <a:schemeClr val="dk1"/>
                </a:solidFill>
                <a:latin typeface="Oswald"/>
                <a:ea typeface="Oswald"/>
                <a:cs typeface="Oswald"/>
                <a:sym typeface="Oswald"/>
              </a:defRPr>
            </a:lvl6pPr>
            <a:lvl7pPr lvl="6" marR="0" rtl="0" algn="ctr">
              <a:spcBef>
                <a:spcPts val="0"/>
              </a:spcBef>
              <a:spcAft>
                <a:spcPts val="0"/>
              </a:spcAft>
              <a:buSzPts val="1100"/>
              <a:buNone/>
              <a:defRPr b="0" i="0" sz="3300" u="none" cap="none" strike="noStrike">
                <a:solidFill>
                  <a:schemeClr val="dk1"/>
                </a:solidFill>
                <a:latin typeface="Oswald"/>
                <a:ea typeface="Oswald"/>
                <a:cs typeface="Oswald"/>
                <a:sym typeface="Oswald"/>
              </a:defRPr>
            </a:lvl7pPr>
            <a:lvl8pPr lvl="7" marR="0" rtl="0" algn="ctr">
              <a:spcBef>
                <a:spcPts val="0"/>
              </a:spcBef>
              <a:spcAft>
                <a:spcPts val="0"/>
              </a:spcAft>
              <a:buSzPts val="1100"/>
              <a:buNone/>
              <a:defRPr b="0" i="0" sz="3300" u="none" cap="none" strike="noStrike">
                <a:solidFill>
                  <a:schemeClr val="dk1"/>
                </a:solidFill>
                <a:latin typeface="Oswald"/>
                <a:ea typeface="Oswald"/>
                <a:cs typeface="Oswald"/>
                <a:sym typeface="Oswald"/>
              </a:defRPr>
            </a:lvl8pPr>
            <a:lvl9pPr lvl="8" marR="0" rtl="0" algn="ctr">
              <a:spcBef>
                <a:spcPts val="0"/>
              </a:spcBef>
              <a:spcAft>
                <a:spcPts val="0"/>
              </a:spcAft>
              <a:buSzPts val="1100"/>
              <a:buNone/>
              <a:defRPr b="0" i="0" sz="3300" u="none" cap="none" strike="noStrike">
                <a:solidFill>
                  <a:schemeClr val="dk1"/>
                </a:solidFill>
                <a:latin typeface="Oswald"/>
                <a:ea typeface="Oswald"/>
                <a:cs typeface="Oswald"/>
                <a:sym typeface="Oswald"/>
              </a:defRPr>
            </a:lvl9pPr>
          </a:lstStyle>
          <a:p/>
        </p:txBody>
      </p:sp>
      <p:sp>
        <p:nvSpPr>
          <p:cNvPr id="52" name="Google Shape;52;p13"/>
          <p:cNvSpPr txBox="1"/>
          <p:nvPr>
            <p:ph idx="1" type="body"/>
          </p:nvPr>
        </p:nvSpPr>
        <p:spPr>
          <a:xfrm>
            <a:off x="457200" y="821531"/>
            <a:ext cx="8229600" cy="3773091"/>
          </a:xfrm>
          <a:prstGeom prst="rect">
            <a:avLst/>
          </a:prstGeom>
          <a:noFill/>
          <a:ln>
            <a:noFill/>
          </a:ln>
        </p:spPr>
        <p:txBody>
          <a:bodyPr anchorCtr="0" anchor="t" bIns="34275" lIns="68575" spcFirstLastPara="1" rIns="68575" wrap="square" tIns="34275">
            <a:noAutofit/>
          </a:bodyPr>
          <a:lstStyle>
            <a:lvl1pPr indent="-381000" lvl="0" marL="457200" marR="0" rtl="0" algn="l">
              <a:spcBef>
                <a:spcPts val="500"/>
              </a:spcBef>
              <a:spcAft>
                <a:spcPts val="0"/>
              </a:spcAft>
              <a:buClr>
                <a:schemeClr val="dk1"/>
              </a:buClr>
              <a:buSzPts val="2400"/>
              <a:buFont typeface="Arial"/>
              <a:buChar char="•"/>
              <a:defRPr b="0" i="0" sz="2400" u="none" cap="none" strike="noStrike">
                <a:solidFill>
                  <a:schemeClr val="dk1"/>
                </a:solidFill>
                <a:latin typeface="Oswald"/>
                <a:ea typeface="Oswald"/>
                <a:cs typeface="Oswald"/>
                <a:sym typeface="Oswald"/>
              </a:defRPr>
            </a:lvl1pPr>
            <a:lvl2pPr indent="-361950" lvl="1" marL="914400" marR="0" rtl="0" algn="l">
              <a:spcBef>
                <a:spcPts val="400"/>
              </a:spcBef>
              <a:spcAft>
                <a:spcPts val="0"/>
              </a:spcAft>
              <a:buClr>
                <a:schemeClr val="dk1"/>
              </a:buClr>
              <a:buSzPts val="2100"/>
              <a:buFont typeface="Arial"/>
              <a:buChar char="–"/>
              <a:defRPr b="0" i="0" sz="2100" u="none" cap="none" strike="noStrike">
                <a:solidFill>
                  <a:schemeClr val="dk1"/>
                </a:solidFill>
                <a:latin typeface="Oswald"/>
                <a:ea typeface="Oswald"/>
                <a:cs typeface="Oswald"/>
                <a:sym typeface="Oswald"/>
              </a:defRPr>
            </a:lvl2pPr>
            <a:lvl3pPr indent="-342900" lvl="2" marL="1371600" marR="0" rtl="0" algn="l">
              <a:spcBef>
                <a:spcPts val="400"/>
              </a:spcBef>
              <a:spcAft>
                <a:spcPts val="0"/>
              </a:spcAft>
              <a:buClr>
                <a:schemeClr val="dk1"/>
              </a:buClr>
              <a:buSzPts val="1800"/>
              <a:buFont typeface="Arial"/>
              <a:buChar char="•"/>
              <a:defRPr b="0" i="0" sz="1800" u="none" cap="none" strike="noStrike">
                <a:solidFill>
                  <a:schemeClr val="dk1"/>
                </a:solidFill>
                <a:latin typeface="Oswald"/>
                <a:ea typeface="Oswald"/>
                <a:cs typeface="Oswald"/>
                <a:sym typeface="Oswald"/>
              </a:defRPr>
            </a:lvl3pPr>
            <a:lvl4pPr indent="-323850" lvl="3" marL="1828800" marR="0" rtl="0" algn="l">
              <a:spcBef>
                <a:spcPts val="300"/>
              </a:spcBef>
              <a:spcAft>
                <a:spcPts val="0"/>
              </a:spcAft>
              <a:buClr>
                <a:schemeClr val="dk1"/>
              </a:buClr>
              <a:buSzPts val="1500"/>
              <a:buFont typeface="Arial"/>
              <a:buChar char="–"/>
              <a:defRPr b="0" i="0" sz="1500" u="none" cap="none" strike="noStrike">
                <a:solidFill>
                  <a:schemeClr val="dk1"/>
                </a:solidFill>
                <a:latin typeface="Oswald"/>
                <a:ea typeface="Oswald"/>
                <a:cs typeface="Oswald"/>
                <a:sym typeface="Oswald"/>
              </a:defRPr>
            </a:lvl4pPr>
            <a:lvl5pPr indent="-323850" lvl="4" marL="2286000" marR="0" rtl="0" algn="l">
              <a:spcBef>
                <a:spcPts val="300"/>
              </a:spcBef>
              <a:spcAft>
                <a:spcPts val="0"/>
              </a:spcAft>
              <a:buClr>
                <a:schemeClr val="dk1"/>
              </a:buClr>
              <a:buSzPts val="1500"/>
              <a:buFont typeface="Arial"/>
              <a:buChar char="»"/>
              <a:defRPr b="0" i="0" sz="1500" u="none" cap="none" strike="noStrike">
                <a:solidFill>
                  <a:schemeClr val="dk1"/>
                </a:solidFill>
                <a:latin typeface="Oswald"/>
                <a:ea typeface="Oswald"/>
                <a:cs typeface="Oswald"/>
                <a:sym typeface="Oswald"/>
              </a:defRPr>
            </a:lvl5pPr>
            <a:lvl6pPr indent="-323850" lvl="5" marL="2743200" marR="0" rtl="0" algn="l">
              <a:spcBef>
                <a:spcPts val="3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6pPr>
            <a:lvl7pPr indent="-323850" lvl="6" marL="3200400" marR="0" rtl="0" algn="l">
              <a:spcBef>
                <a:spcPts val="3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7pPr>
            <a:lvl8pPr indent="-323850" lvl="7" marL="3657600" marR="0" rtl="0" algn="l">
              <a:spcBef>
                <a:spcPts val="3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8pPr>
            <a:lvl9pPr indent="-323850" lvl="8" marL="4114800" marR="0" rtl="0" algn="l">
              <a:spcBef>
                <a:spcPts val="3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9pPr>
          </a:lstStyle>
          <a:p/>
        </p:txBody>
      </p:sp>
      <p:sp>
        <p:nvSpPr>
          <p:cNvPr id="53" name="Google Shape;53;p13"/>
          <p:cNvSpPr txBox="1"/>
          <p:nvPr>
            <p:ph idx="10" type="dt"/>
          </p:nvPr>
        </p:nvSpPr>
        <p:spPr>
          <a:xfrm>
            <a:off x="457200" y="4767265"/>
            <a:ext cx="2133600" cy="273844"/>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SzPts val="1100"/>
              <a:buNone/>
              <a:defRPr b="0" i="0" sz="900" u="none" cap="none" strike="noStrike">
                <a:solidFill>
                  <a:srgbClr val="898989"/>
                </a:solidFill>
                <a:latin typeface="Oswald"/>
                <a:ea typeface="Oswald"/>
                <a:cs typeface="Oswald"/>
                <a:sym typeface="Oswald"/>
              </a:defRPr>
            </a:lvl1pPr>
            <a:lvl2pPr lvl="1"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2pPr>
            <a:lvl3pPr lvl="2"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3pPr>
            <a:lvl4pPr lvl="3"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4pPr>
            <a:lvl5pPr lvl="4"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5pPr>
            <a:lvl6pPr lvl="5"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6pPr>
            <a:lvl7pPr lvl="6"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7pPr>
            <a:lvl8pPr lvl="7"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8pPr>
            <a:lvl9pPr lvl="8"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9pPr>
          </a:lstStyle>
          <a:p/>
        </p:txBody>
      </p:sp>
      <p:sp>
        <p:nvSpPr>
          <p:cNvPr id="54" name="Google Shape;54;p13"/>
          <p:cNvSpPr txBox="1"/>
          <p:nvPr>
            <p:ph idx="11" type="ftr"/>
          </p:nvPr>
        </p:nvSpPr>
        <p:spPr>
          <a:xfrm>
            <a:off x="3124200" y="4767265"/>
            <a:ext cx="2895600" cy="273844"/>
          </a:xfrm>
          <a:prstGeom prst="rect">
            <a:avLst/>
          </a:prstGeom>
          <a:noFill/>
          <a:ln>
            <a:noFill/>
          </a:ln>
        </p:spPr>
        <p:txBody>
          <a:bodyPr anchorCtr="0" anchor="ctr" bIns="34275" lIns="68575" spcFirstLastPara="1" rIns="68575" wrap="square" tIns="34275">
            <a:noAutofit/>
          </a:bodyPr>
          <a:lstStyle>
            <a:lvl1pPr lvl="0" marR="0" rtl="0" algn="ctr">
              <a:spcBef>
                <a:spcPts val="0"/>
              </a:spcBef>
              <a:spcAft>
                <a:spcPts val="0"/>
              </a:spcAft>
              <a:buSzPts val="1100"/>
              <a:buNone/>
              <a:defRPr b="0" i="0" sz="900" u="none" cap="none" strike="noStrike">
                <a:solidFill>
                  <a:srgbClr val="888888"/>
                </a:solidFill>
                <a:latin typeface="Oswald"/>
                <a:ea typeface="Oswald"/>
                <a:cs typeface="Oswald"/>
                <a:sym typeface="Oswald"/>
              </a:defRPr>
            </a:lvl1pPr>
            <a:lvl2pPr lvl="1"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2pPr>
            <a:lvl3pPr lvl="2"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3pPr>
            <a:lvl4pPr lvl="3"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4pPr>
            <a:lvl5pPr lvl="4"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5pPr>
            <a:lvl6pPr lvl="5"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6pPr>
            <a:lvl7pPr lvl="6"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7pPr>
            <a:lvl8pPr lvl="7"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8pPr>
            <a:lvl9pPr lvl="8"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9pPr>
          </a:lstStyle>
          <a:p/>
        </p:txBody>
      </p:sp>
      <p:sp>
        <p:nvSpPr>
          <p:cNvPr id="55" name="Google Shape;55;p13"/>
          <p:cNvSpPr txBox="1"/>
          <p:nvPr>
            <p:ph idx="12" type="sldNum"/>
          </p:nvPr>
        </p:nvSpPr>
        <p:spPr>
          <a:xfrm>
            <a:off x="6553200" y="4767265"/>
            <a:ext cx="2133600" cy="273844"/>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spcAft>
                <a:spcPts val="0"/>
              </a:spcAft>
              <a:buNone/>
              <a:defRPr b="0" i="0" sz="900" u="none" cap="none" strike="noStrike">
                <a:solidFill>
                  <a:srgbClr val="898989"/>
                </a:solidFill>
                <a:latin typeface="Oswald"/>
                <a:ea typeface="Oswald"/>
                <a:cs typeface="Oswald"/>
                <a:sym typeface="Oswald"/>
              </a:defRPr>
            </a:lvl1pPr>
            <a:lvl2pPr indent="0" lvl="1" marL="0" marR="0" rtl="0" algn="r">
              <a:spcBef>
                <a:spcPts val="0"/>
              </a:spcBef>
              <a:spcAft>
                <a:spcPts val="0"/>
              </a:spcAft>
              <a:buNone/>
              <a:defRPr b="0" i="0" sz="900" u="none" cap="none" strike="noStrike">
                <a:solidFill>
                  <a:srgbClr val="898989"/>
                </a:solidFill>
                <a:latin typeface="Oswald"/>
                <a:ea typeface="Oswald"/>
                <a:cs typeface="Oswald"/>
                <a:sym typeface="Oswald"/>
              </a:defRPr>
            </a:lvl2pPr>
            <a:lvl3pPr indent="0" lvl="2" marL="0" marR="0" rtl="0" algn="r">
              <a:spcBef>
                <a:spcPts val="0"/>
              </a:spcBef>
              <a:spcAft>
                <a:spcPts val="0"/>
              </a:spcAft>
              <a:buNone/>
              <a:defRPr b="0" i="0" sz="900" u="none" cap="none" strike="noStrike">
                <a:solidFill>
                  <a:srgbClr val="898989"/>
                </a:solidFill>
                <a:latin typeface="Oswald"/>
                <a:ea typeface="Oswald"/>
                <a:cs typeface="Oswald"/>
                <a:sym typeface="Oswald"/>
              </a:defRPr>
            </a:lvl3pPr>
            <a:lvl4pPr indent="0" lvl="3" marL="0" marR="0" rtl="0" algn="r">
              <a:spcBef>
                <a:spcPts val="0"/>
              </a:spcBef>
              <a:spcAft>
                <a:spcPts val="0"/>
              </a:spcAft>
              <a:buNone/>
              <a:defRPr b="0" i="0" sz="900" u="none" cap="none" strike="noStrike">
                <a:solidFill>
                  <a:srgbClr val="898989"/>
                </a:solidFill>
                <a:latin typeface="Oswald"/>
                <a:ea typeface="Oswald"/>
                <a:cs typeface="Oswald"/>
                <a:sym typeface="Oswald"/>
              </a:defRPr>
            </a:lvl4pPr>
            <a:lvl5pPr indent="0" lvl="4" marL="0" marR="0" rtl="0" algn="r">
              <a:spcBef>
                <a:spcPts val="0"/>
              </a:spcBef>
              <a:spcAft>
                <a:spcPts val="0"/>
              </a:spcAft>
              <a:buNone/>
              <a:defRPr b="0" i="0" sz="900" u="none" cap="none" strike="noStrike">
                <a:solidFill>
                  <a:srgbClr val="898989"/>
                </a:solidFill>
                <a:latin typeface="Oswald"/>
                <a:ea typeface="Oswald"/>
                <a:cs typeface="Oswald"/>
                <a:sym typeface="Oswald"/>
              </a:defRPr>
            </a:lvl5pPr>
            <a:lvl6pPr indent="0" lvl="5" marL="0" marR="0" rtl="0" algn="r">
              <a:spcBef>
                <a:spcPts val="0"/>
              </a:spcBef>
              <a:spcAft>
                <a:spcPts val="0"/>
              </a:spcAft>
              <a:buNone/>
              <a:defRPr b="0" i="0" sz="900" u="none" cap="none" strike="noStrike">
                <a:solidFill>
                  <a:srgbClr val="898989"/>
                </a:solidFill>
                <a:latin typeface="Oswald"/>
                <a:ea typeface="Oswald"/>
                <a:cs typeface="Oswald"/>
                <a:sym typeface="Oswald"/>
              </a:defRPr>
            </a:lvl6pPr>
            <a:lvl7pPr indent="0" lvl="6" marL="0" marR="0" rtl="0" algn="r">
              <a:spcBef>
                <a:spcPts val="0"/>
              </a:spcBef>
              <a:spcAft>
                <a:spcPts val="0"/>
              </a:spcAft>
              <a:buNone/>
              <a:defRPr b="0" i="0" sz="900" u="none" cap="none" strike="noStrike">
                <a:solidFill>
                  <a:srgbClr val="898989"/>
                </a:solidFill>
                <a:latin typeface="Oswald"/>
                <a:ea typeface="Oswald"/>
                <a:cs typeface="Oswald"/>
                <a:sym typeface="Oswald"/>
              </a:defRPr>
            </a:lvl7pPr>
            <a:lvl8pPr indent="0" lvl="7" marL="0" marR="0" rtl="0" algn="r">
              <a:spcBef>
                <a:spcPts val="0"/>
              </a:spcBef>
              <a:spcAft>
                <a:spcPts val="0"/>
              </a:spcAft>
              <a:buNone/>
              <a:defRPr b="0" i="0" sz="900" u="none" cap="none" strike="noStrike">
                <a:solidFill>
                  <a:srgbClr val="898989"/>
                </a:solidFill>
                <a:latin typeface="Oswald"/>
                <a:ea typeface="Oswald"/>
                <a:cs typeface="Oswald"/>
                <a:sym typeface="Oswald"/>
              </a:defRPr>
            </a:lvl8pPr>
            <a:lvl9pPr indent="0" lvl="8" marL="0" marR="0" rtl="0" algn="r">
              <a:spcBef>
                <a:spcPts val="0"/>
              </a:spcBef>
              <a:spcAft>
                <a:spcPts val="0"/>
              </a:spcAft>
              <a:buNone/>
              <a:defRPr b="0" i="0" sz="900" u="none" cap="none" strike="noStrike">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25" name="Shape 125"/>
        <p:cNvGrpSpPr/>
        <p:nvPr/>
      </p:nvGrpSpPr>
      <p:grpSpPr>
        <a:xfrm>
          <a:off x="0" y="0"/>
          <a:ext cx="0" cy="0"/>
          <a:chOff x="0" y="0"/>
          <a:chExt cx="0" cy="0"/>
        </a:xfrm>
      </p:grpSpPr>
      <p:sp>
        <p:nvSpPr>
          <p:cNvPr id="126" name="Google Shape;126;p25"/>
          <p:cNvSpPr txBox="1"/>
          <p:nvPr>
            <p:ph type="title"/>
          </p:nvPr>
        </p:nvSpPr>
        <p:spPr>
          <a:xfrm>
            <a:off x="457200" y="-35719"/>
            <a:ext cx="8229600" cy="857250"/>
          </a:xfrm>
          <a:prstGeom prst="rect">
            <a:avLst/>
          </a:prstGeom>
          <a:noFill/>
          <a:ln>
            <a:noFill/>
          </a:ln>
        </p:spPr>
        <p:txBody>
          <a:bodyPr anchorCtr="0" anchor="ctr" bIns="34275" lIns="68575" spcFirstLastPara="1" rIns="68575" wrap="square" tIns="34275">
            <a:noAutofit/>
          </a:bodyPr>
          <a:lstStyle>
            <a:lvl1pPr lvl="0" marR="0" rtl="0" algn="ctr">
              <a:lnSpc>
                <a:spcPct val="100000"/>
              </a:lnSpc>
              <a:spcBef>
                <a:spcPts val="0"/>
              </a:spcBef>
              <a:spcAft>
                <a:spcPts val="0"/>
              </a:spcAft>
              <a:buClr>
                <a:srgbClr val="000000"/>
              </a:buClr>
              <a:buSzPts val="1100"/>
              <a:buFont typeface="Arial"/>
              <a:buNone/>
              <a:defRPr b="0" i="0" sz="3300" u="none" cap="none" strike="noStrike">
                <a:solidFill>
                  <a:schemeClr val="dk1"/>
                </a:solidFill>
                <a:latin typeface="Oswald"/>
                <a:ea typeface="Oswald"/>
                <a:cs typeface="Oswald"/>
                <a:sym typeface="Oswald"/>
              </a:defRPr>
            </a:lvl1pPr>
            <a:lvl2pPr lvl="1" marR="0" rtl="0" algn="ctr">
              <a:lnSpc>
                <a:spcPct val="100000"/>
              </a:lnSpc>
              <a:spcBef>
                <a:spcPts val="0"/>
              </a:spcBef>
              <a:spcAft>
                <a:spcPts val="0"/>
              </a:spcAft>
              <a:buClr>
                <a:srgbClr val="000000"/>
              </a:buClr>
              <a:buSzPts val="1100"/>
              <a:buFont typeface="Arial"/>
              <a:buNone/>
              <a:defRPr b="0" i="0" sz="3300" u="none" cap="none" strike="noStrike">
                <a:solidFill>
                  <a:schemeClr val="dk1"/>
                </a:solidFill>
                <a:latin typeface="Oswald"/>
                <a:ea typeface="Oswald"/>
                <a:cs typeface="Oswald"/>
                <a:sym typeface="Oswald"/>
              </a:defRPr>
            </a:lvl2pPr>
            <a:lvl3pPr lvl="2" marR="0" rtl="0" algn="ctr">
              <a:lnSpc>
                <a:spcPct val="100000"/>
              </a:lnSpc>
              <a:spcBef>
                <a:spcPts val="0"/>
              </a:spcBef>
              <a:spcAft>
                <a:spcPts val="0"/>
              </a:spcAft>
              <a:buClr>
                <a:srgbClr val="000000"/>
              </a:buClr>
              <a:buSzPts val="1100"/>
              <a:buFont typeface="Arial"/>
              <a:buNone/>
              <a:defRPr b="0" i="0" sz="3300" u="none" cap="none" strike="noStrike">
                <a:solidFill>
                  <a:schemeClr val="dk1"/>
                </a:solidFill>
                <a:latin typeface="Oswald"/>
                <a:ea typeface="Oswald"/>
                <a:cs typeface="Oswald"/>
                <a:sym typeface="Oswald"/>
              </a:defRPr>
            </a:lvl3pPr>
            <a:lvl4pPr lvl="3" marR="0" rtl="0" algn="ctr">
              <a:lnSpc>
                <a:spcPct val="100000"/>
              </a:lnSpc>
              <a:spcBef>
                <a:spcPts val="0"/>
              </a:spcBef>
              <a:spcAft>
                <a:spcPts val="0"/>
              </a:spcAft>
              <a:buClr>
                <a:srgbClr val="000000"/>
              </a:buClr>
              <a:buSzPts val="1100"/>
              <a:buFont typeface="Arial"/>
              <a:buNone/>
              <a:defRPr b="0" i="0" sz="3300" u="none" cap="none" strike="noStrike">
                <a:solidFill>
                  <a:schemeClr val="dk1"/>
                </a:solidFill>
                <a:latin typeface="Oswald"/>
                <a:ea typeface="Oswald"/>
                <a:cs typeface="Oswald"/>
                <a:sym typeface="Oswald"/>
              </a:defRPr>
            </a:lvl4pPr>
            <a:lvl5pPr lvl="4" marR="0" rtl="0" algn="ctr">
              <a:lnSpc>
                <a:spcPct val="100000"/>
              </a:lnSpc>
              <a:spcBef>
                <a:spcPts val="0"/>
              </a:spcBef>
              <a:spcAft>
                <a:spcPts val="0"/>
              </a:spcAft>
              <a:buClr>
                <a:srgbClr val="000000"/>
              </a:buClr>
              <a:buSzPts val="1100"/>
              <a:buFont typeface="Arial"/>
              <a:buNone/>
              <a:defRPr b="0" i="0" sz="3300" u="none" cap="none" strike="noStrike">
                <a:solidFill>
                  <a:schemeClr val="dk1"/>
                </a:solidFill>
                <a:latin typeface="Oswald"/>
                <a:ea typeface="Oswald"/>
                <a:cs typeface="Oswald"/>
                <a:sym typeface="Oswald"/>
              </a:defRPr>
            </a:lvl5pPr>
            <a:lvl6pPr lvl="5" marR="0" rtl="0" algn="ctr">
              <a:lnSpc>
                <a:spcPct val="100000"/>
              </a:lnSpc>
              <a:spcBef>
                <a:spcPts val="0"/>
              </a:spcBef>
              <a:spcAft>
                <a:spcPts val="0"/>
              </a:spcAft>
              <a:buClr>
                <a:srgbClr val="000000"/>
              </a:buClr>
              <a:buSzPts val="1100"/>
              <a:buFont typeface="Arial"/>
              <a:buNone/>
              <a:defRPr b="0" i="0" sz="3300" u="none" cap="none" strike="noStrike">
                <a:solidFill>
                  <a:schemeClr val="dk1"/>
                </a:solidFill>
                <a:latin typeface="Oswald"/>
                <a:ea typeface="Oswald"/>
                <a:cs typeface="Oswald"/>
                <a:sym typeface="Oswald"/>
              </a:defRPr>
            </a:lvl6pPr>
            <a:lvl7pPr lvl="6" marR="0" rtl="0" algn="ctr">
              <a:lnSpc>
                <a:spcPct val="100000"/>
              </a:lnSpc>
              <a:spcBef>
                <a:spcPts val="0"/>
              </a:spcBef>
              <a:spcAft>
                <a:spcPts val="0"/>
              </a:spcAft>
              <a:buClr>
                <a:srgbClr val="000000"/>
              </a:buClr>
              <a:buSzPts val="1100"/>
              <a:buFont typeface="Arial"/>
              <a:buNone/>
              <a:defRPr b="0" i="0" sz="3300" u="none" cap="none" strike="noStrike">
                <a:solidFill>
                  <a:schemeClr val="dk1"/>
                </a:solidFill>
                <a:latin typeface="Oswald"/>
                <a:ea typeface="Oswald"/>
                <a:cs typeface="Oswald"/>
                <a:sym typeface="Oswald"/>
              </a:defRPr>
            </a:lvl7pPr>
            <a:lvl8pPr lvl="7" marR="0" rtl="0" algn="ctr">
              <a:lnSpc>
                <a:spcPct val="100000"/>
              </a:lnSpc>
              <a:spcBef>
                <a:spcPts val="0"/>
              </a:spcBef>
              <a:spcAft>
                <a:spcPts val="0"/>
              </a:spcAft>
              <a:buClr>
                <a:srgbClr val="000000"/>
              </a:buClr>
              <a:buSzPts val="1100"/>
              <a:buFont typeface="Arial"/>
              <a:buNone/>
              <a:defRPr b="0" i="0" sz="3300" u="none" cap="none" strike="noStrike">
                <a:solidFill>
                  <a:schemeClr val="dk1"/>
                </a:solidFill>
                <a:latin typeface="Oswald"/>
                <a:ea typeface="Oswald"/>
                <a:cs typeface="Oswald"/>
                <a:sym typeface="Oswald"/>
              </a:defRPr>
            </a:lvl8pPr>
            <a:lvl9pPr lvl="8" marR="0" rtl="0" algn="ctr">
              <a:lnSpc>
                <a:spcPct val="100000"/>
              </a:lnSpc>
              <a:spcBef>
                <a:spcPts val="0"/>
              </a:spcBef>
              <a:spcAft>
                <a:spcPts val="0"/>
              </a:spcAft>
              <a:buClr>
                <a:srgbClr val="000000"/>
              </a:buClr>
              <a:buSzPts val="1100"/>
              <a:buFont typeface="Arial"/>
              <a:buNone/>
              <a:defRPr b="0" i="0" sz="3300" u="none" cap="none" strike="noStrike">
                <a:solidFill>
                  <a:schemeClr val="dk1"/>
                </a:solidFill>
                <a:latin typeface="Oswald"/>
                <a:ea typeface="Oswald"/>
                <a:cs typeface="Oswald"/>
                <a:sym typeface="Oswald"/>
              </a:defRPr>
            </a:lvl9pPr>
          </a:lstStyle>
          <a:p/>
        </p:txBody>
      </p:sp>
      <p:sp>
        <p:nvSpPr>
          <p:cNvPr id="127" name="Google Shape;127;p25"/>
          <p:cNvSpPr txBox="1"/>
          <p:nvPr>
            <p:ph idx="1" type="body"/>
          </p:nvPr>
        </p:nvSpPr>
        <p:spPr>
          <a:xfrm>
            <a:off x="457200" y="821531"/>
            <a:ext cx="8229600" cy="3773091"/>
          </a:xfrm>
          <a:prstGeom prst="rect">
            <a:avLst/>
          </a:prstGeom>
          <a:noFill/>
          <a:ln>
            <a:noFill/>
          </a:ln>
        </p:spPr>
        <p:txBody>
          <a:bodyPr anchorCtr="0" anchor="t" bIns="34275" lIns="68575" spcFirstLastPara="1" rIns="68575" wrap="square" tIns="34275">
            <a:noAutofit/>
          </a:bodyPr>
          <a:lstStyle>
            <a:lvl1pPr indent="-381000" lvl="0" marL="457200" marR="0" rtl="0" algn="l">
              <a:lnSpc>
                <a:spcPct val="100000"/>
              </a:lnSpc>
              <a:spcBef>
                <a:spcPts val="500"/>
              </a:spcBef>
              <a:spcAft>
                <a:spcPts val="0"/>
              </a:spcAft>
              <a:buClr>
                <a:schemeClr val="dk1"/>
              </a:buClr>
              <a:buSzPts val="2400"/>
              <a:buFont typeface="Arial"/>
              <a:buChar char="•"/>
              <a:defRPr b="0" i="0" sz="2400" u="none" cap="none" strike="noStrike">
                <a:solidFill>
                  <a:schemeClr val="dk1"/>
                </a:solidFill>
                <a:latin typeface="Oswald"/>
                <a:ea typeface="Oswald"/>
                <a:cs typeface="Oswald"/>
                <a:sym typeface="Oswald"/>
              </a:defRPr>
            </a:lvl1pPr>
            <a:lvl2pPr indent="-361950" lvl="1" marL="914400" marR="0" rtl="0" algn="l">
              <a:lnSpc>
                <a:spcPct val="100000"/>
              </a:lnSpc>
              <a:spcBef>
                <a:spcPts val="400"/>
              </a:spcBef>
              <a:spcAft>
                <a:spcPts val="0"/>
              </a:spcAft>
              <a:buClr>
                <a:schemeClr val="dk1"/>
              </a:buClr>
              <a:buSzPts val="2100"/>
              <a:buFont typeface="Arial"/>
              <a:buChar char="–"/>
              <a:defRPr b="0" i="0" sz="2100" u="none" cap="none" strike="noStrike">
                <a:solidFill>
                  <a:schemeClr val="dk1"/>
                </a:solidFill>
                <a:latin typeface="Oswald"/>
                <a:ea typeface="Oswald"/>
                <a:cs typeface="Oswald"/>
                <a:sym typeface="Oswald"/>
              </a:defRPr>
            </a:lvl2pPr>
            <a:lvl3pPr indent="-342900" lvl="2" marL="1371600" marR="0" rtl="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Oswald"/>
                <a:ea typeface="Oswald"/>
                <a:cs typeface="Oswald"/>
                <a:sym typeface="Oswald"/>
              </a:defRPr>
            </a:lvl3pPr>
            <a:lvl4pPr indent="-323850" lvl="3" marL="1828800" marR="0" rtl="0" algn="l">
              <a:lnSpc>
                <a:spcPct val="100000"/>
              </a:lnSpc>
              <a:spcBef>
                <a:spcPts val="300"/>
              </a:spcBef>
              <a:spcAft>
                <a:spcPts val="0"/>
              </a:spcAft>
              <a:buClr>
                <a:schemeClr val="dk1"/>
              </a:buClr>
              <a:buSzPts val="1500"/>
              <a:buFont typeface="Arial"/>
              <a:buChar char="–"/>
              <a:defRPr b="0" i="0" sz="1500" u="none" cap="none" strike="noStrike">
                <a:solidFill>
                  <a:schemeClr val="dk1"/>
                </a:solidFill>
                <a:latin typeface="Oswald"/>
                <a:ea typeface="Oswald"/>
                <a:cs typeface="Oswald"/>
                <a:sym typeface="Oswald"/>
              </a:defRPr>
            </a:lvl4pPr>
            <a:lvl5pPr indent="-323850" lvl="4" marL="2286000" marR="0" rtl="0" algn="l">
              <a:lnSpc>
                <a:spcPct val="100000"/>
              </a:lnSpc>
              <a:spcBef>
                <a:spcPts val="300"/>
              </a:spcBef>
              <a:spcAft>
                <a:spcPts val="0"/>
              </a:spcAft>
              <a:buClr>
                <a:schemeClr val="dk1"/>
              </a:buClr>
              <a:buSzPts val="1500"/>
              <a:buFont typeface="Arial"/>
              <a:buChar char="»"/>
              <a:defRPr b="0" i="0" sz="1500" u="none" cap="none" strike="noStrike">
                <a:solidFill>
                  <a:schemeClr val="dk1"/>
                </a:solidFill>
                <a:latin typeface="Oswald"/>
                <a:ea typeface="Oswald"/>
                <a:cs typeface="Oswald"/>
                <a:sym typeface="Oswald"/>
              </a:defRPr>
            </a:lvl5pPr>
            <a:lvl6pPr indent="-323850" lvl="5" marL="2743200" marR="0" rtl="0" algn="l">
              <a:lnSpc>
                <a:spcPct val="100000"/>
              </a:lnSpc>
              <a:spcBef>
                <a:spcPts val="3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6pPr>
            <a:lvl7pPr indent="-323850" lvl="6" marL="3200400" marR="0" rtl="0" algn="l">
              <a:lnSpc>
                <a:spcPct val="100000"/>
              </a:lnSpc>
              <a:spcBef>
                <a:spcPts val="3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7pPr>
            <a:lvl8pPr indent="-323850" lvl="7" marL="3657600" marR="0" rtl="0" algn="l">
              <a:lnSpc>
                <a:spcPct val="100000"/>
              </a:lnSpc>
              <a:spcBef>
                <a:spcPts val="3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8pPr>
            <a:lvl9pPr indent="-323850" lvl="8" marL="4114800" marR="0" rtl="0" algn="l">
              <a:lnSpc>
                <a:spcPct val="100000"/>
              </a:lnSpc>
              <a:spcBef>
                <a:spcPts val="3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9pPr>
          </a:lstStyle>
          <a:p/>
        </p:txBody>
      </p:sp>
      <p:sp>
        <p:nvSpPr>
          <p:cNvPr id="128" name="Google Shape;128;p25"/>
          <p:cNvSpPr txBox="1"/>
          <p:nvPr>
            <p:ph idx="10" type="dt"/>
          </p:nvPr>
        </p:nvSpPr>
        <p:spPr>
          <a:xfrm>
            <a:off x="457200" y="4767265"/>
            <a:ext cx="2133600" cy="273844"/>
          </a:xfrm>
          <a:prstGeom prst="rect">
            <a:avLst/>
          </a:prstGeom>
          <a:noFill/>
          <a:ln>
            <a:noFill/>
          </a:ln>
        </p:spPr>
        <p:txBody>
          <a:bodyPr anchorCtr="0" anchor="ctr" bIns="34275" lIns="68575" spcFirstLastPara="1" rIns="68575" wrap="square" tIns="34275">
            <a:noAutofit/>
          </a:bodyPr>
          <a:lstStyle>
            <a:lvl1pPr lvl="0" marR="0" rtl="0" algn="l">
              <a:lnSpc>
                <a:spcPct val="100000"/>
              </a:lnSpc>
              <a:spcBef>
                <a:spcPts val="0"/>
              </a:spcBef>
              <a:spcAft>
                <a:spcPts val="0"/>
              </a:spcAft>
              <a:buClr>
                <a:srgbClr val="000000"/>
              </a:buClr>
              <a:buSzPts val="1100"/>
              <a:buFont typeface="Arial"/>
              <a:buNone/>
              <a:defRPr b="0" i="0" sz="900" u="none" cap="none" strike="noStrike">
                <a:solidFill>
                  <a:srgbClr val="898989"/>
                </a:solidFill>
                <a:latin typeface="Oswald"/>
                <a:ea typeface="Oswald"/>
                <a:cs typeface="Oswald"/>
                <a:sym typeface="Oswald"/>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9pPr>
          </a:lstStyle>
          <a:p/>
        </p:txBody>
      </p:sp>
      <p:sp>
        <p:nvSpPr>
          <p:cNvPr id="129" name="Google Shape;129;p25"/>
          <p:cNvSpPr txBox="1"/>
          <p:nvPr>
            <p:ph idx="11" type="ftr"/>
          </p:nvPr>
        </p:nvSpPr>
        <p:spPr>
          <a:xfrm>
            <a:off x="3124200" y="4767265"/>
            <a:ext cx="2895600" cy="273844"/>
          </a:xfrm>
          <a:prstGeom prst="rect">
            <a:avLst/>
          </a:prstGeom>
          <a:noFill/>
          <a:ln>
            <a:noFill/>
          </a:ln>
        </p:spPr>
        <p:txBody>
          <a:bodyPr anchorCtr="0" anchor="ctr" bIns="34275" lIns="68575" spcFirstLastPara="1" rIns="68575" wrap="square" tIns="34275">
            <a:noAutofit/>
          </a:bodyPr>
          <a:lstStyle>
            <a:lvl1pPr lvl="0" marR="0" rtl="0" algn="ctr">
              <a:lnSpc>
                <a:spcPct val="100000"/>
              </a:lnSpc>
              <a:spcBef>
                <a:spcPts val="0"/>
              </a:spcBef>
              <a:spcAft>
                <a:spcPts val="0"/>
              </a:spcAft>
              <a:buClr>
                <a:srgbClr val="000000"/>
              </a:buClr>
              <a:buSzPts val="1100"/>
              <a:buFont typeface="Arial"/>
              <a:buNone/>
              <a:defRPr b="0" i="0" sz="900" u="none" cap="none" strike="noStrike">
                <a:solidFill>
                  <a:srgbClr val="888888"/>
                </a:solidFill>
                <a:latin typeface="Oswald"/>
                <a:ea typeface="Oswald"/>
                <a:cs typeface="Oswald"/>
                <a:sym typeface="Oswald"/>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9pPr>
          </a:lstStyle>
          <a:p/>
        </p:txBody>
      </p:sp>
      <p:sp>
        <p:nvSpPr>
          <p:cNvPr id="130" name="Google Shape;130;p25"/>
          <p:cNvSpPr txBox="1"/>
          <p:nvPr>
            <p:ph idx="12" type="sldNum"/>
          </p:nvPr>
        </p:nvSpPr>
        <p:spPr>
          <a:xfrm>
            <a:off x="6553200" y="4767265"/>
            <a:ext cx="2133600" cy="273844"/>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70" r:id="rId1"/>
    <p:sldLayoutId id="2147483671" r:id="rId2"/>
    <p:sldLayoutId id="2147483672" r:id="rId3"/>
    <p:sldLayoutId id="2147483673" r:id="rId4"/>
    <p:sldLayoutId id="2147483674" r:id="rId5"/>
    <p:sldLayoutId id="2147483675" r:id="rId6"/>
    <p:sldLayoutId id="2147483676" r:id="rId7"/>
    <p:sldLayoutId id="2147483677" r:id="rId8"/>
    <p:sldLayoutId id="2147483678" r:id="rId9"/>
    <p:sldLayoutId id="2147483679" r:id="rId10"/>
    <p:sldLayoutId id="2147483680"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image" Target="../media/image1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3.png"/><Relationship Id="rId6" Type="http://schemas.openxmlformats.org/officeDocument/2006/relationships/image" Target="../media/image16.png"/><Relationship Id="rId7" Type="http://schemas.openxmlformats.org/officeDocument/2006/relationships/image" Target="../media/image7.png"/><Relationship Id="rId8" Type="http://schemas.openxmlformats.org/officeDocument/2006/relationships/image" Target="../media/image1.png"/><Relationship Id="rId9" Type="http://schemas.openxmlformats.org/officeDocument/2006/relationships/image" Target="../media/image17.png"/><Relationship Id="rId10" Type="http://schemas.openxmlformats.org/officeDocument/2006/relationships/image" Target="../media/image18.png"/><Relationship Id="rId11" Type="http://schemas.openxmlformats.org/officeDocument/2006/relationships/image" Target="../media/image5.png"/><Relationship Id="rId12" Type="http://schemas.openxmlformats.org/officeDocument/2006/relationships/image" Target="../media/image10.png"/><Relationship Id="rId13" Type="http://schemas.openxmlformats.org/officeDocument/2006/relationships/image" Target="../media/image9.png"/><Relationship Id="rId14" Type="http://schemas.openxmlformats.org/officeDocument/2006/relationships/image" Target="../media/image12.png"/><Relationship Id="rId15" Type="http://schemas.openxmlformats.org/officeDocument/2006/relationships/image" Target="../media/image15.png"/><Relationship Id="rId16"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1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6.xml"/><Relationship Id="rId3" Type="http://schemas.openxmlformats.org/officeDocument/2006/relationships/image" Target="../media/image2.png"/><Relationship Id="rId4" Type="http://schemas.openxmlformats.org/officeDocument/2006/relationships/hyperlink" Target="https://doi.org/10.1080/1755876X.2015.1022330" TargetMode="External"/><Relationship Id="rId5" Type="http://schemas.openxmlformats.org/officeDocument/2006/relationships/hyperlink" Target="https://doi.org/10.3389/fmars.2020.00700" TargetMode="External"/><Relationship Id="rId6" Type="http://schemas.openxmlformats.org/officeDocument/2006/relationships/hyperlink" Target="https://www.teos-10.org/" TargetMode="External"/><Relationship Id="rId7" Type="http://schemas.openxmlformats.org/officeDocument/2006/relationships/hyperlink" Target="https://www.currentscience.ac.in/Volumes/105/02/0175.pdf" TargetMode="External"/><Relationship Id="rId8" Type="http://schemas.openxmlformats.org/officeDocument/2006/relationships/hyperlink" Target="https://www.sciencedirect.com/science/article/pii/S1364815220309658" TargetMode="External"/><Relationship Id="rId9" Type="http://schemas.openxmlformats.org/officeDocument/2006/relationships/hyperlink" Target="https://www.mdpi.com/2076-3417/15/5/2782" TargetMode="External"/><Relationship Id="rId10" Type="http://schemas.openxmlformats.org/officeDocument/2006/relationships/hyperlink" Target="https://doi.org/10.1175/JTECH-D-19-0041.1" TargetMode="External"/><Relationship Id="rId11" Type="http://schemas.openxmlformats.org/officeDocument/2006/relationships/hyperlink" Target="https://www.sciencedirect.com/science/article/pii/S1364815213000947" TargetMode="External"/><Relationship Id="rId12" Type="http://schemas.openxmlformats.org/officeDocument/2006/relationships/hyperlink" Target="https://www.mdpi.com/2077-1312/7/4/110" TargetMode="External"/><Relationship Id="rId13" Type="http://schemas.openxmlformats.org/officeDocument/2006/relationships/hyperlink" Target="https://arxiv.org/abs/2309.14328" TargetMode="External"/><Relationship Id="rId14" Type="http://schemas.openxmlformats.org/officeDocument/2006/relationships/hyperlink" Target="https://erddap.incois.gov.in/erddap/index.html" TargetMode="External"/><Relationship Id="rId15" Type="http://schemas.openxmlformats.org/officeDocument/2006/relationships/hyperlink" Target="https://data-argo.ifremer.fr/" TargetMode="External"/><Relationship Id="rId16" Type="http://schemas.openxmlformats.org/officeDocument/2006/relationships/hyperlink" Target="https://data.marine.copernicus.eu/product/GLOBAL_ANALYSISFORECAST_PHY_001_024/description" TargetMode="External"/><Relationship Id="rId17" Type="http://schemas.openxmlformats.org/officeDocument/2006/relationships/hyperlink" Target="https://www.pmel.noaa.gov/gtmba/pmel-theme/indian-ocean-rama" TargetMode="External"/><Relationship Id="rId18" Type="http://schemas.openxmlformats.org/officeDocument/2006/relationships/hyperlink" Target="https://sachet.ndma.gov.in/" TargetMode="External"/><Relationship Id="rId19" Type="http://schemas.openxmlformats.org/officeDocument/2006/relationships/hyperlink" Target="https://incois.gov.in/" TargetMode="External"/><Relationship Id="rId20" Type="http://schemas.openxmlformats.org/officeDocument/2006/relationships/hyperlink" Target="https://cfconventions.org/" TargetMode="External"/><Relationship Id="rId21" Type="http://schemas.openxmlformats.org/officeDocument/2006/relationships/hyperlink" Target="https://www.ogc.org/standards/wms" TargetMode="External"/><Relationship Id="rId22" Type="http://schemas.openxmlformats.org/officeDocument/2006/relationships/hyperlink" Target="https://www.ogc.org/standards/wcs" TargetMode="External"/><Relationship Id="rId23" Type="http://schemas.openxmlformats.org/officeDocument/2006/relationships/hyperlink" Target="http://docs.oasis-open.org/emergency/cap/v1.2/CAP-v1.2-os.html"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03" name="Shape 203"/>
        <p:cNvGrpSpPr/>
        <p:nvPr/>
      </p:nvGrpSpPr>
      <p:grpSpPr>
        <a:xfrm>
          <a:off x="0" y="0"/>
          <a:ext cx="0" cy="0"/>
          <a:chOff x="0" y="0"/>
          <a:chExt cx="0" cy="0"/>
        </a:xfrm>
      </p:grpSpPr>
      <p:sp>
        <p:nvSpPr>
          <p:cNvPr id="204" name="Google Shape;204;p37"/>
          <p:cNvSpPr/>
          <p:nvPr/>
        </p:nvSpPr>
        <p:spPr>
          <a:xfrm>
            <a:off x="4864113" y="228036"/>
            <a:ext cx="3478953" cy="3866225"/>
          </a:xfrm>
          <a:custGeom>
            <a:rect b="b" l="l" r="r" t="t"/>
            <a:pathLst>
              <a:path extrusionOk="0" h="5154967" w="6184806">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rgbClr val="7F7F7F">
              <a:alpha val="1490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400" u="none" cap="none" strike="noStrike">
              <a:solidFill>
                <a:schemeClr val="lt1"/>
              </a:solidFill>
              <a:latin typeface="Calibri"/>
              <a:ea typeface="Calibri"/>
              <a:cs typeface="Calibri"/>
              <a:sym typeface="Calibri"/>
            </a:endParaRPr>
          </a:p>
        </p:txBody>
      </p:sp>
      <p:sp>
        <p:nvSpPr>
          <p:cNvPr id="205" name="Google Shape;205;p37"/>
          <p:cNvSpPr txBox="1"/>
          <p:nvPr>
            <p:ph type="ctrTitle"/>
          </p:nvPr>
        </p:nvSpPr>
        <p:spPr>
          <a:xfrm>
            <a:off x="646675" y="106173"/>
            <a:ext cx="6908400" cy="452700"/>
          </a:xfrm>
          <a:prstGeom prst="rect">
            <a:avLst/>
          </a:prstGeom>
          <a:noFill/>
          <a:ln>
            <a:noFill/>
          </a:ln>
        </p:spPr>
        <p:txBody>
          <a:bodyPr anchorCtr="0" anchor="ctr" bIns="34275" lIns="68575" spcFirstLastPara="1" rIns="68575" wrap="square" tIns="34275">
            <a:noAutofit/>
          </a:bodyPr>
          <a:lstStyle/>
          <a:p>
            <a:pPr indent="0" lvl="0" marL="0" rtl="0" algn="ctr">
              <a:spcBef>
                <a:spcPts val="0"/>
              </a:spcBef>
              <a:spcAft>
                <a:spcPts val="0"/>
              </a:spcAft>
              <a:buNone/>
            </a:pPr>
            <a:r>
              <a:rPr b="1" lang="en-GB" sz="3000">
                <a:solidFill>
                  <a:schemeClr val="dk2"/>
                </a:solidFill>
                <a:latin typeface="Garamond"/>
                <a:ea typeface="Garamond"/>
                <a:cs typeface="Garamond"/>
                <a:sym typeface="Garamond"/>
              </a:rPr>
              <a:t>SMART INDIA HACKATHON 2026</a:t>
            </a:r>
            <a:endParaRPr b="1" sz="3000">
              <a:solidFill>
                <a:schemeClr val="dk2"/>
              </a:solidFill>
              <a:latin typeface="Garamond"/>
              <a:ea typeface="Garamond"/>
              <a:cs typeface="Garamond"/>
              <a:sym typeface="Garamond"/>
            </a:endParaRPr>
          </a:p>
        </p:txBody>
      </p:sp>
      <p:sp>
        <p:nvSpPr>
          <p:cNvPr id="206" name="Google Shape;206;p37"/>
          <p:cNvSpPr txBox="1"/>
          <p:nvPr/>
        </p:nvSpPr>
        <p:spPr>
          <a:xfrm>
            <a:off x="277794" y="809251"/>
            <a:ext cx="4149000" cy="836400"/>
          </a:xfrm>
          <a:prstGeom prst="rect">
            <a:avLst/>
          </a:prstGeom>
          <a:noFill/>
          <a:ln>
            <a:noFill/>
          </a:ln>
        </p:spPr>
        <p:txBody>
          <a:bodyPr anchorCtr="0" anchor="t" bIns="34275" lIns="68575" spcFirstLastPara="1" rIns="68575" wrap="square" tIns="34275">
            <a:spAutoFit/>
          </a:bodyPr>
          <a:lstStyle/>
          <a:p>
            <a:pPr indent="0" lvl="0" marL="0" marR="0" rtl="0" algn="l">
              <a:spcBef>
                <a:spcPts val="0"/>
              </a:spcBef>
              <a:spcAft>
                <a:spcPts val="0"/>
              </a:spcAft>
              <a:buNone/>
            </a:pPr>
            <a:r>
              <a:rPr b="1" i="0" lang="en-GB" sz="3300" u="none" cap="none" strike="noStrike">
                <a:solidFill>
                  <a:srgbClr val="0B2E4F"/>
                </a:solidFill>
                <a:latin typeface="Calibri"/>
                <a:ea typeface="Calibri"/>
                <a:cs typeface="Calibri"/>
                <a:sym typeface="Calibri"/>
              </a:rPr>
              <a:t>SagarDrishti</a:t>
            </a:r>
            <a:endParaRPr b="1" sz="3300">
              <a:solidFill>
                <a:srgbClr val="0B2E4F"/>
              </a:solidFill>
              <a:latin typeface="Calibri"/>
              <a:ea typeface="Calibri"/>
              <a:cs typeface="Calibri"/>
              <a:sym typeface="Calibri"/>
            </a:endParaRPr>
          </a:p>
          <a:p>
            <a:pPr indent="0" lvl="0" marL="0" marR="0" rtl="0" algn="l">
              <a:spcBef>
                <a:spcPts val="100"/>
              </a:spcBef>
              <a:spcAft>
                <a:spcPts val="0"/>
              </a:spcAft>
              <a:buNone/>
            </a:pPr>
            <a:r>
              <a:rPr b="0" i="1" lang="en-GB" sz="1600" u="none" cap="none" strike="noStrike">
                <a:solidFill>
                  <a:srgbClr val="12688F"/>
                </a:solidFill>
                <a:latin typeface="Calibri"/>
                <a:ea typeface="Calibri"/>
                <a:cs typeface="Calibri"/>
                <a:sym typeface="Calibri"/>
              </a:rPr>
              <a:t>A browser-native 3D digital twin of India's ocean</a:t>
            </a:r>
            <a:endParaRPr sz="1700"/>
          </a:p>
        </p:txBody>
      </p:sp>
      <p:pic>
        <p:nvPicPr>
          <p:cNvPr id="207" name="Google Shape;207;p37"/>
          <p:cNvPicPr preferRelativeResize="0"/>
          <p:nvPr/>
        </p:nvPicPr>
        <p:blipFill rotWithShape="1">
          <a:blip r:embed="rId3">
            <a:alphaModFix/>
          </a:blip>
          <a:srcRect b="0" l="0" r="0" t="0"/>
          <a:stretch/>
        </p:blipFill>
        <p:spPr>
          <a:xfrm>
            <a:off x="7335064" y="1125"/>
            <a:ext cx="1687388" cy="796752"/>
          </a:xfrm>
          <a:prstGeom prst="rect">
            <a:avLst/>
          </a:prstGeom>
          <a:noFill/>
          <a:ln>
            <a:noFill/>
          </a:ln>
        </p:spPr>
      </p:pic>
      <p:sp>
        <p:nvSpPr>
          <p:cNvPr id="208" name="Google Shape;208;p37"/>
          <p:cNvSpPr txBox="1"/>
          <p:nvPr/>
        </p:nvSpPr>
        <p:spPr>
          <a:xfrm>
            <a:off x="4571994" y="3694045"/>
            <a:ext cx="4450500" cy="400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GB" sz="1300" u="none" cap="none" strike="noStrike">
                <a:solidFill>
                  <a:srgbClr val="556471"/>
                </a:solidFill>
                <a:latin typeface="Calibri"/>
                <a:ea typeface="Calibri"/>
                <a:cs typeface="Calibri"/>
                <a:sym typeface="Calibri"/>
              </a:rPr>
              <a:t>Running today, offline: </a:t>
            </a:r>
            <a:r>
              <a:rPr b="1" i="0" lang="en-GB" sz="1300" u="none" cap="none" strike="noStrike">
                <a:solidFill>
                  <a:srgbClr val="556471"/>
                </a:solidFill>
                <a:latin typeface="Calibri"/>
                <a:ea typeface="Calibri"/>
                <a:cs typeface="Calibri"/>
                <a:sym typeface="Calibri"/>
              </a:rPr>
              <a:t>24 depth levels from 5 m to 2000 m, the </a:t>
            </a:r>
            <a:r>
              <a:rPr b="1" lang="en-GB" sz="1300">
                <a:solidFill>
                  <a:srgbClr val="556471"/>
                </a:solidFill>
                <a:latin typeface="Calibri"/>
                <a:ea typeface="Calibri"/>
                <a:cs typeface="Calibri"/>
                <a:sym typeface="Calibri"/>
              </a:rPr>
              <a:t>26°C </a:t>
            </a:r>
            <a:r>
              <a:rPr b="1" i="0" lang="en-GB" sz="1300" u="none" cap="none" strike="noStrike">
                <a:solidFill>
                  <a:srgbClr val="556471"/>
                </a:solidFill>
                <a:latin typeface="Calibri"/>
                <a:ea typeface="Calibri"/>
                <a:cs typeface="Calibri"/>
                <a:sym typeface="Calibri"/>
              </a:rPr>
              <a:t>isosurface, 337 current vectors and CAP warning areas.</a:t>
            </a:r>
            <a:endParaRPr b="1" sz="1800"/>
          </a:p>
        </p:txBody>
      </p:sp>
      <p:sp>
        <p:nvSpPr>
          <p:cNvPr id="209" name="Google Shape;209;p37"/>
          <p:cNvSpPr/>
          <p:nvPr/>
        </p:nvSpPr>
        <p:spPr>
          <a:xfrm>
            <a:off x="288036" y="1693518"/>
            <a:ext cx="1577400" cy="30900"/>
          </a:xfrm>
          <a:prstGeom prst="rect">
            <a:avLst/>
          </a:prstGeom>
          <a:solidFill>
            <a:srgbClr val="C44528"/>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400" u="none" cap="none" strike="noStrike">
              <a:solidFill>
                <a:schemeClr val="dk1"/>
              </a:solidFill>
              <a:latin typeface="Calibri"/>
              <a:ea typeface="Calibri"/>
              <a:cs typeface="Calibri"/>
              <a:sym typeface="Calibri"/>
            </a:endParaRPr>
          </a:p>
        </p:txBody>
      </p:sp>
      <p:sp>
        <p:nvSpPr>
          <p:cNvPr id="210" name="Google Shape;210;p37"/>
          <p:cNvSpPr txBox="1"/>
          <p:nvPr/>
        </p:nvSpPr>
        <p:spPr>
          <a:xfrm>
            <a:off x="277800" y="1896027"/>
            <a:ext cx="4149000" cy="1926600"/>
          </a:xfrm>
          <a:prstGeom prst="rect">
            <a:avLst/>
          </a:prstGeom>
          <a:noFill/>
          <a:ln>
            <a:noFill/>
          </a:ln>
        </p:spPr>
        <p:txBody>
          <a:bodyPr anchorCtr="0" anchor="t" bIns="0" lIns="0" spcFirstLastPara="1" rIns="0" wrap="square" tIns="0">
            <a:spAutoFit/>
          </a:bodyPr>
          <a:lstStyle/>
          <a:p>
            <a:pPr indent="0" lvl="0" marL="0" marR="0" rtl="0" algn="l">
              <a:lnSpc>
                <a:spcPct val="95000"/>
              </a:lnSpc>
              <a:spcBef>
                <a:spcPts val="0"/>
              </a:spcBef>
              <a:spcAft>
                <a:spcPts val="0"/>
              </a:spcAft>
              <a:buNone/>
            </a:pPr>
            <a:r>
              <a:rPr b="1" i="0" lang="en-GB" sz="1300" u="none" cap="none" strike="noStrike">
                <a:solidFill>
                  <a:srgbClr val="C44528"/>
                </a:solidFill>
                <a:latin typeface="Calibri"/>
                <a:ea typeface="Calibri"/>
                <a:cs typeface="Calibri"/>
                <a:sym typeface="Calibri"/>
              </a:rPr>
              <a:t>▪  </a:t>
            </a:r>
            <a:r>
              <a:rPr b="1" i="0" lang="en-GB" u="none" cap="none" strike="noStrike">
                <a:solidFill>
                  <a:srgbClr val="0B2E4F"/>
                </a:solidFill>
                <a:latin typeface="Calibri"/>
                <a:ea typeface="Calibri"/>
                <a:cs typeface="Calibri"/>
                <a:sym typeface="Calibri"/>
              </a:rPr>
              <a:t>Problem Statement ID - </a:t>
            </a:r>
            <a:r>
              <a:rPr b="0" i="0" lang="en-GB" u="none" cap="none" strike="noStrike">
                <a:solidFill>
                  <a:srgbClr val="14202B"/>
                </a:solidFill>
                <a:latin typeface="Calibri"/>
                <a:ea typeface="Calibri"/>
                <a:cs typeface="Calibri"/>
                <a:sym typeface="Calibri"/>
              </a:rPr>
              <a:t>SIH26067</a:t>
            </a:r>
            <a:endParaRPr sz="1700">
              <a:latin typeface="Calibri"/>
              <a:ea typeface="Calibri"/>
              <a:cs typeface="Calibri"/>
              <a:sym typeface="Calibri"/>
            </a:endParaRPr>
          </a:p>
          <a:p>
            <a:pPr indent="0" lvl="0" marL="0" marR="0" rtl="0" algn="l">
              <a:lnSpc>
                <a:spcPct val="100000"/>
              </a:lnSpc>
              <a:spcBef>
                <a:spcPts val="400"/>
              </a:spcBef>
              <a:spcAft>
                <a:spcPts val="0"/>
              </a:spcAft>
              <a:buNone/>
            </a:pPr>
            <a:r>
              <a:rPr b="1" i="0" lang="en-GB" sz="1300" u="none" cap="none" strike="noStrike">
                <a:solidFill>
                  <a:srgbClr val="C44528"/>
                </a:solidFill>
                <a:latin typeface="Calibri"/>
                <a:ea typeface="Calibri"/>
                <a:cs typeface="Calibri"/>
                <a:sym typeface="Calibri"/>
              </a:rPr>
              <a:t>▪  </a:t>
            </a:r>
            <a:r>
              <a:rPr b="1" i="0" lang="en-GB" u="none" cap="none" strike="noStrike">
                <a:solidFill>
                  <a:srgbClr val="0B2E4F"/>
                </a:solidFill>
                <a:latin typeface="Calibri"/>
                <a:ea typeface="Calibri"/>
                <a:cs typeface="Calibri"/>
                <a:sym typeface="Calibri"/>
              </a:rPr>
              <a:t>Problem Statement Title - </a:t>
            </a:r>
            <a:r>
              <a:rPr lang="en-GB">
                <a:solidFill>
                  <a:srgbClr val="212529"/>
                </a:solidFill>
                <a:highlight>
                  <a:srgbClr val="FFFFFF"/>
                </a:highlight>
                <a:latin typeface="Calibri"/>
                <a:ea typeface="Calibri"/>
                <a:cs typeface="Calibri"/>
                <a:sym typeface="Calibri"/>
              </a:rPr>
              <a:t>Develop </a:t>
            </a:r>
            <a:r>
              <a:rPr lang="en-GB">
                <a:solidFill>
                  <a:srgbClr val="212529"/>
                </a:solidFill>
                <a:highlight>
                  <a:srgbClr val="FFFFFF"/>
                </a:highlight>
                <a:latin typeface="Calibri"/>
                <a:ea typeface="Calibri"/>
                <a:cs typeface="Calibri"/>
                <a:sym typeface="Calibri"/>
              </a:rPr>
              <a:t>a web-based interactive 3D visualization platform that integrates numerical ocean model outputs and in-situ observations.</a:t>
            </a:r>
            <a:r>
              <a:rPr lang="en-GB" sz="1100">
                <a:solidFill>
                  <a:schemeClr val="dk1"/>
                </a:solidFill>
              </a:rPr>
              <a:t> </a:t>
            </a:r>
            <a:endParaRPr sz="1700"/>
          </a:p>
          <a:p>
            <a:pPr indent="0" lvl="0" marL="0" marR="0" rtl="0" algn="l">
              <a:lnSpc>
                <a:spcPct val="95000"/>
              </a:lnSpc>
              <a:spcBef>
                <a:spcPts val="400"/>
              </a:spcBef>
              <a:spcAft>
                <a:spcPts val="0"/>
              </a:spcAft>
              <a:buNone/>
            </a:pPr>
            <a:r>
              <a:rPr b="1" i="0" lang="en-GB" sz="1300" u="none" cap="none" strike="noStrike">
                <a:solidFill>
                  <a:srgbClr val="C44528"/>
                </a:solidFill>
                <a:latin typeface="Calibri"/>
                <a:ea typeface="Calibri"/>
                <a:cs typeface="Calibri"/>
                <a:sym typeface="Calibri"/>
              </a:rPr>
              <a:t>▪  </a:t>
            </a:r>
            <a:r>
              <a:rPr b="1" i="0" lang="en-GB" u="none" cap="none" strike="noStrike">
                <a:solidFill>
                  <a:srgbClr val="0B2E4F"/>
                </a:solidFill>
                <a:latin typeface="Calibri"/>
                <a:ea typeface="Calibri"/>
                <a:cs typeface="Calibri"/>
                <a:sym typeface="Calibri"/>
              </a:rPr>
              <a:t>Theme - </a:t>
            </a:r>
            <a:r>
              <a:rPr b="0" i="0" lang="en-GB" u="none" cap="none" strike="noStrike">
                <a:solidFill>
                  <a:srgbClr val="14202B"/>
                </a:solidFill>
                <a:latin typeface="Calibri"/>
                <a:ea typeface="Calibri"/>
                <a:cs typeface="Calibri"/>
                <a:sym typeface="Calibri"/>
              </a:rPr>
              <a:t>Disaster Management</a:t>
            </a:r>
            <a:endParaRPr sz="1700"/>
          </a:p>
          <a:p>
            <a:pPr indent="0" lvl="0" marL="0" marR="0" rtl="0" algn="l">
              <a:lnSpc>
                <a:spcPct val="95000"/>
              </a:lnSpc>
              <a:spcBef>
                <a:spcPts val="400"/>
              </a:spcBef>
              <a:spcAft>
                <a:spcPts val="0"/>
              </a:spcAft>
              <a:buNone/>
            </a:pPr>
            <a:r>
              <a:rPr b="1" i="0" lang="en-GB" sz="1300" u="none" cap="none" strike="noStrike">
                <a:solidFill>
                  <a:srgbClr val="C44528"/>
                </a:solidFill>
                <a:latin typeface="Calibri"/>
                <a:ea typeface="Calibri"/>
                <a:cs typeface="Calibri"/>
                <a:sym typeface="Calibri"/>
              </a:rPr>
              <a:t>▪  </a:t>
            </a:r>
            <a:r>
              <a:rPr b="1" i="0" lang="en-GB" u="none" cap="none" strike="noStrike">
                <a:solidFill>
                  <a:srgbClr val="0B2E4F"/>
                </a:solidFill>
                <a:latin typeface="Calibri"/>
                <a:ea typeface="Calibri"/>
                <a:cs typeface="Calibri"/>
                <a:sym typeface="Calibri"/>
              </a:rPr>
              <a:t>PS Category - </a:t>
            </a:r>
            <a:r>
              <a:rPr b="0" i="0" lang="en-GB" u="none" cap="none" strike="noStrike">
                <a:solidFill>
                  <a:srgbClr val="14202B"/>
                </a:solidFill>
                <a:latin typeface="Calibri"/>
                <a:ea typeface="Calibri"/>
                <a:cs typeface="Calibri"/>
                <a:sym typeface="Calibri"/>
              </a:rPr>
              <a:t>Software</a:t>
            </a:r>
            <a:endParaRPr sz="1700"/>
          </a:p>
          <a:p>
            <a:pPr indent="0" lvl="0" marL="0" marR="0" rtl="0" algn="l">
              <a:lnSpc>
                <a:spcPct val="95000"/>
              </a:lnSpc>
              <a:spcBef>
                <a:spcPts val="400"/>
              </a:spcBef>
              <a:spcAft>
                <a:spcPts val="0"/>
              </a:spcAft>
              <a:buNone/>
            </a:pPr>
            <a:r>
              <a:rPr b="1" i="0" lang="en-GB" sz="1300" u="none" cap="none" strike="noStrike">
                <a:solidFill>
                  <a:srgbClr val="C44528"/>
                </a:solidFill>
                <a:latin typeface="Calibri"/>
                <a:ea typeface="Calibri"/>
                <a:cs typeface="Calibri"/>
                <a:sym typeface="Calibri"/>
              </a:rPr>
              <a:t>▪  </a:t>
            </a:r>
            <a:r>
              <a:rPr b="1" i="0" lang="en-GB" u="none" cap="none" strike="noStrike">
                <a:solidFill>
                  <a:srgbClr val="0B2E4F"/>
                </a:solidFill>
                <a:latin typeface="Calibri"/>
                <a:ea typeface="Calibri"/>
                <a:cs typeface="Calibri"/>
                <a:sym typeface="Calibri"/>
              </a:rPr>
              <a:t>Team ID </a:t>
            </a:r>
            <a:r>
              <a:rPr b="1" i="0" lang="en-GB" u="none" cap="none" strike="noStrike">
                <a:solidFill>
                  <a:srgbClr val="0B2E4F"/>
                </a:solidFill>
                <a:latin typeface="Calibri"/>
                <a:ea typeface="Calibri"/>
                <a:cs typeface="Calibri"/>
                <a:sym typeface="Calibri"/>
              </a:rPr>
              <a:t>- </a:t>
            </a:r>
            <a:endParaRPr sz="1700"/>
          </a:p>
          <a:p>
            <a:pPr indent="0" lvl="0" marL="0" marR="0" rtl="0" algn="l">
              <a:lnSpc>
                <a:spcPct val="95000"/>
              </a:lnSpc>
              <a:spcBef>
                <a:spcPts val="400"/>
              </a:spcBef>
              <a:spcAft>
                <a:spcPts val="0"/>
              </a:spcAft>
              <a:buNone/>
            </a:pPr>
            <a:r>
              <a:rPr b="1" i="0" lang="en-GB" sz="1300" u="none" cap="none" strike="noStrike">
                <a:solidFill>
                  <a:srgbClr val="C44528"/>
                </a:solidFill>
                <a:latin typeface="Calibri"/>
                <a:ea typeface="Calibri"/>
                <a:cs typeface="Calibri"/>
                <a:sym typeface="Calibri"/>
              </a:rPr>
              <a:t>▪  </a:t>
            </a:r>
            <a:r>
              <a:rPr b="1" i="0" lang="en-GB" u="none" cap="none" strike="noStrike">
                <a:solidFill>
                  <a:srgbClr val="0B2E4F"/>
                </a:solidFill>
                <a:latin typeface="Calibri"/>
                <a:ea typeface="Calibri"/>
                <a:cs typeface="Calibri"/>
                <a:sym typeface="Calibri"/>
              </a:rPr>
              <a:t>Team Name (Registered on portal) - </a:t>
            </a:r>
            <a:r>
              <a:rPr lang="en-GB">
                <a:solidFill>
                  <a:srgbClr val="14202B"/>
                </a:solidFill>
                <a:latin typeface="Calibri"/>
                <a:ea typeface="Calibri"/>
                <a:cs typeface="Calibri"/>
                <a:sym typeface="Calibri"/>
              </a:rPr>
              <a:t>PixelPaws</a:t>
            </a:r>
            <a:endParaRPr sz="1700"/>
          </a:p>
        </p:txBody>
      </p:sp>
      <p:sp>
        <p:nvSpPr>
          <p:cNvPr id="211" name="Google Shape;211;p37"/>
          <p:cNvSpPr/>
          <p:nvPr/>
        </p:nvSpPr>
        <p:spPr>
          <a:xfrm>
            <a:off x="288025" y="4319825"/>
            <a:ext cx="8606100" cy="487800"/>
          </a:xfrm>
          <a:prstGeom prst="rect">
            <a:avLst/>
          </a:prstGeom>
          <a:solidFill>
            <a:schemeClr val="dk2"/>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400" u="none" cap="none" strike="noStrike">
              <a:solidFill>
                <a:schemeClr val="dk1"/>
              </a:solidFill>
              <a:latin typeface="Calibri"/>
              <a:ea typeface="Calibri"/>
              <a:cs typeface="Calibri"/>
              <a:sym typeface="Calibri"/>
            </a:endParaRPr>
          </a:p>
        </p:txBody>
      </p:sp>
      <p:sp>
        <p:nvSpPr>
          <p:cNvPr id="212" name="Google Shape;212;p37"/>
          <p:cNvSpPr/>
          <p:nvPr/>
        </p:nvSpPr>
        <p:spPr>
          <a:xfrm>
            <a:off x="288024" y="4319750"/>
            <a:ext cx="67800" cy="487800"/>
          </a:xfrm>
          <a:prstGeom prst="rect">
            <a:avLst/>
          </a:prstGeom>
          <a:solidFill>
            <a:srgbClr val="C44528"/>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400" u="none" cap="none" strike="noStrike">
              <a:solidFill>
                <a:schemeClr val="dk1"/>
              </a:solidFill>
              <a:latin typeface="Calibri"/>
              <a:ea typeface="Calibri"/>
              <a:cs typeface="Calibri"/>
              <a:sym typeface="Calibri"/>
            </a:endParaRPr>
          </a:p>
        </p:txBody>
      </p:sp>
      <p:sp>
        <p:nvSpPr>
          <p:cNvPr id="213" name="Google Shape;213;p37"/>
          <p:cNvSpPr txBox="1"/>
          <p:nvPr/>
        </p:nvSpPr>
        <p:spPr>
          <a:xfrm>
            <a:off x="452625" y="4350554"/>
            <a:ext cx="8441400" cy="394800"/>
          </a:xfrm>
          <a:prstGeom prst="rect">
            <a:avLst/>
          </a:prstGeom>
          <a:noFill/>
          <a:ln>
            <a:noFill/>
          </a:ln>
        </p:spPr>
        <p:txBody>
          <a:bodyPr anchorCtr="0" anchor="ctr" bIns="0" lIns="0" spcFirstLastPara="1" rIns="0" wrap="square" tIns="0">
            <a:spAutoFit/>
          </a:bodyPr>
          <a:lstStyle/>
          <a:p>
            <a:pPr indent="0" lvl="0" marL="0" marR="0" rtl="0" algn="l">
              <a:lnSpc>
                <a:spcPct val="95000"/>
              </a:lnSpc>
              <a:spcBef>
                <a:spcPts val="0"/>
              </a:spcBef>
              <a:spcAft>
                <a:spcPts val="0"/>
              </a:spcAft>
              <a:buNone/>
            </a:pPr>
            <a:r>
              <a:rPr b="1" i="0" lang="en-GB" u="none" cap="none" strike="noStrike">
                <a:solidFill>
                  <a:srgbClr val="6FD4D0"/>
                </a:solidFill>
                <a:latin typeface="Calibri"/>
                <a:ea typeface="Calibri"/>
                <a:cs typeface="Calibri"/>
                <a:sym typeface="Calibri"/>
              </a:rPr>
              <a:t>Not a proposal on paper.   </a:t>
            </a:r>
            <a:r>
              <a:rPr b="0" i="0" lang="en-GB" sz="1300" u="none" cap="none" strike="noStrike">
                <a:solidFill>
                  <a:srgbClr val="D3E3EC"/>
                </a:solidFill>
                <a:latin typeface="Calibri"/>
                <a:ea typeface="Calibri"/>
                <a:cs typeface="Calibri"/>
                <a:sym typeface="Calibri"/>
              </a:rPr>
              <a:t>5</a:t>
            </a:r>
            <a:r>
              <a:rPr lang="en-GB" sz="1300">
                <a:solidFill>
                  <a:srgbClr val="D3E3EC"/>
                </a:solidFill>
                <a:latin typeface="Calibri"/>
                <a:ea typeface="Calibri"/>
                <a:cs typeface="Calibri"/>
                <a:sym typeface="Calibri"/>
              </a:rPr>
              <a:t>67</a:t>
            </a:r>
            <a:r>
              <a:rPr b="0" i="0" lang="en-GB" sz="1300" u="none" cap="none" strike="noStrike">
                <a:solidFill>
                  <a:srgbClr val="D3E3EC"/>
                </a:solidFill>
                <a:latin typeface="Calibri"/>
                <a:ea typeface="Calibri"/>
                <a:cs typeface="Calibri"/>
                <a:sym typeface="Calibri"/>
              </a:rPr>
              <a:t> automated tests · 51 fps at 1080p on integrated graphics · 10.5 M gridded values · </a:t>
            </a:r>
            <a:r>
              <a:rPr lang="en-GB" sz="1300">
                <a:solidFill>
                  <a:srgbClr val="D3E3EC"/>
                </a:solidFill>
                <a:latin typeface="Calibri"/>
                <a:ea typeface="Calibri"/>
                <a:cs typeface="Calibri"/>
                <a:sym typeface="Calibri"/>
              </a:rPr>
              <a:t>30,012</a:t>
            </a:r>
            <a:r>
              <a:rPr b="0" i="0" lang="en-GB" sz="1300" u="none" cap="none" strike="noStrike">
                <a:solidFill>
                  <a:srgbClr val="D3E3EC"/>
                </a:solidFill>
                <a:latin typeface="Calibri"/>
                <a:ea typeface="Calibri"/>
                <a:cs typeface="Calibri"/>
                <a:sym typeface="Calibri"/>
              </a:rPr>
              <a:t> QC-passed instrument levels · zero requests that leave the machine. Every figure in this deck was measured, not estimate</a:t>
            </a:r>
            <a:endParaRPr sz="1700"/>
          </a:p>
        </p:txBody>
      </p:sp>
      <p:pic>
        <p:nvPicPr>
          <p:cNvPr id="214" name="Google Shape;214;p37"/>
          <p:cNvPicPr preferRelativeResize="0"/>
          <p:nvPr/>
        </p:nvPicPr>
        <p:blipFill rotWithShape="1">
          <a:blip r:embed="rId4">
            <a:alphaModFix/>
          </a:blip>
          <a:srcRect b="0" l="0" r="59917" t="0"/>
          <a:stretch/>
        </p:blipFill>
        <p:spPr>
          <a:xfrm>
            <a:off x="5725509" y="871516"/>
            <a:ext cx="2530002" cy="2705899"/>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8"/>
          <p:cNvSpPr txBox="1"/>
          <p:nvPr/>
        </p:nvSpPr>
        <p:spPr>
          <a:xfrm>
            <a:off x="45720" y="5074920"/>
            <a:ext cx="9052560" cy="45720"/>
          </a:xfrm>
          <a:prstGeom prst="rect">
            <a:avLst/>
          </a:prstGeom>
          <a:noFill/>
          <a:ln>
            <a:noFill/>
          </a:ln>
        </p:spPr>
        <p:txBody>
          <a:bodyPr anchorCtr="0" anchor="t" bIns="18275" lIns="27425" spcFirstLastPara="1" rIns="27425" wrap="square" tIns="18275">
            <a:spAutoFit/>
          </a:bodyPr>
          <a:lstStyle/>
          <a:p>
            <a:pPr indent="0" lvl="0" marL="0" marR="0" rtl="0" algn="l">
              <a:lnSpc>
                <a:spcPct val="50000"/>
              </a:lnSpc>
              <a:spcBef>
                <a:spcPts val="0"/>
              </a:spcBef>
              <a:spcAft>
                <a:spcPts val="0"/>
              </a:spcAft>
              <a:buNone/>
            </a:pPr>
            <a:r>
              <a:rPr b="0" i="0" lang="en-GB" sz="100" u="none" cap="none" strike="noStrike">
                <a:solidFill>
                  <a:srgbClr val="FFFFFF"/>
                </a:solidFill>
                <a:latin typeface="Arial"/>
                <a:ea typeface="Arial"/>
                <a:cs typeface="Arial"/>
                <a:sym typeface="Arial"/>
              </a:rPr>
              <a:t>volumetric rendering depth-slice navigation isosurface extraction time-step animation Argo profiling float glider CTD BGC biogeochemical moored buoy in-situ instrument profile depth-vs-variable chart geospatially accurate markers co-visualization single interactive environment</a:t>
            </a:r>
            <a:endParaRPr/>
          </a:p>
        </p:txBody>
      </p:sp>
      <p:sp>
        <p:nvSpPr>
          <p:cNvPr id="221" name="Google Shape;221;p38"/>
          <p:cNvSpPr/>
          <p:nvPr/>
        </p:nvSpPr>
        <p:spPr>
          <a:xfrm>
            <a:off x="0" y="4766072"/>
            <a:ext cx="9144000" cy="377400"/>
          </a:xfrm>
          <a:prstGeom prst="rect">
            <a:avLst/>
          </a:prstGeom>
          <a:solidFill>
            <a:srgbClr val="0070C0"/>
          </a:solidFill>
          <a:ln>
            <a:noFill/>
          </a:ln>
          <a:effectLst>
            <a:outerShdw rotWithShape="0" dir="5400000" dist="23000">
              <a:srgbClr val="808080">
                <a:alpha val="34902"/>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953734"/>
              </a:solidFill>
              <a:latin typeface="Calibri"/>
              <a:ea typeface="Calibri"/>
              <a:cs typeface="Calibri"/>
              <a:sym typeface="Calibri"/>
            </a:endParaRPr>
          </a:p>
        </p:txBody>
      </p:sp>
      <p:sp>
        <p:nvSpPr>
          <p:cNvPr id="222" name="Google Shape;222;p38"/>
          <p:cNvSpPr txBox="1"/>
          <p:nvPr>
            <p:ph type="title"/>
          </p:nvPr>
        </p:nvSpPr>
        <p:spPr>
          <a:xfrm>
            <a:off x="2376325" y="149525"/>
            <a:ext cx="4374300" cy="605400"/>
          </a:xfrm>
          <a:prstGeom prst="rect">
            <a:avLst/>
          </a:prstGeom>
          <a:noFill/>
          <a:ln>
            <a:noFill/>
          </a:ln>
        </p:spPr>
        <p:txBody>
          <a:bodyPr anchorCtr="0" anchor="ctr" bIns="34275" lIns="68575" spcFirstLastPara="1" rIns="68575" wrap="square" tIns="34275">
            <a:noAutofit/>
          </a:bodyPr>
          <a:lstStyle/>
          <a:p>
            <a:pPr indent="0" lvl="0" marL="0" rtl="0" algn="ctr">
              <a:lnSpc>
                <a:spcPct val="100000"/>
              </a:lnSpc>
              <a:spcBef>
                <a:spcPts val="0"/>
              </a:spcBef>
              <a:spcAft>
                <a:spcPts val="0"/>
              </a:spcAft>
              <a:buSzPts val="1100"/>
              <a:buNone/>
            </a:pPr>
            <a:r>
              <a:rPr b="1" lang="en-GB" sz="2500">
                <a:solidFill>
                  <a:srgbClr val="0B2E4F"/>
                </a:solidFill>
                <a:latin typeface="Times New Roman"/>
                <a:ea typeface="Times New Roman"/>
                <a:cs typeface="Times New Roman"/>
                <a:sym typeface="Times New Roman"/>
              </a:rPr>
              <a:t>The Problem &amp; Our Solution</a:t>
            </a:r>
            <a:endParaRPr sz="2500"/>
          </a:p>
        </p:txBody>
      </p:sp>
      <p:sp>
        <p:nvSpPr>
          <p:cNvPr id="223" name="Google Shape;223;p38"/>
          <p:cNvSpPr txBox="1"/>
          <p:nvPr>
            <p:ph idx="12" type="sldNum"/>
          </p:nvPr>
        </p:nvSpPr>
        <p:spPr>
          <a:xfrm>
            <a:off x="6553200" y="4817396"/>
            <a:ext cx="2133600" cy="273900"/>
          </a:xfrm>
          <a:prstGeom prst="rect">
            <a:avLst/>
          </a:prstGeom>
          <a:noFill/>
          <a:ln>
            <a:noFill/>
          </a:ln>
        </p:spPr>
        <p:txBody>
          <a:bodyPr anchorCtr="0" anchor="ctr" bIns="34275" lIns="68575" spcFirstLastPara="1" rIns="68575" wrap="square" tIns="34275">
            <a:noAutofit/>
          </a:bodyPr>
          <a:lstStyle/>
          <a:p>
            <a:pPr indent="0" lvl="0" marL="0" rtl="0" algn="r">
              <a:lnSpc>
                <a:spcPct val="100000"/>
              </a:lnSpc>
              <a:spcBef>
                <a:spcPts val="0"/>
              </a:spcBef>
              <a:spcAft>
                <a:spcPts val="0"/>
              </a:spcAft>
              <a:buSzPts val="1100"/>
              <a:buNone/>
            </a:pPr>
            <a:fld id="{00000000-1234-1234-1234-123412341234}" type="slidenum">
              <a:rPr b="1" lang="en-GB" sz="1100">
                <a:solidFill>
                  <a:schemeClr val="lt1"/>
                </a:solidFill>
              </a:rPr>
              <a:t>‹#›</a:t>
            </a:fld>
            <a:endParaRPr b="1" sz="1100">
              <a:solidFill>
                <a:schemeClr val="lt1"/>
              </a:solidFill>
            </a:endParaRPr>
          </a:p>
        </p:txBody>
      </p:sp>
      <p:sp>
        <p:nvSpPr>
          <p:cNvPr id="224" name="Google Shape;224;p38"/>
          <p:cNvSpPr txBox="1"/>
          <p:nvPr>
            <p:ph idx="11" type="ftr"/>
          </p:nvPr>
        </p:nvSpPr>
        <p:spPr>
          <a:xfrm>
            <a:off x="3227220" y="4802772"/>
            <a:ext cx="2983500" cy="273900"/>
          </a:xfrm>
          <a:prstGeom prst="rect">
            <a:avLst/>
          </a:prstGeom>
          <a:noFill/>
          <a:ln>
            <a:noFill/>
          </a:ln>
        </p:spPr>
        <p:txBody>
          <a:bodyPr anchorCtr="0" anchor="ctr" bIns="34275" lIns="68575" spcFirstLastPara="1" rIns="68575" wrap="square" tIns="34275">
            <a:noAutofit/>
          </a:bodyPr>
          <a:lstStyle/>
          <a:p>
            <a:pPr indent="0" lvl="0" marL="0" rtl="0" algn="ctr">
              <a:lnSpc>
                <a:spcPct val="100000"/>
              </a:lnSpc>
              <a:spcBef>
                <a:spcPts val="0"/>
              </a:spcBef>
              <a:spcAft>
                <a:spcPts val="0"/>
              </a:spcAft>
              <a:buSzPts val="1100"/>
              <a:buNone/>
            </a:pPr>
            <a:r>
              <a:rPr b="1" i="0" lang="en-GB" sz="700">
                <a:solidFill>
                  <a:srgbClr val="FFFFFF"/>
                </a:solidFill>
                <a:latin typeface="Calibri"/>
                <a:ea typeface="Calibri"/>
                <a:cs typeface="Calibri"/>
                <a:sym typeface="Calibri"/>
              </a:rPr>
              <a:t>SagarDrishti  ·  PS SIH26067  ·  @SIH Idea Submission</a:t>
            </a:r>
            <a:endParaRPr sz="1300">
              <a:solidFill>
                <a:schemeClr val="lt1"/>
              </a:solidFill>
            </a:endParaRPr>
          </a:p>
        </p:txBody>
      </p:sp>
      <p:sp>
        <p:nvSpPr>
          <p:cNvPr descr="Your startup LOGO" id="225" name="Google Shape;225;p38"/>
          <p:cNvSpPr/>
          <p:nvPr/>
        </p:nvSpPr>
        <p:spPr>
          <a:xfrm>
            <a:off x="112625" y="78400"/>
            <a:ext cx="1089300" cy="605400"/>
          </a:xfrm>
          <a:prstGeom prst="ellipse">
            <a:avLst/>
          </a:prstGeom>
          <a:solidFill>
            <a:schemeClr val="lt1"/>
          </a:solidFill>
          <a:ln cap="flat" cmpd="sng" w="25400">
            <a:solidFill>
              <a:schemeClr val="accent1"/>
            </a:solidFill>
            <a:prstDash val="solid"/>
            <a:round/>
            <a:headEnd len="sm" w="sm" type="none"/>
            <a:tailEnd len="sm" w="sm" type="none"/>
          </a:ln>
        </p:spPr>
        <p:txBody>
          <a:bodyPr anchorCtr="0" anchor="ctr" bIns="34275" lIns="68575" spcFirstLastPara="1" rIns="68575" wrap="none" tIns="34275">
            <a:noAutofit/>
          </a:bodyPr>
          <a:lstStyle/>
          <a:p>
            <a:pPr indent="0" lvl="0" marL="0" marR="0" rtl="0" algn="ctr">
              <a:lnSpc>
                <a:spcPct val="95000"/>
              </a:lnSpc>
              <a:spcBef>
                <a:spcPts val="400"/>
              </a:spcBef>
              <a:spcAft>
                <a:spcPts val="0"/>
              </a:spcAft>
              <a:buClr>
                <a:schemeClr val="dk1"/>
              </a:buClr>
              <a:buSzPts val="1200"/>
              <a:buFont typeface="Arial"/>
              <a:buNone/>
            </a:pPr>
            <a:r>
              <a:rPr b="1" i="0" lang="en-GB" sz="1200" u="none" cap="none" strike="noStrike">
                <a:solidFill>
                  <a:srgbClr val="FF0000"/>
                </a:solidFill>
                <a:latin typeface="Calibri"/>
                <a:ea typeface="Calibri"/>
                <a:cs typeface="Calibri"/>
                <a:sym typeface="Calibri"/>
              </a:rPr>
              <a:t>Pixel</a:t>
            </a:r>
            <a:r>
              <a:rPr b="1" i="0" lang="en-GB" sz="1200" u="none" cap="none" strike="noStrike">
                <a:solidFill>
                  <a:srgbClr val="1C4587"/>
                </a:solidFill>
                <a:latin typeface="Calibri"/>
                <a:ea typeface="Calibri"/>
                <a:cs typeface="Calibri"/>
                <a:sym typeface="Calibri"/>
              </a:rPr>
              <a:t>Paws</a:t>
            </a:r>
            <a:endParaRPr b="1" i="0" sz="1200" u="none" cap="none" strike="noStrike">
              <a:solidFill>
                <a:srgbClr val="1C4587"/>
              </a:solidFill>
              <a:latin typeface="Calibri"/>
              <a:ea typeface="Calibri"/>
              <a:cs typeface="Calibri"/>
              <a:sym typeface="Calibri"/>
            </a:endParaRPr>
          </a:p>
        </p:txBody>
      </p:sp>
      <p:pic>
        <p:nvPicPr>
          <p:cNvPr id="226" name="Google Shape;226;p38"/>
          <p:cNvPicPr preferRelativeResize="0"/>
          <p:nvPr/>
        </p:nvPicPr>
        <p:blipFill rotWithShape="1">
          <a:blip r:embed="rId3">
            <a:alphaModFix/>
          </a:blip>
          <a:srcRect b="0" l="0" r="0" t="0"/>
          <a:stretch/>
        </p:blipFill>
        <p:spPr>
          <a:xfrm>
            <a:off x="7335064" y="1125"/>
            <a:ext cx="1687388" cy="796752"/>
          </a:xfrm>
          <a:prstGeom prst="rect">
            <a:avLst/>
          </a:prstGeom>
          <a:noFill/>
          <a:ln>
            <a:noFill/>
          </a:ln>
        </p:spPr>
      </p:pic>
      <p:sp>
        <p:nvSpPr>
          <p:cNvPr id="227" name="Google Shape;227;p38"/>
          <p:cNvSpPr/>
          <p:nvPr/>
        </p:nvSpPr>
        <p:spPr>
          <a:xfrm>
            <a:off x="178308" y="850392"/>
            <a:ext cx="8785200" cy="356700"/>
          </a:xfrm>
          <a:prstGeom prst="rect">
            <a:avLst/>
          </a:prstGeom>
          <a:solidFill>
            <a:schemeClr val="accent1"/>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228" name="Google Shape;228;p38"/>
          <p:cNvSpPr txBox="1"/>
          <p:nvPr/>
        </p:nvSpPr>
        <p:spPr>
          <a:xfrm>
            <a:off x="266879" y="906344"/>
            <a:ext cx="8593200" cy="2001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GB" sz="1300" u="none" cap="none" strike="noStrike">
                <a:solidFill>
                  <a:srgbClr val="FFFFFF"/>
                </a:solidFill>
                <a:latin typeface="Calibri"/>
                <a:ea typeface="Calibri"/>
                <a:cs typeface="Calibri"/>
                <a:sym typeface="Calibri"/>
              </a:rPr>
              <a:t>Bay of Bengal: model fields and the instruments in the water, on one screen, with a number for the gap between them.</a:t>
            </a:r>
            <a:endParaRPr b="1" i="0" sz="1200" u="none" cap="none" strike="noStrike">
              <a:solidFill>
                <a:srgbClr val="000000"/>
              </a:solidFill>
              <a:latin typeface="Arial"/>
              <a:ea typeface="Arial"/>
              <a:cs typeface="Arial"/>
              <a:sym typeface="Arial"/>
            </a:endParaRPr>
          </a:p>
        </p:txBody>
      </p:sp>
      <p:sp>
        <p:nvSpPr>
          <p:cNvPr id="229" name="Google Shape;229;p38"/>
          <p:cNvSpPr/>
          <p:nvPr/>
        </p:nvSpPr>
        <p:spPr>
          <a:xfrm>
            <a:off x="178308" y="1250584"/>
            <a:ext cx="2229000" cy="192000"/>
          </a:xfrm>
          <a:prstGeom prst="roundRect">
            <a:avLst>
              <a:gd fmla="val 32000" name="adj"/>
            </a:avLst>
          </a:prstGeom>
          <a:solidFill>
            <a:srgbClr val="0B2E4F"/>
          </a:solidFill>
          <a:ln>
            <a:noFill/>
          </a:ln>
        </p:spPr>
        <p:txBody>
          <a:bodyPr anchorCtr="0" anchor="ctr" bIns="0" lIns="68575" spcFirstLastPara="1" rIns="4115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GB" sz="900" u="none" cap="none" strike="noStrike">
                <a:solidFill>
                  <a:srgbClr val="FFFFFF"/>
                </a:solidFill>
                <a:latin typeface="Calibri"/>
                <a:ea typeface="Calibri"/>
                <a:cs typeface="Calibri"/>
                <a:sym typeface="Calibri"/>
              </a:rPr>
              <a:t>THE PROBLEM  ·  INCOIS'S OWN WORDS</a:t>
            </a:r>
            <a:endParaRPr b="0" i="0" sz="1100" u="none" cap="none" strike="noStrike">
              <a:solidFill>
                <a:srgbClr val="000000"/>
              </a:solidFill>
              <a:latin typeface="Arial"/>
              <a:ea typeface="Arial"/>
              <a:cs typeface="Arial"/>
              <a:sym typeface="Arial"/>
            </a:endParaRPr>
          </a:p>
        </p:txBody>
      </p:sp>
      <p:sp>
        <p:nvSpPr>
          <p:cNvPr id="230" name="Google Shape;230;p38"/>
          <p:cNvSpPr/>
          <p:nvPr/>
        </p:nvSpPr>
        <p:spPr>
          <a:xfrm>
            <a:off x="178300" y="1495050"/>
            <a:ext cx="4725900" cy="566928"/>
          </a:xfrm>
          <a:prstGeom prst="rect">
            <a:avLst/>
          </a:prstGeom>
          <a:solidFill>
            <a:srgbClr val="EFF4F7"/>
          </a:solidFill>
          <a:ln cap="flat" cmpd="sng" w="9525">
            <a:solidFill>
              <a:srgbClr val="C3D0D9"/>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231" name="Google Shape;231;p38"/>
          <p:cNvSpPr txBox="1"/>
          <p:nvPr/>
        </p:nvSpPr>
        <p:spPr>
          <a:xfrm>
            <a:off x="288600" y="1553375"/>
            <a:ext cx="4643700" cy="406500"/>
          </a:xfrm>
          <a:prstGeom prst="rect">
            <a:avLst/>
          </a:prstGeom>
          <a:noFill/>
          <a:ln>
            <a:noFill/>
          </a:ln>
        </p:spPr>
        <p:txBody>
          <a:bodyPr anchorCtr="0" anchor="t" bIns="0" lIns="0" spcFirstLastPara="1" rIns="0" wrap="square" tIns="0">
            <a:spAutoFit/>
          </a:bodyPr>
          <a:lstStyle/>
          <a:p>
            <a:pPr indent="0" lvl="0" marL="0" marR="0" rtl="0" algn="l">
              <a:lnSpc>
                <a:spcPct val="88000"/>
              </a:lnSpc>
              <a:spcBef>
                <a:spcPts val="0"/>
              </a:spcBef>
              <a:spcAft>
                <a:spcPts val="0"/>
              </a:spcAft>
              <a:buClr>
                <a:srgbClr val="000000"/>
              </a:buClr>
              <a:buSzPts val="900"/>
              <a:buFont typeface="Arial"/>
              <a:buNone/>
            </a:pPr>
            <a:r>
              <a:rPr b="1" i="0" lang="en-GB" sz="1000" u="none" cap="none" strike="noStrike">
                <a:solidFill>
                  <a:srgbClr val="12688F"/>
                </a:solidFill>
                <a:latin typeface="Calibri"/>
                <a:ea typeface="Calibri"/>
                <a:cs typeface="Calibri"/>
                <a:sym typeface="Calibri"/>
              </a:rPr>
              <a:t>▪  </a:t>
            </a:r>
            <a:r>
              <a:rPr b="1" i="0" lang="en-GB" sz="1000" u="none" cap="none" strike="noStrike">
                <a:solidFill>
                  <a:srgbClr val="C44528"/>
                </a:solidFill>
                <a:latin typeface="Calibri"/>
                <a:ea typeface="Calibri"/>
                <a:cs typeface="Calibri"/>
                <a:sym typeface="Calibri"/>
              </a:rPr>
              <a:t>“No integrated, web-based 3D visualization platform currently exists”</a:t>
            </a:r>
            <a:r>
              <a:rPr b="0" i="0" lang="en-GB" sz="1000" u="none" cap="none" strike="noStrike">
                <a:solidFill>
                  <a:srgbClr val="14202B"/>
                </a:solidFill>
                <a:latin typeface="Calibri"/>
                <a:ea typeface="Calibri"/>
                <a:cs typeface="Calibri"/>
                <a:sym typeface="Calibri"/>
              </a:rPr>
              <a:t> so forecasters toggle between disparate software packages, which impedes hazard assessment, search and rescue, fishery advisories and climate monitoring.</a:t>
            </a:r>
            <a:endParaRPr b="0" i="0" sz="1100" u="none" cap="none" strike="noStrike">
              <a:solidFill>
                <a:srgbClr val="000000"/>
              </a:solidFill>
              <a:latin typeface="Arial"/>
              <a:ea typeface="Arial"/>
              <a:cs typeface="Arial"/>
              <a:sym typeface="Arial"/>
            </a:endParaRPr>
          </a:p>
        </p:txBody>
      </p:sp>
      <p:sp>
        <p:nvSpPr>
          <p:cNvPr id="232" name="Google Shape;232;p38"/>
          <p:cNvSpPr/>
          <p:nvPr/>
        </p:nvSpPr>
        <p:spPr>
          <a:xfrm>
            <a:off x="178308" y="2139696"/>
            <a:ext cx="3326100" cy="192000"/>
          </a:xfrm>
          <a:prstGeom prst="roundRect">
            <a:avLst>
              <a:gd fmla="val 32000" name="adj"/>
            </a:avLst>
          </a:prstGeom>
          <a:solidFill>
            <a:srgbClr val="0B2E4F"/>
          </a:solidFill>
          <a:ln>
            <a:noFill/>
          </a:ln>
        </p:spPr>
        <p:txBody>
          <a:bodyPr anchorCtr="0" anchor="ctr" bIns="0" lIns="68575" spcFirstLastPara="1" rIns="4115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GB" sz="900" u="none" cap="none" strike="noStrike">
                <a:solidFill>
                  <a:srgbClr val="FFFFFF"/>
                </a:solidFill>
                <a:latin typeface="Calibri"/>
                <a:ea typeface="Calibri"/>
                <a:cs typeface="Calibri"/>
                <a:sym typeface="Calibri"/>
              </a:rPr>
              <a:t>PROPOSED SOLUTION  ·  HOW IT ADDRESSES THE PROBLEM</a:t>
            </a:r>
            <a:endParaRPr b="0" i="0" sz="1100" u="none" cap="none" strike="noStrike">
              <a:solidFill>
                <a:srgbClr val="000000"/>
              </a:solidFill>
              <a:latin typeface="Arial"/>
              <a:ea typeface="Arial"/>
              <a:cs typeface="Arial"/>
              <a:sym typeface="Arial"/>
            </a:endParaRPr>
          </a:p>
        </p:txBody>
      </p:sp>
      <p:sp>
        <p:nvSpPr>
          <p:cNvPr id="233" name="Google Shape;233;p38"/>
          <p:cNvSpPr/>
          <p:nvPr/>
        </p:nvSpPr>
        <p:spPr>
          <a:xfrm>
            <a:off x="178300" y="2377440"/>
            <a:ext cx="4725900" cy="1024128"/>
          </a:xfrm>
          <a:prstGeom prst="rect">
            <a:avLst/>
          </a:prstGeom>
          <a:solidFill>
            <a:srgbClr val="FFFFFF"/>
          </a:solidFill>
          <a:ln cap="flat" cmpd="sng" w="9525">
            <a:solidFill>
              <a:srgbClr val="C3D0D9"/>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234" name="Google Shape;234;p38"/>
          <p:cNvSpPr txBox="1"/>
          <p:nvPr/>
        </p:nvSpPr>
        <p:spPr>
          <a:xfrm>
            <a:off x="288600" y="2432300"/>
            <a:ext cx="4602600" cy="795300"/>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0000"/>
              </a:buClr>
              <a:buSzPts val="900"/>
              <a:buFont typeface="Arial"/>
              <a:buNone/>
            </a:pPr>
            <a:r>
              <a:rPr b="1" i="0" lang="en-GB" sz="1000" u="none" cap="none" strike="noStrike">
                <a:solidFill>
                  <a:srgbClr val="0B2E4F"/>
                </a:solidFill>
                <a:latin typeface="Calibri"/>
                <a:ea typeface="Calibri"/>
                <a:cs typeface="Calibri"/>
                <a:sym typeface="Calibri"/>
              </a:rPr>
              <a:t>Volumetric column in a browser.</a:t>
            </a:r>
            <a:r>
              <a:rPr b="0" i="0" lang="en-GB" sz="1000" u="none" cap="none" strike="noStrike">
                <a:solidFill>
                  <a:srgbClr val="14202B"/>
                </a:solidFill>
                <a:latin typeface="Calibri"/>
                <a:ea typeface="Calibri"/>
                <a:cs typeface="Calibri"/>
                <a:sym typeface="Calibri"/>
              </a:rPr>
              <a:t>  24 levels, 5 m to 2000 m.</a:t>
            </a:r>
            <a:endParaRPr b="0" i="0" sz="1300" u="none" cap="none" strike="noStrike">
              <a:solidFill>
                <a:srgbClr val="000000"/>
              </a:solidFill>
              <a:latin typeface="Arial"/>
              <a:ea typeface="Arial"/>
              <a:cs typeface="Arial"/>
              <a:sym typeface="Arial"/>
            </a:endParaRPr>
          </a:p>
          <a:p>
            <a:pPr indent="0" lvl="0" marL="0" marR="0" rtl="0" algn="l">
              <a:lnSpc>
                <a:spcPct val="90000"/>
              </a:lnSpc>
              <a:spcBef>
                <a:spcPts val="200"/>
              </a:spcBef>
              <a:spcAft>
                <a:spcPts val="0"/>
              </a:spcAft>
              <a:buClr>
                <a:srgbClr val="000000"/>
              </a:buClr>
              <a:buSzPts val="900"/>
              <a:buFont typeface="Arial"/>
              <a:buNone/>
            </a:pPr>
            <a:r>
              <a:rPr b="1" i="0" lang="en-GB" sz="1000" u="none" cap="none" strike="noStrike">
                <a:solidFill>
                  <a:srgbClr val="0B2E4F"/>
                </a:solidFill>
                <a:latin typeface="Calibri"/>
                <a:ea typeface="Calibri"/>
                <a:cs typeface="Calibri"/>
                <a:sym typeface="Calibri"/>
              </a:rPr>
              <a:t>All four instrument classes.</a:t>
            </a:r>
            <a:r>
              <a:rPr b="0" i="0" lang="en-GB" sz="1000" u="none" cap="none" strike="noStrike">
                <a:solidFill>
                  <a:srgbClr val="14202B"/>
                </a:solidFill>
                <a:latin typeface="Calibri"/>
                <a:ea typeface="Calibri"/>
                <a:cs typeface="Calibri"/>
                <a:sym typeface="Calibri"/>
              </a:rPr>
              <a:t>  149 casts: temperature, salinity, oxygen, chlorophyll.</a:t>
            </a:r>
            <a:endParaRPr b="0" i="0" sz="1300" u="none" cap="none" strike="noStrike">
              <a:solidFill>
                <a:srgbClr val="000000"/>
              </a:solidFill>
              <a:latin typeface="Arial"/>
              <a:ea typeface="Arial"/>
              <a:cs typeface="Arial"/>
              <a:sym typeface="Arial"/>
            </a:endParaRPr>
          </a:p>
          <a:p>
            <a:pPr indent="0" lvl="0" marL="0" marR="0" rtl="0" algn="l">
              <a:lnSpc>
                <a:spcPct val="90000"/>
              </a:lnSpc>
              <a:spcBef>
                <a:spcPts val="200"/>
              </a:spcBef>
              <a:spcAft>
                <a:spcPts val="0"/>
              </a:spcAft>
              <a:buClr>
                <a:srgbClr val="000000"/>
              </a:buClr>
              <a:buSzPts val="900"/>
              <a:buFont typeface="Arial"/>
              <a:buNone/>
            </a:pPr>
            <a:r>
              <a:rPr b="1" i="0" lang="en-GB" sz="1000" u="none" cap="none" strike="noStrike">
                <a:solidFill>
                  <a:srgbClr val="12688F"/>
                </a:solidFill>
                <a:latin typeface="Calibri"/>
                <a:ea typeface="Calibri"/>
                <a:cs typeface="Calibri"/>
                <a:sym typeface="Calibri"/>
              </a:rPr>
              <a:t>A skill number beside the field.</a:t>
            </a:r>
            <a:r>
              <a:rPr b="0" i="0" lang="en-GB" sz="1000" u="none" cap="none" strike="noStrike">
                <a:solidFill>
                  <a:srgbClr val="14202B"/>
                </a:solidFill>
                <a:latin typeface="Calibri"/>
                <a:ea typeface="Calibri"/>
                <a:cs typeface="Calibri"/>
                <a:sym typeface="Calibri"/>
              </a:rPr>
              <a:t>  Bias and RMSE per depth band.</a:t>
            </a:r>
            <a:endParaRPr b="0" i="0" sz="1300" u="none" cap="none" strike="noStrike">
              <a:solidFill>
                <a:srgbClr val="000000"/>
              </a:solidFill>
              <a:latin typeface="Arial"/>
              <a:ea typeface="Arial"/>
              <a:cs typeface="Arial"/>
              <a:sym typeface="Arial"/>
            </a:endParaRPr>
          </a:p>
          <a:p>
            <a:pPr indent="0" lvl="0" marL="0" marR="0" rtl="0" algn="l">
              <a:lnSpc>
                <a:spcPct val="90000"/>
              </a:lnSpc>
              <a:spcBef>
                <a:spcPts val="200"/>
              </a:spcBef>
              <a:spcAft>
                <a:spcPts val="0"/>
              </a:spcAft>
              <a:buClr>
                <a:srgbClr val="000000"/>
              </a:buClr>
              <a:buSzPts val="900"/>
              <a:buFont typeface="Arial"/>
              <a:buNone/>
            </a:pPr>
            <a:r>
              <a:rPr b="1" i="0" lang="en-GB" sz="1000" u="none" cap="none" strike="noStrike">
                <a:solidFill>
                  <a:srgbClr val="0B2E4F"/>
                </a:solidFill>
                <a:latin typeface="Calibri"/>
                <a:ea typeface="Calibri"/>
                <a:cs typeface="Calibri"/>
                <a:sym typeface="Calibri"/>
              </a:rPr>
              <a:t>Hazards drawn over the water.</a:t>
            </a:r>
            <a:r>
              <a:rPr b="0" i="0" lang="en-GB" sz="1000" u="none" cap="none" strike="noStrike">
                <a:solidFill>
                  <a:srgbClr val="14202B"/>
                </a:solidFill>
                <a:latin typeface="Calibri"/>
                <a:ea typeface="Calibri"/>
                <a:cs typeface="Calibri"/>
                <a:sym typeface="Calibri"/>
              </a:rPr>
              <a:t>  Live CAP v1.2 from NDMA SACHET.</a:t>
            </a:r>
            <a:endParaRPr b="0" i="0" sz="1300" u="none" cap="none" strike="noStrike">
              <a:solidFill>
                <a:srgbClr val="000000"/>
              </a:solidFill>
              <a:latin typeface="Arial"/>
              <a:ea typeface="Arial"/>
              <a:cs typeface="Arial"/>
              <a:sym typeface="Arial"/>
            </a:endParaRPr>
          </a:p>
          <a:p>
            <a:pPr indent="0" lvl="0" marL="0" marR="0" rtl="0" algn="l">
              <a:lnSpc>
                <a:spcPct val="90000"/>
              </a:lnSpc>
              <a:spcBef>
                <a:spcPts val="200"/>
              </a:spcBef>
              <a:spcAft>
                <a:spcPts val="0"/>
              </a:spcAft>
              <a:buClr>
                <a:srgbClr val="000000"/>
              </a:buClr>
              <a:buSzPts val="900"/>
              <a:buFont typeface="Arial"/>
              <a:buNone/>
            </a:pPr>
            <a:r>
              <a:rPr b="1" i="0" lang="en-GB" sz="1000" u="none" cap="none" strike="noStrike">
                <a:solidFill>
                  <a:srgbClr val="0B2E4F"/>
                </a:solidFill>
                <a:latin typeface="Calibri"/>
                <a:ea typeface="Calibri"/>
                <a:cs typeface="Calibri"/>
                <a:sym typeface="Calibri"/>
              </a:rPr>
              <a:t>A new source is config, not code.</a:t>
            </a:r>
            <a:r>
              <a:rPr b="0" i="0" lang="en-GB" sz="1000" u="none" cap="none" strike="noStrike">
                <a:solidFill>
                  <a:srgbClr val="14202B"/>
                </a:solidFill>
                <a:latin typeface="Calibri"/>
                <a:ea typeface="Calibri"/>
                <a:cs typeface="Calibri"/>
                <a:sym typeface="Calibri"/>
              </a:rPr>
              <a:t>  YAML plus a plugin. OGC WMS/WCS served.</a:t>
            </a:r>
            <a:endParaRPr b="0" i="0" sz="1300" u="none" cap="none" strike="noStrike">
              <a:solidFill>
                <a:srgbClr val="000000"/>
              </a:solidFill>
              <a:latin typeface="Arial"/>
              <a:ea typeface="Arial"/>
              <a:cs typeface="Arial"/>
              <a:sym typeface="Arial"/>
            </a:endParaRPr>
          </a:p>
        </p:txBody>
      </p:sp>
      <p:pic>
        <p:nvPicPr>
          <p:cNvPr descr="hero-tours.png" id="235" name="Google Shape;235;p38"/>
          <p:cNvPicPr preferRelativeResize="0"/>
          <p:nvPr/>
        </p:nvPicPr>
        <p:blipFill rotWithShape="1">
          <a:blip r:embed="rId4">
            <a:alphaModFix/>
          </a:blip>
          <a:srcRect b="0" l="0" r="0" t="0"/>
          <a:stretch/>
        </p:blipFill>
        <p:spPr>
          <a:xfrm>
            <a:off x="5027167" y="1272200"/>
            <a:ext cx="3931920" cy="2569464"/>
          </a:xfrm>
          <a:prstGeom prst="rect">
            <a:avLst/>
          </a:prstGeom>
          <a:noFill/>
          <a:ln>
            <a:noFill/>
          </a:ln>
        </p:spPr>
      </p:pic>
      <p:pic>
        <p:nvPicPr>
          <p:cNvPr descr="panel-verdict.png" id="236" name="Google Shape;236;p38"/>
          <p:cNvPicPr preferRelativeResize="0"/>
          <p:nvPr/>
        </p:nvPicPr>
        <p:blipFill rotWithShape="1">
          <a:blip r:embed="rId5">
            <a:alphaModFix/>
          </a:blip>
          <a:srcRect b="0" l="0" r="0" t="0"/>
          <a:stretch/>
        </p:blipFill>
        <p:spPr>
          <a:xfrm>
            <a:off x="5027175" y="3950200"/>
            <a:ext cx="2307900" cy="713575"/>
          </a:xfrm>
          <a:prstGeom prst="rect">
            <a:avLst/>
          </a:prstGeom>
          <a:noFill/>
          <a:ln>
            <a:noFill/>
          </a:ln>
        </p:spPr>
      </p:pic>
      <p:sp>
        <p:nvSpPr>
          <p:cNvPr id="237" name="Google Shape;237;p38"/>
          <p:cNvSpPr txBox="1"/>
          <p:nvPr/>
        </p:nvSpPr>
        <p:spPr>
          <a:xfrm>
            <a:off x="1216152" y="3749039"/>
            <a:ext cx="1517904" cy="219456"/>
          </a:xfrm>
          <a:prstGeom prst="rect">
            <a:avLst/>
          </a:prstGeom>
          <a:noFill/>
          <a:ln>
            <a:noFill/>
          </a:ln>
        </p:spPr>
        <p:txBody>
          <a:bodyPr anchorCtr="0" anchor="t" bIns="18275" lIns="27425" spcFirstLastPara="1" rIns="27425" wrap="square" tIns="18275">
            <a:spAutoFit/>
          </a:bodyPr>
          <a:lstStyle/>
          <a:p>
            <a:pPr indent="0" lvl="0" marL="0" marR="0" rtl="0" algn="ctr">
              <a:lnSpc>
                <a:spcPct val="94000"/>
              </a:lnSpc>
              <a:spcBef>
                <a:spcPts val="0"/>
              </a:spcBef>
              <a:spcAft>
                <a:spcPts val="0"/>
              </a:spcAft>
              <a:buNone/>
            </a:pPr>
            <a:r>
              <a:rPr b="1" i="0" lang="en-GB" sz="900" u="none" cap="none" strike="noStrike">
                <a:solidFill>
                  <a:srgbClr val="5A6B78"/>
                </a:solidFill>
                <a:latin typeface="Arial"/>
                <a:ea typeface="Arial"/>
                <a:cs typeface="Arial"/>
                <a:sym typeface="Arial"/>
              </a:rPr>
              <a:t>DESKTOP</a:t>
            </a:r>
            <a:endParaRPr/>
          </a:p>
        </p:txBody>
      </p:sp>
      <p:sp>
        <p:nvSpPr>
          <p:cNvPr id="238" name="Google Shape;238;p38"/>
          <p:cNvSpPr txBox="1"/>
          <p:nvPr/>
        </p:nvSpPr>
        <p:spPr>
          <a:xfrm>
            <a:off x="2770632" y="3749039"/>
            <a:ext cx="1517904" cy="219456"/>
          </a:xfrm>
          <a:prstGeom prst="rect">
            <a:avLst/>
          </a:prstGeom>
          <a:noFill/>
          <a:ln>
            <a:noFill/>
          </a:ln>
        </p:spPr>
        <p:txBody>
          <a:bodyPr anchorCtr="0" anchor="t" bIns="18275" lIns="27425" spcFirstLastPara="1" rIns="27425" wrap="square" tIns="18275">
            <a:spAutoFit/>
          </a:bodyPr>
          <a:lstStyle/>
          <a:p>
            <a:pPr indent="0" lvl="0" marL="0" marR="0" rtl="0" algn="ctr">
              <a:lnSpc>
                <a:spcPct val="94000"/>
              </a:lnSpc>
              <a:spcBef>
                <a:spcPts val="0"/>
              </a:spcBef>
              <a:spcAft>
                <a:spcPts val="0"/>
              </a:spcAft>
              <a:buNone/>
            </a:pPr>
            <a:r>
              <a:rPr b="1" i="0" lang="en-GB" sz="900" u="none" cap="none" strike="noStrike">
                <a:solidFill>
                  <a:srgbClr val="5A6B78"/>
                </a:solidFill>
                <a:latin typeface="Arial"/>
                <a:ea typeface="Arial"/>
                <a:cs typeface="Arial"/>
                <a:sym typeface="Arial"/>
              </a:rPr>
              <a:t>IN A BROWSER</a:t>
            </a:r>
            <a:endParaRPr/>
          </a:p>
        </p:txBody>
      </p:sp>
      <p:sp>
        <p:nvSpPr>
          <p:cNvPr id="239" name="Google Shape;239;p38"/>
          <p:cNvSpPr txBox="1"/>
          <p:nvPr/>
        </p:nvSpPr>
        <p:spPr>
          <a:xfrm>
            <a:off x="173736" y="4069080"/>
            <a:ext cx="1005840" cy="219456"/>
          </a:xfrm>
          <a:prstGeom prst="rect">
            <a:avLst/>
          </a:prstGeom>
          <a:noFill/>
          <a:ln>
            <a:noFill/>
          </a:ln>
        </p:spPr>
        <p:txBody>
          <a:bodyPr anchorCtr="0" anchor="t" bIns="18275" lIns="27425" spcFirstLastPara="1" rIns="27425" wrap="square" tIns="18275">
            <a:spAutoFit/>
          </a:bodyPr>
          <a:lstStyle/>
          <a:p>
            <a:pPr indent="0" lvl="0" marL="0" marR="0" rtl="0" algn="l">
              <a:lnSpc>
                <a:spcPct val="94000"/>
              </a:lnSpc>
              <a:spcBef>
                <a:spcPts val="0"/>
              </a:spcBef>
              <a:spcAft>
                <a:spcPts val="0"/>
              </a:spcAft>
              <a:buNone/>
            </a:pPr>
            <a:r>
              <a:rPr b="1" i="0" lang="en-GB" sz="900" u="none" cap="none" strike="noStrike">
                <a:solidFill>
                  <a:srgbClr val="5A6B78"/>
                </a:solidFill>
                <a:latin typeface="Arial"/>
                <a:ea typeface="Arial"/>
                <a:cs typeface="Arial"/>
                <a:sym typeface="Arial"/>
              </a:rPr>
              <a:t>VOLUMETRIC</a:t>
            </a:r>
            <a:endParaRPr/>
          </a:p>
        </p:txBody>
      </p:sp>
      <p:sp>
        <p:nvSpPr>
          <p:cNvPr id="240" name="Google Shape;240;p38"/>
          <p:cNvSpPr txBox="1"/>
          <p:nvPr/>
        </p:nvSpPr>
        <p:spPr>
          <a:xfrm>
            <a:off x="173736" y="4453128"/>
            <a:ext cx="1005840" cy="219456"/>
          </a:xfrm>
          <a:prstGeom prst="rect">
            <a:avLst/>
          </a:prstGeom>
          <a:noFill/>
          <a:ln>
            <a:noFill/>
          </a:ln>
        </p:spPr>
        <p:txBody>
          <a:bodyPr anchorCtr="0" anchor="t" bIns="18275" lIns="27425" spcFirstLastPara="1" rIns="27425" wrap="square" tIns="18275">
            <a:spAutoFit/>
          </a:bodyPr>
          <a:lstStyle/>
          <a:p>
            <a:pPr indent="0" lvl="0" marL="0" marR="0" rtl="0" algn="l">
              <a:lnSpc>
                <a:spcPct val="94000"/>
              </a:lnSpc>
              <a:spcBef>
                <a:spcPts val="0"/>
              </a:spcBef>
              <a:spcAft>
                <a:spcPts val="0"/>
              </a:spcAft>
              <a:buNone/>
            </a:pPr>
            <a:r>
              <a:rPr b="1" i="0" lang="en-GB" sz="900" u="none" cap="none" strike="noStrike">
                <a:solidFill>
                  <a:srgbClr val="5A6B78"/>
                </a:solidFill>
                <a:latin typeface="Arial"/>
                <a:ea typeface="Arial"/>
                <a:cs typeface="Arial"/>
                <a:sym typeface="Arial"/>
              </a:rPr>
              <a:t>2D ONLY</a:t>
            </a:r>
            <a:endParaRPr/>
          </a:p>
        </p:txBody>
      </p:sp>
      <p:sp>
        <p:nvSpPr>
          <p:cNvPr id="241" name="Google Shape;241;p38"/>
          <p:cNvSpPr/>
          <p:nvPr/>
        </p:nvSpPr>
        <p:spPr>
          <a:xfrm>
            <a:off x="1216152" y="3950208"/>
            <a:ext cx="1517904" cy="365760"/>
          </a:xfrm>
          <a:prstGeom prst="roundRect">
            <a:avLst>
              <a:gd fmla="val 8000" name="adj"/>
            </a:avLst>
          </a:prstGeom>
          <a:solidFill>
            <a:srgbClr val="ECF1F5"/>
          </a:solidFill>
          <a:ln>
            <a:noFill/>
          </a:ln>
        </p:spPr>
        <p:txBody>
          <a:bodyPr anchorCtr="0" anchor="ctr" bIns="9125" lIns="36575" spcFirstLastPara="1" rIns="36575" wrap="square" tIns="9125">
            <a:noAutofit/>
          </a:bodyPr>
          <a:lstStyle/>
          <a:p>
            <a:pPr indent="0" lvl="0" marL="0" marR="0" rtl="0" algn="ctr">
              <a:lnSpc>
                <a:spcPct val="92000"/>
              </a:lnSpc>
              <a:spcBef>
                <a:spcPts val="0"/>
              </a:spcBef>
              <a:spcAft>
                <a:spcPts val="0"/>
              </a:spcAft>
              <a:buNone/>
            </a:pPr>
            <a:r>
              <a:rPr b="0" i="0" lang="en-GB" sz="900" u="none" cap="none" strike="noStrike">
                <a:solidFill>
                  <a:srgbClr val="5A6B78"/>
                </a:solidFill>
                <a:latin typeface="Arial"/>
                <a:ea typeface="Arial"/>
                <a:cs typeface="Arial"/>
                <a:sym typeface="Arial"/>
              </a:rPr>
              <a:t>pyParaOcean  ·  IDV</a:t>
            </a:r>
            <a:endParaRPr/>
          </a:p>
        </p:txBody>
      </p:sp>
      <p:sp>
        <p:nvSpPr>
          <p:cNvPr id="242" name="Google Shape;242;p38"/>
          <p:cNvSpPr/>
          <p:nvPr/>
        </p:nvSpPr>
        <p:spPr>
          <a:xfrm>
            <a:off x="2770632" y="3950208"/>
            <a:ext cx="1517904" cy="365760"/>
          </a:xfrm>
          <a:prstGeom prst="roundRect">
            <a:avLst>
              <a:gd fmla="val 8000" name="adj"/>
            </a:avLst>
          </a:prstGeom>
          <a:solidFill>
            <a:srgbClr val="C03A2B"/>
          </a:solidFill>
          <a:ln>
            <a:noFill/>
          </a:ln>
        </p:spPr>
        <p:txBody>
          <a:bodyPr anchorCtr="0" anchor="ctr" bIns="9125" lIns="36575" spcFirstLastPara="1" rIns="36575" wrap="square" tIns="9125">
            <a:noAutofit/>
          </a:bodyPr>
          <a:lstStyle/>
          <a:p>
            <a:pPr indent="0" lvl="0" marL="0" marR="0" rtl="0" algn="ctr">
              <a:lnSpc>
                <a:spcPct val="92000"/>
              </a:lnSpc>
              <a:spcBef>
                <a:spcPts val="0"/>
              </a:spcBef>
              <a:spcAft>
                <a:spcPts val="0"/>
              </a:spcAft>
              <a:buNone/>
            </a:pPr>
            <a:r>
              <a:rPr b="1" i="0" lang="en-GB" sz="900" u="none" cap="none" strike="noStrike">
                <a:solidFill>
                  <a:srgbClr val="FFFFFF"/>
                </a:solidFill>
                <a:latin typeface="Arial"/>
                <a:ea typeface="Arial"/>
                <a:cs typeface="Arial"/>
                <a:sym typeface="Arial"/>
              </a:rPr>
              <a:t>SagarDrishti</a:t>
            </a:r>
            <a:endParaRPr/>
          </a:p>
        </p:txBody>
      </p:sp>
      <p:sp>
        <p:nvSpPr>
          <p:cNvPr id="243" name="Google Shape;243;p38"/>
          <p:cNvSpPr/>
          <p:nvPr/>
        </p:nvSpPr>
        <p:spPr>
          <a:xfrm>
            <a:off x="1216152" y="4334256"/>
            <a:ext cx="1517904" cy="365760"/>
          </a:xfrm>
          <a:prstGeom prst="roundRect">
            <a:avLst>
              <a:gd fmla="val 8000" name="adj"/>
            </a:avLst>
          </a:prstGeom>
          <a:solidFill>
            <a:srgbClr val="ECF1F5"/>
          </a:solidFill>
          <a:ln>
            <a:noFill/>
          </a:ln>
        </p:spPr>
        <p:txBody>
          <a:bodyPr anchorCtr="0" anchor="ctr" bIns="9125" lIns="36575" spcFirstLastPara="1" rIns="36575" wrap="square" tIns="9125">
            <a:noAutofit/>
          </a:bodyPr>
          <a:lstStyle/>
          <a:p>
            <a:pPr indent="0" lvl="0" marL="0" marR="0" rtl="0" algn="ctr">
              <a:lnSpc>
                <a:spcPct val="92000"/>
              </a:lnSpc>
              <a:spcBef>
                <a:spcPts val="0"/>
              </a:spcBef>
              <a:spcAft>
                <a:spcPts val="0"/>
              </a:spcAft>
              <a:buNone/>
            </a:pPr>
            <a:r>
              <a:rPr b="0" i="0" lang="en-GB" sz="900" u="none" cap="none" strike="noStrike">
                <a:solidFill>
                  <a:srgbClr val="5A6B78"/>
                </a:solidFill>
                <a:latin typeface="Arial"/>
                <a:ea typeface="Arial"/>
                <a:cs typeface="Arial"/>
                <a:sym typeface="Arial"/>
              </a:rPr>
              <a:t>ODV  ·  Ferret / LAS</a:t>
            </a:r>
            <a:endParaRPr/>
          </a:p>
        </p:txBody>
      </p:sp>
      <p:sp>
        <p:nvSpPr>
          <p:cNvPr id="244" name="Google Shape;244;p38"/>
          <p:cNvSpPr/>
          <p:nvPr/>
        </p:nvSpPr>
        <p:spPr>
          <a:xfrm>
            <a:off x="2770632" y="4334256"/>
            <a:ext cx="1517904" cy="365760"/>
          </a:xfrm>
          <a:prstGeom prst="roundRect">
            <a:avLst>
              <a:gd fmla="val 8000" name="adj"/>
            </a:avLst>
          </a:prstGeom>
          <a:solidFill>
            <a:srgbClr val="ECF1F5"/>
          </a:solidFill>
          <a:ln>
            <a:noFill/>
          </a:ln>
        </p:spPr>
        <p:txBody>
          <a:bodyPr anchorCtr="0" anchor="ctr" bIns="9125" lIns="36575" spcFirstLastPara="1" rIns="36575" wrap="square" tIns="9125">
            <a:noAutofit/>
          </a:bodyPr>
          <a:lstStyle/>
          <a:p>
            <a:pPr indent="0" lvl="0" marL="0" marR="0" rtl="0" algn="ctr">
              <a:lnSpc>
                <a:spcPct val="92000"/>
              </a:lnSpc>
              <a:spcBef>
                <a:spcPts val="0"/>
              </a:spcBef>
              <a:spcAft>
                <a:spcPts val="0"/>
              </a:spcAft>
              <a:buNone/>
            </a:pPr>
            <a:r>
              <a:rPr b="0" i="0" lang="en-GB" sz="900" u="none" cap="none" strike="noStrike">
                <a:solidFill>
                  <a:srgbClr val="5A6B78"/>
                </a:solidFill>
                <a:latin typeface="Arial"/>
                <a:ea typeface="Arial"/>
                <a:cs typeface="Arial"/>
                <a:sym typeface="Arial"/>
              </a:rPr>
              <a:t>MyOcean  ·  Argovis</a:t>
            </a:r>
            <a:endParaRPr/>
          </a:p>
        </p:txBody>
      </p:sp>
      <p:sp>
        <p:nvSpPr>
          <p:cNvPr id="245" name="Google Shape;245;p38"/>
          <p:cNvSpPr txBox="1"/>
          <p:nvPr/>
        </p:nvSpPr>
        <p:spPr>
          <a:xfrm>
            <a:off x="6856066" y="3906775"/>
            <a:ext cx="2103000" cy="199800"/>
          </a:xfrm>
          <a:prstGeom prst="rect">
            <a:avLst/>
          </a:prstGeom>
          <a:noFill/>
          <a:ln>
            <a:noFill/>
          </a:ln>
        </p:spPr>
        <p:txBody>
          <a:bodyPr anchorCtr="0" anchor="t" bIns="18275" lIns="27425" spcFirstLastPara="1" rIns="27425" wrap="square" tIns="18275">
            <a:spAutoFit/>
          </a:bodyPr>
          <a:lstStyle/>
          <a:p>
            <a:pPr indent="0" lvl="0" marL="0" marR="0" rtl="0" algn="r">
              <a:lnSpc>
                <a:spcPct val="92000"/>
              </a:lnSpc>
              <a:spcBef>
                <a:spcPts val="0"/>
              </a:spcBef>
              <a:spcAft>
                <a:spcPts val="0"/>
              </a:spcAft>
              <a:buNone/>
            </a:pPr>
            <a:r>
              <a:rPr b="1" i="0" lang="en-GB" sz="1150" u="none" cap="none" strike="noStrike">
                <a:solidFill>
                  <a:srgbClr val="C03A2B"/>
                </a:solidFill>
                <a:latin typeface="Arial"/>
                <a:ea typeface="Arial"/>
                <a:cs typeface="Arial"/>
                <a:sym typeface="Arial"/>
              </a:rPr>
              <a:t>11,718  </a:t>
            </a:r>
            <a:r>
              <a:rPr b="0" i="0" lang="en-GB" sz="1000" u="none" cap="none" strike="noStrike">
                <a:solidFill>
                  <a:srgbClr val="5A6B78"/>
                </a:solidFill>
                <a:latin typeface="Arial"/>
                <a:ea typeface="Arial"/>
                <a:cs typeface="Arial"/>
                <a:sym typeface="Arial"/>
              </a:rPr>
              <a:t>matched pairs</a:t>
            </a:r>
            <a:endParaRPr sz="1500"/>
          </a:p>
        </p:txBody>
      </p:sp>
      <p:sp>
        <p:nvSpPr>
          <p:cNvPr id="246" name="Google Shape;246;p38"/>
          <p:cNvSpPr txBox="1"/>
          <p:nvPr/>
        </p:nvSpPr>
        <p:spPr>
          <a:xfrm>
            <a:off x="6890691" y="4162820"/>
            <a:ext cx="2103000" cy="199800"/>
          </a:xfrm>
          <a:prstGeom prst="rect">
            <a:avLst/>
          </a:prstGeom>
          <a:noFill/>
          <a:ln>
            <a:noFill/>
          </a:ln>
        </p:spPr>
        <p:txBody>
          <a:bodyPr anchorCtr="0" anchor="t" bIns="18275" lIns="27425" spcFirstLastPara="1" rIns="27425" wrap="square" tIns="18275">
            <a:spAutoFit/>
          </a:bodyPr>
          <a:lstStyle/>
          <a:p>
            <a:pPr indent="0" lvl="0" marL="0" marR="0" rtl="0" algn="r">
              <a:lnSpc>
                <a:spcPct val="92000"/>
              </a:lnSpc>
              <a:spcBef>
                <a:spcPts val="0"/>
              </a:spcBef>
              <a:spcAft>
                <a:spcPts val="0"/>
              </a:spcAft>
              <a:buNone/>
            </a:pPr>
            <a:r>
              <a:rPr b="1" i="0" lang="en-GB" sz="1150" u="none" cap="none" strike="noStrike">
                <a:solidFill>
                  <a:srgbClr val="C03A2B"/>
                </a:solidFill>
                <a:latin typeface="Arial"/>
                <a:ea typeface="Arial"/>
                <a:cs typeface="Arial"/>
                <a:sym typeface="Arial"/>
              </a:rPr>
              <a:t>13,622  </a:t>
            </a:r>
            <a:r>
              <a:rPr b="0" i="0" lang="en-GB" sz="1000" u="none" cap="none" strike="noStrike">
                <a:solidFill>
                  <a:srgbClr val="5A6B78"/>
                </a:solidFill>
                <a:latin typeface="Arial"/>
                <a:ea typeface="Arial"/>
                <a:cs typeface="Arial"/>
                <a:sym typeface="Arial"/>
              </a:rPr>
              <a:t>levels refused</a:t>
            </a:r>
            <a:endParaRPr sz="1500"/>
          </a:p>
        </p:txBody>
      </p:sp>
      <p:sp>
        <p:nvSpPr>
          <p:cNvPr id="247" name="Google Shape;247;p38"/>
          <p:cNvSpPr txBox="1"/>
          <p:nvPr/>
        </p:nvSpPr>
        <p:spPr>
          <a:xfrm>
            <a:off x="6856066" y="4418839"/>
            <a:ext cx="2103000" cy="199800"/>
          </a:xfrm>
          <a:prstGeom prst="rect">
            <a:avLst/>
          </a:prstGeom>
          <a:noFill/>
          <a:ln>
            <a:noFill/>
          </a:ln>
        </p:spPr>
        <p:txBody>
          <a:bodyPr anchorCtr="0" anchor="t" bIns="18275" lIns="27425" spcFirstLastPara="1" rIns="27425" wrap="square" tIns="18275">
            <a:spAutoFit/>
          </a:bodyPr>
          <a:lstStyle/>
          <a:p>
            <a:pPr indent="0" lvl="0" marL="0" marR="0" rtl="0" algn="r">
              <a:lnSpc>
                <a:spcPct val="92000"/>
              </a:lnSpc>
              <a:spcBef>
                <a:spcPts val="0"/>
              </a:spcBef>
              <a:spcAft>
                <a:spcPts val="0"/>
              </a:spcAft>
              <a:buNone/>
            </a:pPr>
            <a:r>
              <a:rPr b="1" i="0" lang="en-GB" sz="1150" u="none" cap="none" strike="noStrike">
                <a:solidFill>
                  <a:srgbClr val="C03A2B"/>
                </a:solidFill>
                <a:latin typeface="Arial"/>
                <a:ea typeface="Arial"/>
                <a:cs typeface="Arial"/>
                <a:sym typeface="Arial"/>
              </a:rPr>
              <a:t>0.602  </a:t>
            </a:r>
            <a:r>
              <a:rPr b="0" i="0" lang="en-GB" sz="1000" u="none" cap="none" strike="noStrike">
                <a:solidFill>
                  <a:srgbClr val="5A6B78"/>
                </a:solidFill>
                <a:latin typeface="Arial"/>
                <a:ea typeface="Arial"/>
                <a:cs typeface="Arial"/>
                <a:sym typeface="Arial"/>
              </a:rPr>
              <a:t>degC RMSE</a:t>
            </a:r>
            <a:endParaRPr sz="1500"/>
          </a:p>
        </p:txBody>
      </p:sp>
      <p:sp>
        <p:nvSpPr>
          <p:cNvPr id="248" name="Google Shape;248;p38"/>
          <p:cNvSpPr/>
          <p:nvPr/>
        </p:nvSpPr>
        <p:spPr>
          <a:xfrm>
            <a:off x="173736" y="3493008"/>
            <a:ext cx="1298448" cy="201168"/>
          </a:xfrm>
          <a:prstGeom prst="roundRect">
            <a:avLst>
              <a:gd fmla="val 25000" name="adj"/>
            </a:avLst>
          </a:prstGeom>
          <a:solidFill>
            <a:srgbClr val="C03A2B"/>
          </a:solidFill>
          <a:ln>
            <a:noFill/>
          </a:ln>
        </p:spPr>
        <p:txBody>
          <a:bodyPr anchorCtr="0" anchor="ctr" bIns="9125" lIns="36575" spcFirstLastPara="1" rIns="36575" wrap="square" tIns="9125">
            <a:noAutofit/>
          </a:bodyPr>
          <a:lstStyle/>
          <a:p>
            <a:pPr indent="0" lvl="0" marL="0" marR="0" rtl="0" algn="l">
              <a:lnSpc>
                <a:spcPct val="92000"/>
              </a:lnSpc>
              <a:spcBef>
                <a:spcPts val="0"/>
              </a:spcBef>
              <a:spcAft>
                <a:spcPts val="0"/>
              </a:spcAft>
              <a:buNone/>
            </a:pPr>
            <a:r>
              <a:rPr b="1" i="0" lang="en-GB" sz="750" u="none" cap="none" strike="noStrike">
                <a:solidFill>
                  <a:srgbClr val="FFFFFF"/>
                </a:solidFill>
                <a:latin typeface="Arial"/>
                <a:ea typeface="Arial"/>
                <a:cs typeface="Arial"/>
                <a:sym typeface="Arial"/>
              </a:rPr>
              <a:t>WHERE THIS SITS</a:t>
            </a:r>
            <a:endParaRPr/>
          </a:p>
        </p:txBody>
      </p:sp>
      <p:sp>
        <p:nvSpPr>
          <p:cNvPr id="249" name="Google Shape;249;p38"/>
          <p:cNvSpPr txBox="1"/>
          <p:nvPr/>
        </p:nvSpPr>
        <p:spPr>
          <a:xfrm>
            <a:off x="1554480" y="3502152"/>
            <a:ext cx="2926200" cy="174300"/>
          </a:xfrm>
          <a:prstGeom prst="rect">
            <a:avLst/>
          </a:prstGeom>
          <a:noFill/>
          <a:ln>
            <a:noFill/>
          </a:ln>
        </p:spPr>
        <p:txBody>
          <a:bodyPr anchorCtr="0" anchor="t" bIns="18275" lIns="27425" spcFirstLastPara="1" rIns="27425" wrap="square" tIns="18275">
            <a:spAutoFit/>
          </a:bodyPr>
          <a:lstStyle/>
          <a:p>
            <a:pPr indent="0" lvl="0" marL="0" marR="0" rtl="0" algn="l">
              <a:lnSpc>
                <a:spcPct val="94000"/>
              </a:lnSpc>
              <a:spcBef>
                <a:spcPts val="0"/>
              </a:spcBef>
              <a:spcAft>
                <a:spcPts val="0"/>
              </a:spcAft>
              <a:buNone/>
            </a:pPr>
            <a:r>
              <a:rPr b="0" i="1" lang="en-GB" sz="950" u="none" cap="none" strike="noStrike">
                <a:solidFill>
                  <a:srgbClr val="5A6B78"/>
                </a:solidFill>
                <a:latin typeface="Arial"/>
                <a:ea typeface="Arial"/>
                <a:cs typeface="Arial"/>
                <a:sym typeface="Arial"/>
              </a:rPr>
              <a:t>Nobody occupies the full cell.</a:t>
            </a:r>
            <a:endParaRPr sz="16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4" name="Shape 254"/>
        <p:cNvGrpSpPr/>
        <p:nvPr/>
      </p:nvGrpSpPr>
      <p:grpSpPr>
        <a:xfrm>
          <a:off x="0" y="0"/>
          <a:ext cx="0" cy="0"/>
          <a:chOff x="0" y="0"/>
          <a:chExt cx="0" cy="0"/>
        </a:xfrm>
      </p:grpSpPr>
      <p:sp>
        <p:nvSpPr>
          <p:cNvPr id="255" name="Google Shape;255;p39"/>
          <p:cNvSpPr txBox="1"/>
          <p:nvPr/>
        </p:nvSpPr>
        <p:spPr>
          <a:xfrm>
            <a:off x="45720" y="5074920"/>
            <a:ext cx="9052560" cy="45720"/>
          </a:xfrm>
          <a:prstGeom prst="rect">
            <a:avLst/>
          </a:prstGeom>
          <a:noFill/>
          <a:ln>
            <a:noFill/>
          </a:ln>
        </p:spPr>
        <p:txBody>
          <a:bodyPr anchorCtr="0" anchor="t" bIns="18275" lIns="27425" spcFirstLastPara="1" rIns="27425" wrap="square" tIns="18275">
            <a:spAutoFit/>
          </a:bodyPr>
          <a:lstStyle/>
          <a:p>
            <a:pPr indent="0" lvl="0" marL="0" marR="0" rtl="0" algn="l">
              <a:lnSpc>
                <a:spcPct val="50000"/>
              </a:lnSpc>
              <a:spcBef>
                <a:spcPts val="0"/>
              </a:spcBef>
              <a:spcAft>
                <a:spcPts val="0"/>
              </a:spcAft>
              <a:buNone/>
            </a:pPr>
            <a:r>
              <a:rPr b="0" i="0" lang="en-GB" sz="100" u="none" cap="none" strike="noStrike">
                <a:solidFill>
                  <a:srgbClr val="FFFFFF"/>
                </a:solidFill>
                <a:latin typeface="Arial"/>
                <a:ea typeface="Arial"/>
                <a:cs typeface="Arial"/>
                <a:sym typeface="Arial"/>
              </a:rPr>
              <a:t>NetCDF ASCII delimited text xarray Zarr chunked store CF Conventions FastAPI REST API OGC WMS 1.3.0 WCS 1.0.0 CesiumJS WebGL2 Next.js TypeScript Python 3.11 Docker plugin architecture modular extensible source registry HF-radar ADCP additional sensors minimal code change</a:t>
            </a:r>
            <a:endParaRPr/>
          </a:p>
        </p:txBody>
      </p:sp>
      <p:sp>
        <p:nvSpPr>
          <p:cNvPr id="256" name="Google Shape;256;p39"/>
          <p:cNvSpPr/>
          <p:nvPr/>
        </p:nvSpPr>
        <p:spPr>
          <a:xfrm>
            <a:off x="0" y="4869574"/>
            <a:ext cx="9144000" cy="273900"/>
          </a:xfrm>
          <a:prstGeom prst="rect">
            <a:avLst/>
          </a:prstGeom>
          <a:solidFill>
            <a:srgbClr val="0070C0"/>
          </a:solidFill>
          <a:ln>
            <a:noFill/>
          </a:ln>
          <a:effectLst>
            <a:outerShdw rotWithShape="0" dir="5400000" dist="23000">
              <a:srgbClr val="808080">
                <a:alpha val="34902"/>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rPr/>
              <a:t/>
            </a:r>
            <a:endParaRPr b="0" i="0" sz="1400" u="none" cap="none" strike="noStrike">
              <a:solidFill>
                <a:srgbClr val="953734"/>
              </a:solidFill>
              <a:latin typeface="Calibri"/>
              <a:ea typeface="Calibri"/>
              <a:cs typeface="Calibri"/>
              <a:sym typeface="Calibri"/>
            </a:endParaRPr>
          </a:p>
        </p:txBody>
      </p:sp>
      <p:sp>
        <p:nvSpPr>
          <p:cNvPr id="257" name="Google Shape;257;p39"/>
          <p:cNvSpPr txBox="1"/>
          <p:nvPr>
            <p:ph type="title"/>
          </p:nvPr>
        </p:nvSpPr>
        <p:spPr>
          <a:xfrm>
            <a:off x="1423860" y="52248"/>
            <a:ext cx="7338000" cy="630900"/>
          </a:xfrm>
          <a:prstGeom prst="rect">
            <a:avLst/>
          </a:prstGeom>
          <a:noFill/>
          <a:ln>
            <a:noFill/>
          </a:ln>
        </p:spPr>
        <p:txBody>
          <a:bodyPr anchorCtr="0" anchor="ctr" bIns="34275" lIns="68575" spcFirstLastPara="1" rIns="68575" wrap="square" tIns="34275">
            <a:noAutofit/>
          </a:bodyPr>
          <a:lstStyle/>
          <a:p>
            <a:pPr indent="0" lvl="0" marL="0" rtl="0" algn="l">
              <a:lnSpc>
                <a:spcPct val="100000"/>
              </a:lnSpc>
              <a:spcBef>
                <a:spcPts val="0"/>
              </a:spcBef>
              <a:spcAft>
                <a:spcPts val="0"/>
              </a:spcAft>
              <a:buSzPts val="1100"/>
              <a:buNone/>
            </a:pPr>
            <a:r>
              <a:rPr b="1" lang="en-GB" sz="2000">
                <a:solidFill>
                  <a:srgbClr val="0B2E4F"/>
                </a:solidFill>
                <a:latin typeface="Times New Roman"/>
                <a:ea typeface="Times New Roman"/>
                <a:cs typeface="Times New Roman"/>
                <a:sym typeface="Times New Roman"/>
              </a:rPr>
              <a:t>                        </a:t>
            </a:r>
            <a:r>
              <a:rPr b="1" i="0" lang="en-GB" sz="2000">
                <a:solidFill>
                  <a:srgbClr val="0B2E4F"/>
                </a:solidFill>
                <a:latin typeface="Times New Roman"/>
                <a:ea typeface="Times New Roman"/>
                <a:cs typeface="Times New Roman"/>
                <a:sym typeface="Times New Roman"/>
              </a:rPr>
              <a:t>TECHNICAL APPROACH</a:t>
            </a:r>
            <a:endParaRPr sz="1100"/>
          </a:p>
        </p:txBody>
      </p:sp>
      <p:sp>
        <p:nvSpPr>
          <p:cNvPr id="258" name="Google Shape;258;p39"/>
          <p:cNvSpPr txBox="1"/>
          <p:nvPr>
            <p:ph idx="12" type="sldNum"/>
          </p:nvPr>
        </p:nvSpPr>
        <p:spPr>
          <a:xfrm>
            <a:off x="6553200" y="4867528"/>
            <a:ext cx="2133600" cy="273900"/>
          </a:xfrm>
          <a:prstGeom prst="rect">
            <a:avLst/>
          </a:prstGeom>
          <a:noFill/>
          <a:ln>
            <a:noFill/>
          </a:ln>
        </p:spPr>
        <p:txBody>
          <a:bodyPr anchorCtr="0" anchor="ctr" bIns="34275" lIns="68575" spcFirstLastPara="1" rIns="68575" wrap="square" tIns="34275">
            <a:noAutofit/>
          </a:bodyPr>
          <a:lstStyle/>
          <a:p>
            <a:pPr indent="0" lvl="0" marL="0" rtl="0" algn="r">
              <a:lnSpc>
                <a:spcPct val="100000"/>
              </a:lnSpc>
              <a:spcBef>
                <a:spcPts val="0"/>
              </a:spcBef>
              <a:spcAft>
                <a:spcPts val="0"/>
              </a:spcAft>
              <a:buSzPts val="1100"/>
              <a:buNone/>
            </a:pPr>
            <a:fld id="{00000000-1234-1234-1234-123412341234}" type="slidenum">
              <a:rPr b="1" lang="en-GB" sz="1100">
                <a:solidFill>
                  <a:schemeClr val="lt1"/>
                </a:solidFill>
              </a:rPr>
              <a:t>‹#›</a:t>
            </a:fld>
            <a:endParaRPr b="1" sz="1100">
              <a:solidFill>
                <a:schemeClr val="lt1"/>
              </a:solidFill>
            </a:endParaRPr>
          </a:p>
        </p:txBody>
      </p:sp>
      <p:sp>
        <p:nvSpPr>
          <p:cNvPr id="259" name="Google Shape;259;p39"/>
          <p:cNvSpPr txBox="1"/>
          <p:nvPr>
            <p:ph idx="11" type="ftr"/>
          </p:nvPr>
        </p:nvSpPr>
        <p:spPr>
          <a:xfrm>
            <a:off x="3481450" y="4862912"/>
            <a:ext cx="2403000" cy="273900"/>
          </a:xfrm>
          <a:prstGeom prst="rect">
            <a:avLst/>
          </a:prstGeom>
          <a:noFill/>
          <a:ln>
            <a:noFill/>
          </a:ln>
        </p:spPr>
        <p:txBody>
          <a:bodyPr anchorCtr="0" anchor="ctr" bIns="34275" lIns="68575" spcFirstLastPara="1" rIns="68575" wrap="square" tIns="34275">
            <a:noAutofit/>
          </a:bodyPr>
          <a:lstStyle/>
          <a:p>
            <a:pPr indent="0" lvl="0" marL="0" rtl="0" algn="ctr">
              <a:lnSpc>
                <a:spcPct val="100000"/>
              </a:lnSpc>
              <a:spcBef>
                <a:spcPts val="0"/>
              </a:spcBef>
              <a:spcAft>
                <a:spcPts val="0"/>
              </a:spcAft>
              <a:buSzPts val="1100"/>
              <a:buNone/>
            </a:pPr>
            <a:r>
              <a:rPr b="1" i="0" lang="en-GB" sz="700">
                <a:solidFill>
                  <a:srgbClr val="FFFFFF"/>
                </a:solidFill>
                <a:latin typeface="Calibri"/>
                <a:ea typeface="Calibri"/>
                <a:cs typeface="Calibri"/>
                <a:sym typeface="Calibri"/>
              </a:rPr>
              <a:t>SagarDrishti  ·  PS SIH26067  ·  @SIH Idea Submission</a:t>
            </a:r>
            <a:endParaRPr sz="1100">
              <a:solidFill>
                <a:schemeClr val="lt1"/>
              </a:solidFill>
            </a:endParaRPr>
          </a:p>
        </p:txBody>
      </p:sp>
      <p:pic>
        <p:nvPicPr>
          <p:cNvPr id="260" name="Google Shape;260;p39"/>
          <p:cNvPicPr preferRelativeResize="0"/>
          <p:nvPr/>
        </p:nvPicPr>
        <p:blipFill rotWithShape="1">
          <a:blip r:embed="rId3">
            <a:alphaModFix/>
          </a:blip>
          <a:srcRect b="0" l="0" r="0" t="0"/>
          <a:stretch/>
        </p:blipFill>
        <p:spPr>
          <a:xfrm>
            <a:off x="7335064" y="1125"/>
            <a:ext cx="1687388" cy="796752"/>
          </a:xfrm>
          <a:prstGeom prst="rect">
            <a:avLst/>
          </a:prstGeom>
          <a:noFill/>
          <a:ln>
            <a:noFill/>
          </a:ln>
        </p:spPr>
      </p:pic>
      <p:sp>
        <p:nvSpPr>
          <p:cNvPr id="273" name="Google Shape;273;p39"/>
          <p:cNvSpPr txBox="1"/>
          <p:nvPr/>
        </p:nvSpPr>
        <p:spPr>
          <a:xfrm>
            <a:off x="155820" y="3880886"/>
            <a:ext cx="2057400" cy="1077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650"/>
              <a:buFont typeface="Arial"/>
              <a:buNone/>
            </a:pPr>
            <a:r>
              <a:rPr b="1" i="0" lang="en-GB" sz="650" u="none" cap="none" strike="noStrike">
                <a:solidFill>
                  <a:schemeClr val="dk1"/>
                </a:solidFill>
                <a:latin typeface="Calibri"/>
                <a:ea typeface="Calibri"/>
                <a:cs typeface="Calibri"/>
                <a:sym typeface="Calibri"/>
              </a:rPr>
              <a:t>TECHNOLOGIES USED</a:t>
            </a:r>
            <a:endParaRPr b="1" i="0" sz="1200" u="none" cap="none" strike="noStrike">
              <a:solidFill>
                <a:schemeClr val="dk1"/>
              </a:solidFill>
              <a:latin typeface="Arial"/>
              <a:ea typeface="Arial"/>
              <a:cs typeface="Arial"/>
              <a:sym typeface="Arial"/>
            </a:endParaRPr>
          </a:p>
        </p:txBody>
      </p:sp>
      <p:sp>
        <p:nvSpPr>
          <p:cNvPr id="274" name="Google Shape;274;p39"/>
          <p:cNvSpPr/>
          <p:nvPr/>
        </p:nvSpPr>
        <p:spPr>
          <a:xfrm>
            <a:off x="1664631" y="4430931"/>
            <a:ext cx="513900" cy="166200"/>
          </a:xfrm>
          <a:prstGeom prst="roundRect">
            <a:avLst>
              <a:gd fmla="val 22000" name="adj"/>
            </a:avLst>
          </a:prstGeom>
          <a:solidFill>
            <a:srgbClr val="16456E"/>
          </a:solidFill>
          <a:ln>
            <a:noFill/>
          </a:ln>
        </p:spPr>
        <p:txBody>
          <a:bodyPr anchorCtr="0" anchor="ctr" bIns="0" lIns="27425" spcFirstLastPara="1" rIns="27425" wrap="square" tIns="0">
            <a:noAutofit/>
          </a:bodyPr>
          <a:lstStyle/>
          <a:p>
            <a:pPr indent="0" lvl="0" marL="0" marR="0" rtl="0" algn="ctr">
              <a:lnSpc>
                <a:spcPct val="100000"/>
              </a:lnSpc>
              <a:spcBef>
                <a:spcPts val="0"/>
              </a:spcBef>
              <a:spcAft>
                <a:spcPts val="0"/>
              </a:spcAft>
              <a:buClr>
                <a:srgbClr val="000000"/>
              </a:buClr>
              <a:buSzPts val="650"/>
              <a:buFont typeface="Arial"/>
              <a:buNone/>
            </a:pPr>
            <a:r>
              <a:rPr b="1" i="0" lang="en-GB" sz="650" u="none" cap="none" strike="noStrike">
                <a:solidFill>
                  <a:srgbClr val="FFFFFF"/>
                </a:solidFill>
                <a:latin typeface="Calibri"/>
                <a:ea typeface="Calibri"/>
                <a:cs typeface="Calibri"/>
                <a:sym typeface="Calibri"/>
              </a:rPr>
              <a:t>CesiumJS</a:t>
            </a:r>
            <a:endParaRPr b="0" i="0" sz="1100" u="none" cap="none" strike="noStrike">
              <a:solidFill>
                <a:srgbClr val="000000"/>
              </a:solidFill>
              <a:latin typeface="Arial"/>
              <a:ea typeface="Arial"/>
              <a:cs typeface="Arial"/>
              <a:sym typeface="Arial"/>
            </a:endParaRPr>
          </a:p>
        </p:txBody>
      </p:sp>
      <p:sp>
        <p:nvSpPr>
          <p:cNvPr id="275" name="Google Shape;275;p39"/>
          <p:cNvSpPr/>
          <p:nvPr/>
        </p:nvSpPr>
        <p:spPr>
          <a:xfrm>
            <a:off x="2255378" y="4436967"/>
            <a:ext cx="575700" cy="185100"/>
          </a:xfrm>
          <a:prstGeom prst="roundRect">
            <a:avLst>
              <a:gd fmla="val 22000" name="adj"/>
            </a:avLst>
          </a:prstGeom>
          <a:solidFill>
            <a:srgbClr val="16456E"/>
          </a:solidFill>
          <a:ln>
            <a:noFill/>
          </a:ln>
        </p:spPr>
        <p:txBody>
          <a:bodyPr anchorCtr="0" anchor="ctr" bIns="0" lIns="27425" spcFirstLastPara="1" rIns="27425" wrap="square" tIns="0">
            <a:noAutofit/>
          </a:bodyPr>
          <a:lstStyle/>
          <a:p>
            <a:pPr indent="0" lvl="0" marL="0" marR="0" rtl="0" algn="ctr">
              <a:lnSpc>
                <a:spcPct val="100000"/>
              </a:lnSpc>
              <a:spcBef>
                <a:spcPts val="0"/>
              </a:spcBef>
              <a:spcAft>
                <a:spcPts val="0"/>
              </a:spcAft>
              <a:buClr>
                <a:srgbClr val="000000"/>
              </a:buClr>
              <a:buSzPts val="650"/>
              <a:buFont typeface="Arial"/>
              <a:buNone/>
            </a:pPr>
            <a:r>
              <a:rPr b="1" i="0" lang="en-GB" sz="650" u="none" cap="none" strike="noStrike">
                <a:solidFill>
                  <a:srgbClr val="FFFFFF"/>
                </a:solidFill>
                <a:latin typeface="Calibri"/>
                <a:ea typeface="Calibri"/>
                <a:cs typeface="Calibri"/>
                <a:sym typeface="Calibri"/>
              </a:rPr>
              <a:t>ECharts</a:t>
            </a:r>
            <a:endParaRPr b="0" i="0" sz="1100" u="none" cap="none" strike="noStrike">
              <a:solidFill>
                <a:srgbClr val="000000"/>
              </a:solidFill>
              <a:latin typeface="Arial"/>
              <a:ea typeface="Arial"/>
              <a:cs typeface="Arial"/>
              <a:sym typeface="Arial"/>
            </a:endParaRPr>
          </a:p>
        </p:txBody>
      </p:sp>
      <p:sp>
        <p:nvSpPr>
          <p:cNvPr id="276" name="Google Shape;276;p39"/>
          <p:cNvSpPr/>
          <p:nvPr/>
        </p:nvSpPr>
        <p:spPr>
          <a:xfrm>
            <a:off x="2907915" y="4438664"/>
            <a:ext cx="575700" cy="185100"/>
          </a:xfrm>
          <a:prstGeom prst="roundRect">
            <a:avLst>
              <a:gd fmla="val 22000" name="adj"/>
            </a:avLst>
          </a:prstGeom>
          <a:solidFill>
            <a:srgbClr val="16456E"/>
          </a:solidFill>
          <a:ln>
            <a:noFill/>
          </a:ln>
        </p:spPr>
        <p:txBody>
          <a:bodyPr anchorCtr="0" anchor="ctr" bIns="0" lIns="27425" spcFirstLastPara="1" rIns="27425" wrap="square" tIns="0">
            <a:noAutofit/>
          </a:bodyPr>
          <a:lstStyle/>
          <a:p>
            <a:pPr indent="0" lvl="0" marL="0" marR="0" rtl="0" algn="ctr">
              <a:lnSpc>
                <a:spcPct val="100000"/>
              </a:lnSpc>
              <a:spcBef>
                <a:spcPts val="0"/>
              </a:spcBef>
              <a:spcAft>
                <a:spcPts val="0"/>
              </a:spcAft>
              <a:buClr>
                <a:srgbClr val="000000"/>
              </a:buClr>
              <a:buSzPts val="650"/>
              <a:buFont typeface="Arial"/>
              <a:buNone/>
            </a:pPr>
            <a:r>
              <a:rPr b="1" i="0" lang="en-GB" sz="650" u="none" cap="none" strike="noStrike">
                <a:solidFill>
                  <a:srgbClr val="FFFFFF"/>
                </a:solidFill>
                <a:latin typeface="Calibri"/>
                <a:ea typeface="Calibri"/>
                <a:cs typeface="Calibri"/>
                <a:sym typeface="Calibri"/>
              </a:rPr>
              <a:t>Python 3.11</a:t>
            </a:r>
            <a:endParaRPr b="0" i="0" sz="1100" u="none" cap="none" strike="noStrike">
              <a:solidFill>
                <a:srgbClr val="000000"/>
              </a:solidFill>
              <a:latin typeface="Arial"/>
              <a:ea typeface="Arial"/>
              <a:cs typeface="Arial"/>
              <a:sym typeface="Arial"/>
            </a:endParaRPr>
          </a:p>
        </p:txBody>
      </p:sp>
      <p:sp>
        <p:nvSpPr>
          <p:cNvPr id="277" name="Google Shape;277;p39"/>
          <p:cNvSpPr/>
          <p:nvPr/>
        </p:nvSpPr>
        <p:spPr>
          <a:xfrm>
            <a:off x="3623021" y="4438681"/>
            <a:ext cx="575700" cy="185100"/>
          </a:xfrm>
          <a:prstGeom prst="roundRect">
            <a:avLst>
              <a:gd fmla="val 22000" name="adj"/>
            </a:avLst>
          </a:prstGeom>
          <a:solidFill>
            <a:srgbClr val="16456E"/>
          </a:solidFill>
          <a:ln>
            <a:noFill/>
          </a:ln>
        </p:spPr>
        <p:txBody>
          <a:bodyPr anchorCtr="0" anchor="ctr" bIns="0" lIns="27425" spcFirstLastPara="1" rIns="27425" wrap="square" tIns="0">
            <a:noAutofit/>
          </a:bodyPr>
          <a:lstStyle/>
          <a:p>
            <a:pPr indent="0" lvl="0" marL="0" marR="0" rtl="0" algn="ctr">
              <a:lnSpc>
                <a:spcPct val="100000"/>
              </a:lnSpc>
              <a:spcBef>
                <a:spcPts val="0"/>
              </a:spcBef>
              <a:spcAft>
                <a:spcPts val="0"/>
              </a:spcAft>
              <a:buClr>
                <a:srgbClr val="000000"/>
              </a:buClr>
              <a:buSzPts val="650"/>
              <a:buFont typeface="Arial"/>
              <a:buNone/>
            </a:pPr>
            <a:r>
              <a:rPr b="1" i="0" lang="en-GB" sz="650" u="none" cap="none" strike="noStrike">
                <a:solidFill>
                  <a:srgbClr val="FFFFFF"/>
                </a:solidFill>
                <a:latin typeface="Calibri"/>
                <a:ea typeface="Calibri"/>
                <a:cs typeface="Calibri"/>
                <a:sym typeface="Calibri"/>
              </a:rPr>
              <a:t>FastAPI</a:t>
            </a:r>
            <a:endParaRPr b="0" i="0" sz="1100" u="none" cap="none" strike="noStrike">
              <a:solidFill>
                <a:srgbClr val="000000"/>
              </a:solidFill>
              <a:latin typeface="Arial"/>
              <a:ea typeface="Arial"/>
              <a:cs typeface="Arial"/>
              <a:sym typeface="Arial"/>
            </a:endParaRPr>
          </a:p>
        </p:txBody>
      </p:sp>
      <p:sp>
        <p:nvSpPr>
          <p:cNvPr id="278" name="Google Shape;278;p39"/>
          <p:cNvSpPr/>
          <p:nvPr/>
        </p:nvSpPr>
        <p:spPr>
          <a:xfrm>
            <a:off x="4410263" y="4438681"/>
            <a:ext cx="575700" cy="185100"/>
          </a:xfrm>
          <a:prstGeom prst="roundRect">
            <a:avLst>
              <a:gd fmla="val 22000" name="adj"/>
            </a:avLst>
          </a:prstGeom>
          <a:solidFill>
            <a:srgbClr val="16456E"/>
          </a:solidFill>
          <a:ln>
            <a:noFill/>
          </a:ln>
        </p:spPr>
        <p:txBody>
          <a:bodyPr anchorCtr="0" anchor="ctr" bIns="0" lIns="27425" spcFirstLastPara="1" rIns="27425" wrap="square" tIns="0">
            <a:noAutofit/>
          </a:bodyPr>
          <a:lstStyle/>
          <a:p>
            <a:pPr indent="0" lvl="0" marL="0" marR="0" rtl="0" algn="ctr">
              <a:lnSpc>
                <a:spcPct val="100000"/>
              </a:lnSpc>
              <a:spcBef>
                <a:spcPts val="0"/>
              </a:spcBef>
              <a:spcAft>
                <a:spcPts val="0"/>
              </a:spcAft>
              <a:buClr>
                <a:srgbClr val="000000"/>
              </a:buClr>
              <a:buSzPts val="650"/>
              <a:buFont typeface="Arial"/>
              <a:buNone/>
            </a:pPr>
            <a:r>
              <a:rPr b="1" i="0" lang="en-GB" sz="650" u="none" cap="none" strike="noStrike">
                <a:solidFill>
                  <a:srgbClr val="FFFFFF"/>
                </a:solidFill>
                <a:latin typeface="Calibri"/>
                <a:ea typeface="Calibri"/>
                <a:cs typeface="Calibri"/>
                <a:sym typeface="Calibri"/>
              </a:rPr>
              <a:t>xarray · Zarr</a:t>
            </a:r>
            <a:endParaRPr b="0" i="0" sz="1100" u="none" cap="none" strike="noStrike">
              <a:solidFill>
                <a:srgbClr val="000000"/>
              </a:solidFill>
              <a:latin typeface="Arial"/>
              <a:ea typeface="Arial"/>
              <a:cs typeface="Arial"/>
              <a:sym typeface="Arial"/>
            </a:endParaRPr>
          </a:p>
        </p:txBody>
      </p:sp>
      <p:sp>
        <p:nvSpPr>
          <p:cNvPr id="279" name="Google Shape;279;p39"/>
          <p:cNvSpPr/>
          <p:nvPr/>
        </p:nvSpPr>
        <p:spPr>
          <a:xfrm>
            <a:off x="5136085" y="4439060"/>
            <a:ext cx="575700" cy="185100"/>
          </a:xfrm>
          <a:prstGeom prst="roundRect">
            <a:avLst>
              <a:gd fmla="val 22000" name="adj"/>
            </a:avLst>
          </a:prstGeom>
          <a:solidFill>
            <a:srgbClr val="16456E"/>
          </a:solidFill>
          <a:ln>
            <a:noFill/>
          </a:ln>
        </p:spPr>
        <p:txBody>
          <a:bodyPr anchorCtr="0" anchor="ctr" bIns="0" lIns="27425" spcFirstLastPara="1" rIns="27425" wrap="square" tIns="0">
            <a:noAutofit/>
          </a:bodyPr>
          <a:lstStyle/>
          <a:p>
            <a:pPr indent="0" lvl="0" marL="0" marR="0" rtl="0" algn="ctr">
              <a:lnSpc>
                <a:spcPct val="100000"/>
              </a:lnSpc>
              <a:spcBef>
                <a:spcPts val="0"/>
              </a:spcBef>
              <a:spcAft>
                <a:spcPts val="0"/>
              </a:spcAft>
              <a:buClr>
                <a:srgbClr val="000000"/>
              </a:buClr>
              <a:buSzPts val="650"/>
              <a:buFont typeface="Arial"/>
              <a:buNone/>
            </a:pPr>
            <a:r>
              <a:rPr b="1" i="0" lang="en-GB" sz="650" u="none" cap="none" strike="noStrike">
                <a:solidFill>
                  <a:srgbClr val="FFFFFF"/>
                </a:solidFill>
                <a:latin typeface="Calibri"/>
                <a:ea typeface="Calibri"/>
                <a:cs typeface="Calibri"/>
                <a:sym typeface="Calibri"/>
              </a:rPr>
              <a:t>NumPy · SciPy</a:t>
            </a:r>
            <a:endParaRPr b="0" i="0" sz="1100" u="none" cap="none" strike="noStrike">
              <a:solidFill>
                <a:srgbClr val="000000"/>
              </a:solidFill>
              <a:latin typeface="Arial"/>
              <a:ea typeface="Arial"/>
              <a:cs typeface="Arial"/>
              <a:sym typeface="Arial"/>
            </a:endParaRPr>
          </a:p>
        </p:txBody>
      </p:sp>
      <p:sp>
        <p:nvSpPr>
          <p:cNvPr id="280" name="Google Shape;280;p39"/>
          <p:cNvSpPr/>
          <p:nvPr/>
        </p:nvSpPr>
        <p:spPr>
          <a:xfrm>
            <a:off x="8063261" y="3973774"/>
            <a:ext cx="575700" cy="185100"/>
          </a:xfrm>
          <a:prstGeom prst="roundRect">
            <a:avLst>
              <a:gd fmla="val 22000" name="adj"/>
            </a:avLst>
          </a:prstGeom>
          <a:solidFill>
            <a:srgbClr val="16456E"/>
          </a:solidFill>
          <a:ln>
            <a:noFill/>
          </a:ln>
        </p:spPr>
        <p:txBody>
          <a:bodyPr anchorCtr="0" anchor="ctr" bIns="0" lIns="27425" spcFirstLastPara="1" rIns="27425" wrap="square" tIns="0">
            <a:noAutofit/>
          </a:bodyPr>
          <a:lstStyle/>
          <a:p>
            <a:pPr indent="0" lvl="0" marL="0" marR="0" rtl="0" algn="ctr">
              <a:lnSpc>
                <a:spcPct val="100000"/>
              </a:lnSpc>
              <a:spcBef>
                <a:spcPts val="0"/>
              </a:spcBef>
              <a:spcAft>
                <a:spcPts val="0"/>
              </a:spcAft>
              <a:buClr>
                <a:srgbClr val="000000"/>
              </a:buClr>
              <a:buSzPts val="650"/>
              <a:buFont typeface="Arial"/>
              <a:buNone/>
            </a:pPr>
            <a:r>
              <a:rPr b="1" i="0" lang="en-GB" sz="650" u="none" cap="none" strike="noStrike">
                <a:solidFill>
                  <a:srgbClr val="FFFFFF"/>
                </a:solidFill>
                <a:latin typeface="Calibri"/>
                <a:ea typeface="Calibri"/>
                <a:cs typeface="Calibri"/>
                <a:sym typeface="Calibri"/>
              </a:rPr>
              <a:t>gsw (TEOS-10)</a:t>
            </a:r>
            <a:endParaRPr b="0" i="0" sz="1100" u="none" cap="none" strike="noStrike">
              <a:solidFill>
                <a:srgbClr val="000000"/>
              </a:solidFill>
              <a:latin typeface="Arial"/>
              <a:ea typeface="Arial"/>
              <a:cs typeface="Arial"/>
              <a:sym typeface="Arial"/>
            </a:endParaRPr>
          </a:p>
        </p:txBody>
      </p:sp>
      <p:sp>
        <p:nvSpPr>
          <p:cNvPr id="281" name="Google Shape;281;p39"/>
          <p:cNvSpPr/>
          <p:nvPr/>
        </p:nvSpPr>
        <p:spPr>
          <a:xfrm>
            <a:off x="7218741" y="4416406"/>
            <a:ext cx="575700" cy="185100"/>
          </a:xfrm>
          <a:prstGeom prst="roundRect">
            <a:avLst>
              <a:gd fmla="val 22000" name="adj"/>
            </a:avLst>
          </a:prstGeom>
          <a:solidFill>
            <a:srgbClr val="16456E"/>
          </a:solidFill>
          <a:ln>
            <a:noFill/>
          </a:ln>
        </p:spPr>
        <p:txBody>
          <a:bodyPr anchorCtr="0" anchor="ctr" bIns="0" lIns="27425" spcFirstLastPara="1" rIns="27425" wrap="square" tIns="0">
            <a:noAutofit/>
          </a:bodyPr>
          <a:lstStyle/>
          <a:p>
            <a:pPr indent="0" lvl="0" marL="0" marR="0" rtl="0" algn="ctr">
              <a:lnSpc>
                <a:spcPct val="100000"/>
              </a:lnSpc>
              <a:spcBef>
                <a:spcPts val="0"/>
              </a:spcBef>
              <a:spcAft>
                <a:spcPts val="0"/>
              </a:spcAft>
              <a:buClr>
                <a:srgbClr val="000000"/>
              </a:buClr>
              <a:buSzPts val="650"/>
              <a:buFont typeface="Arial"/>
              <a:buNone/>
            </a:pPr>
            <a:r>
              <a:rPr b="1" i="0" lang="en-GB" sz="650" u="none" cap="none" strike="noStrike">
                <a:solidFill>
                  <a:srgbClr val="FFFFFF"/>
                </a:solidFill>
                <a:latin typeface="Calibri"/>
                <a:ea typeface="Calibri"/>
                <a:cs typeface="Calibri"/>
                <a:sym typeface="Calibri"/>
              </a:rPr>
              <a:t>scikit-image</a:t>
            </a:r>
            <a:endParaRPr b="0" i="0" sz="1100" u="none" cap="none" strike="noStrike">
              <a:solidFill>
                <a:srgbClr val="000000"/>
              </a:solidFill>
              <a:latin typeface="Arial"/>
              <a:ea typeface="Arial"/>
              <a:cs typeface="Arial"/>
              <a:sym typeface="Arial"/>
            </a:endParaRPr>
          </a:p>
        </p:txBody>
      </p:sp>
      <p:sp>
        <p:nvSpPr>
          <p:cNvPr id="282" name="Google Shape;282;p39"/>
          <p:cNvSpPr/>
          <p:nvPr/>
        </p:nvSpPr>
        <p:spPr>
          <a:xfrm>
            <a:off x="8063246" y="4471041"/>
            <a:ext cx="575700" cy="185100"/>
          </a:xfrm>
          <a:prstGeom prst="roundRect">
            <a:avLst>
              <a:gd fmla="val 22000" name="adj"/>
            </a:avLst>
          </a:prstGeom>
          <a:solidFill>
            <a:srgbClr val="16456E"/>
          </a:solidFill>
          <a:ln>
            <a:noFill/>
          </a:ln>
        </p:spPr>
        <p:txBody>
          <a:bodyPr anchorCtr="0" anchor="ctr" bIns="0" lIns="27425" spcFirstLastPara="1" rIns="27425" wrap="square" tIns="0">
            <a:noAutofit/>
          </a:bodyPr>
          <a:lstStyle/>
          <a:p>
            <a:pPr indent="0" lvl="0" marL="0" marR="0" rtl="0" algn="ctr">
              <a:lnSpc>
                <a:spcPct val="100000"/>
              </a:lnSpc>
              <a:spcBef>
                <a:spcPts val="0"/>
              </a:spcBef>
              <a:spcAft>
                <a:spcPts val="0"/>
              </a:spcAft>
              <a:buClr>
                <a:srgbClr val="000000"/>
              </a:buClr>
              <a:buSzPts val="650"/>
              <a:buFont typeface="Arial"/>
              <a:buNone/>
            </a:pPr>
            <a:r>
              <a:rPr b="1" i="0" lang="en-GB" sz="650" u="none" cap="none" strike="noStrike">
                <a:solidFill>
                  <a:srgbClr val="FFFFFF"/>
                </a:solidFill>
                <a:latin typeface="Calibri"/>
                <a:ea typeface="Calibri"/>
                <a:cs typeface="Calibri"/>
                <a:sym typeface="Calibri"/>
              </a:rPr>
              <a:t>Parquet</a:t>
            </a:r>
            <a:endParaRPr b="0" i="0" sz="1100" u="none" cap="none" strike="noStrike">
              <a:solidFill>
                <a:srgbClr val="000000"/>
              </a:solidFill>
              <a:latin typeface="Arial"/>
              <a:ea typeface="Arial"/>
              <a:cs typeface="Arial"/>
              <a:sym typeface="Arial"/>
            </a:endParaRPr>
          </a:p>
        </p:txBody>
      </p:sp>
      <p:sp>
        <p:nvSpPr>
          <p:cNvPr id="283" name="Google Shape;283;p39"/>
          <p:cNvSpPr/>
          <p:nvPr/>
        </p:nvSpPr>
        <p:spPr>
          <a:xfrm>
            <a:off x="5788543" y="4434468"/>
            <a:ext cx="575700" cy="185100"/>
          </a:xfrm>
          <a:prstGeom prst="roundRect">
            <a:avLst>
              <a:gd fmla="val 22000" name="adj"/>
            </a:avLst>
          </a:prstGeom>
          <a:solidFill>
            <a:srgbClr val="16456E"/>
          </a:solidFill>
          <a:ln>
            <a:noFill/>
          </a:ln>
        </p:spPr>
        <p:txBody>
          <a:bodyPr anchorCtr="0" anchor="ctr" bIns="0" lIns="27425" spcFirstLastPara="1" rIns="27425" wrap="square" tIns="0">
            <a:noAutofit/>
          </a:bodyPr>
          <a:lstStyle/>
          <a:p>
            <a:pPr indent="0" lvl="0" marL="0" marR="0" rtl="0" algn="ctr">
              <a:lnSpc>
                <a:spcPct val="100000"/>
              </a:lnSpc>
              <a:spcBef>
                <a:spcPts val="0"/>
              </a:spcBef>
              <a:spcAft>
                <a:spcPts val="0"/>
              </a:spcAft>
              <a:buClr>
                <a:srgbClr val="000000"/>
              </a:buClr>
              <a:buSzPts val="650"/>
              <a:buFont typeface="Arial"/>
              <a:buNone/>
            </a:pPr>
            <a:r>
              <a:rPr b="1" i="0" lang="en-GB" sz="650" u="none" cap="none" strike="noStrike">
                <a:solidFill>
                  <a:srgbClr val="FFFFFF"/>
                </a:solidFill>
                <a:latin typeface="Calibri"/>
                <a:ea typeface="Calibri"/>
                <a:cs typeface="Calibri"/>
                <a:sym typeface="Calibri"/>
              </a:rPr>
              <a:t>Docker</a:t>
            </a:r>
            <a:endParaRPr b="0" i="0" sz="1100" u="none" cap="none" strike="noStrike">
              <a:solidFill>
                <a:srgbClr val="000000"/>
              </a:solidFill>
              <a:latin typeface="Arial"/>
              <a:ea typeface="Arial"/>
              <a:cs typeface="Arial"/>
              <a:sym typeface="Arial"/>
            </a:endParaRPr>
          </a:p>
        </p:txBody>
      </p:sp>
      <p:sp>
        <p:nvSpPr>
          <p:cNvPr id="284" name="Google Shape;284;p39"/>
          <p:cNvSpPr/>
          <p:nvPr/>
        </p:nvSpPr>
        <p:spPr>
          <a:xfrm>
            <a:off x="8063244" y="4218892"/>
            <a:ext cx="575700" cy="185100"/>
          </a:xfrm>
          <a:prstGeom prst="roundRect">
            <a:avLst>
              <a:gd fmla="val 22000" name="adj"/>
            </a:avLst>
          </a:prstGeom>
          <a:solidFill>
            <a:srgbClr val="16456E"/>
          </a:solidFill>
          <a:ln>
            <a:noFill/>
          </a:ln>
        </p:spPr>
        <p:txBody>
          <a:bodyPr anchorCtr="0" anchor="ctr" bIns="0" lIns="27425" spcFirstLastPara="1" rIns="27425" wrap="square" tIns="0">
            <a:noAutofit/>
          </a:bodyPr>
          <a:lstStyle/>
          <a:p>
            <a:pPr indent="0" lvl="0" marL="0" marR="0" rtl="0" algn="ctr">
              <a:lnSpc>
                <a:spcPct val="100000"/>
              </a:lnSpc>
              <a:spcBef>
                <a:spcPts val="0"/>
              </a:spcBef>
              <a:spcAft>
                <a:spcPts val="0"/>
              </a:spcAft>
              <a:buClr>
                <a:srgbClr val="000000"/>
              </a:buClr>
              <a:buSzPts val="650"/>
              <a:buFont typeface="Arial"/>
              <a:buNone/>
            </a:pPr>
            <a:r>
              <a:rPr b="1" i="0" lang="en-GB" sz="650" u="none" cap="none" strike="noStrike">
                <a:solidFill>
                  <a:srgbClr val="FFFFFF"/>
                </a:solidFill>
                <a:latin typeface="Calibri"/>
                <a:ea typeface="Calibri"/>
                <a:cs typeface="Calibri"/>
                <a:sym typeface="Calibri"/>
              </a:rPr>
              <a:t>Playwright</a:t>
            </a:r>
            <a:endParaRPr b="0" i="0" sz="1100" u="none" cap="none" strike="noStrike">
              <a:solidFill>
                <a:srgbClr val="000000"/>
              </a:solidFill>
              <a:latin typeface="Arial"/>
              <a:ea typeface="Arial"/>
              <a:cs typeface="Arial"/>
              <a:sym typeface="Arial"/>
            </a:endParaRPr>
          </a:p>
        </p:txBody>
      </p:sp>
      <p:sp>
        <p:nvSpPr>
          <p:cNvPr id="285" name="Google Shape;285;p39"/>
          <p:cNvSpPr/>
          <p:nvPr/>
        </p:nvSpPr>
        <p:spPr>
          <a:xfrm>
            <a:off x="6503649" y="4417242"/>
            <a:ext cx="575700" cy="185100"/>
          </a:xfrm>
          <a:prstGeom prst="roundRect">
            <a:avLst>
              <a:gd fmla="val 22000" name="adj"/>
            </a:avLst>
          </a:prstGeom>
          <a:solidFill>
            <a:srgbClr val="16456E"/>
          </a:solidFill>
          <a:ln>
            <a:noFill/>
          </a:ln>
        </p:spPr>
        <p:txBody>
          <a:bodyPr anchorCtr="0" anchor="ctr" bIns="0" lIns="27425" spcFirstLastPara="1" rIns="27425" wrap="square" tIns="0">
            <a:noAutofit/>
          </a:bodyPr>
          <a:lstStyle/>
          <a:p>
            <a:pPr indent="0" lvl="0" marL="0" marR="0" rtl="0" algn="ctr">
              <a:lnSpc>
                <a:spcPct val="100000"/>
              </a:lnSpc>
              <a:spcBef>
                <a:spcPts val="0"/>
              </a:spcBef>
              <a:spcAft>
                <a:spcPts val="0"/>
              </a:spcAft>
              <a:buClr>
                <a:srgbClr val="000000"/>
              </a:buClr>
              <a:buSzPts val="650"/>
              <a:buFont typeface="Arial"/>
              <a:buNone/>
            </a:pPr>
            <a:r>
              <a:rPr b="1" i="0" lang="en-GB" sz="650" u="none" cap="none" strike="noStrike">
                <a:solidFill>
                  <a:srgbClr val="FFFFFF"/>
                </a:solidFill>
                <a:latin typeface="Calibri"/>
                <a:ea typeface="Calibri"/>
                <a:cs typeface="Calibri"/>
                <a:sym typeface="Calibri"/>
              </a:rPr>
              <a:t>pytest</a:t>
            </a:r>
            <a:endParaRPr b="0" i="0" sz="1100" u="none" cap="none" strike="noStrike">
              <a:solidFill>
                <a:srgbClr val="000000"/>
              </a:solidFill>
              <a:latin typeface="Arial"/>
              <a:ea typeface="Arial"/>
              <a:cs typeface="Arial"/>
              <a:sym typeface="Arial"/>
            </a:endParaRPr>
          </a:p>
        </p:txBody>
      </p:sp>
      <p:sp>
        <p:nvSpPr>
          <p:cNvPr id="286" name="Google Shape;286;p39"/>
          <p:cNvSpPr txBox="1"/>
          <p:nvPr/>
        </p:nvSpPr>
        <p:spPr>
          <a:xfrm>
            <a:off x="219450" y="4685997"/>
            <a:ext cx="8593200" cy="100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650"/>
              <a:buFont typeface="Arial"/>
              <a:buNone/>
            </a:pPr>
            <a:r>
              <a:rPr b="1" i="0" lang="en-GB" sz="650" u="none" cap="none" strike="noStrike">
                <a:solidFill>
                  <a:schemeClr val="dk1"/>
                </a:solidFill>
                <a:latin typeface="Calibri"/>
                <a:ea typeface="Calibri"/>
                <a:cs typeface="Calibri"/>
                <a:sym typeface="Calibri"/>
              </a:rPr>
              <a:t>Standards:   CF Conventions   ·   OGC WMS 1.3.0   ·   OGC WCS 1.0.0   ·   OASIS CAP v1.2   ·   TEOS-10   ·   Argo QC (Wong 2020)   ·   Class 4 (Ryan 2015)</a:t>
            </a:r>
            <a:endParaRPr b="1" i="0" sz="1100" u="none" cap="none" strike="noStrike">
              <a:solidFill>
                <a:schemeClr val="dk1"/>
              </a:solidFill>
              <a:latin typeface="Arial"/>
              <a:ea typeface="Arial"/>
              <a:cs typeface="Arial"/>
              <a:sym typeface="Arial"/>
            </a:endParaRPr>
          </a:p>
        </p:txBody>
      </p:sp>
      <p:sp>
        <p:nvSpPr>
          <p:cNvPr descr="Your startup LOGO" id="287" name="Google Shape;287;p39"/>
          <p:cNvSpPr/>
          <p:nvPr/>
        </p:nvSpPr>
        <p:spPr>
          <a:xfrm>
            <a:off x="112625" y="78400"/>
            <a:ext cx="1089300" cy="605400"/>
          </a:xfrm>
          <a:prstGeom prst="ellipse">
            <a:avLst/>
          </a:prstGeom>
          <a:solidFill>
            <a:schemeClr val="lt1"/>
          </a:solidFill>
          <a:ln cap="flat" cmpd="sng" w="25400">
            <a:solidFill>
              <a:schemeClr val="accent1"/>
            </a:solidFill>
            <a:prstDash val="solid"/>
            <a:round/>
            <a:headEnd len="sm" w="sm" type="none"/>
            <a:tailEnd len="sm" w="sm" type="none"/>
          </a:ln>
        </p:spPr>
        <p:txBody>
          <a:bodyPr anchorCtr="0" anchor="ctr" bIns="34275" lIns="68575" spcFirstLastPara="1" rIns="68575" wrap="none" tIns="34275">
            <a:noAutofit/>
          </a:bodyPr>
          <a:lstStyle/>
          <a:p>
            <a:pPr indent="0" lvl="0" marL="0" marR="0" rtl="0" algn="ctr">
              <a:lnSpc>
                <a:spcPct val="95000"/>
              </a:lnSpc>
              <a:spcBef>
                <a:spcPts val="400"/>
              </a:spcBef>
              <a:spcAft>
                <a:spcPts val="0"/>
              </a:spcAft>
              <a:buClr>
                <a:srgbClr val="000000"/>
              </a:buClr>
              <a:buSzPts val="1200"/>
              <a:buFont typeface="Arial"/>
              <a:buNone/>
            </a:pPr>
            <a:r>
              <a:rPr b="1" i="0" lang="en-GB" sz="1200" u="none" cap="none" strike="noStrike">
                <a:solidFill>
                  <a:srgbClr val="FF0000"/>
                </a:solidFill>
                <a:latin typeface="Calibri"/>
                <a:ea typeface="Calibri"/>
                <a:cs typeface="Calibri"/>
                <a:sym typeface="Calibri"/>
              </a:rPr>
              <a:t>Pixel</a:t>
            </a:r>
            <a:r>
              <a:rPr b="1" i="0" lang="en-GB" sz="1200" u="none" cap="none" strike="noStrike">
                <a:solidFill>
                  <a:srgbClr val="1C4587"/>
                </a:solidFill>
                <a:latin typeface="Calibri"/>
                <a:ea typeface="Calibri"/>
                <a:cs typeface="Calibri"/>
                <a:sym typeface="Calibri"/>
              </a:rPr>
              <a:t>Paws</a:t>
            </a:r>
            <a:endParaRPr b="1" i="0" sz="1200" u="none" cap="none" strike="noStrike">
              <a:solidFill>
                <a:srgbClr val="1C4587"/>
              </a:solidFill>
              <a:latin typeface="Calibri"/>
              <a:ea typeface="Calibri"/>
              <a:cs typeface="Calibri"/>
              <a:sym typeface="Calibri"/>
            </a:endParaRPr>
          </a:p>
        </p:txBody>
      </p:sp>
      <p:pic>
        <p:nvPicPr>
          <p:cNvPr id="288" name="Google Shape;288;p39"/>
          <p:cNvPicPr preferRelativeResize="0"/>
          <p:nvPr/>
        </p:nvPicPr>
        <p:blipFill rotWithShape="1">
          <a:blip r:embed="rId4">
            <a:alphaModFix/>
          </a:blip>
          <a:srcRect b="0" l="0" r="0" t="0"/>
          <a:stretch/>
        </p:blipFill>
        <p:spPr>
          <a:xfrm>
            <a:off x="345992" y="4013667"/>
            <a:ext cx="386700" cy="386700"/>
          </a:xfrm>
          <a:prstGeom prst="rect">
            <a:avLst/>
          </a:prstGeom>
          <a:noFill/>
          <a:ln>
            <a:noFill/>
          </a:ln>
        </p:spPr>
      </p:pic>
      <p:pic>
        <p:nvPicPr>
          <p:cNvPr id="289" name="Google Shape;289;p39"/>
          <p:cNvPicPr preferRelativeResize="0"/>
          <p:nvPr/>
        </p:nvPicPr>
        <p:blipFill rotWithShape="1">
          <a:blip r:embed="rId5">
            <a:alphaModFix/>
          </a:blip>
          <a:srcRect b="0" l="0" r="0" t="0"/>
          <a:stretch/>
        </p:blipFill>
        <p:spPr>
          <a:xfrm>
            <a:off x="1058328" y="4052640"/>
            <a:ext cx="332401" cy="332401"/>
          </a:xfrm>
          <a:prstGeom prst="rect">
            <a:avLst/>
          </a:prstGeom>
          <a:noFill/>
          <a:ln>
            <a:noFill/>
          </a:ln>
        </p:spPr>
      </p:pic>
      <p:pic>
        <p:nvPicPr>
          <p:cNvPr id="290" name="Google Shape;290;p39"/>
          <p:cNvPicPr preferRelativeResize="0"/>
          <p:nvPr/>
        </p:nvPicPr>
        <p:blipFill rotWithShape="1">
          <a:blip r:embed="rId6">
            <a:alphaModFix/>
          </a:blip>
          <a:srcRect b="0" l="0" r="0" t="0"/>
          <a:stretch/>
        </p:blipFill>
        <p:spPr>
          <a:xfrm>
            <a:off x="1722354" y="4037457"/>
            <a:ext cx="431950" cy="362793"/>
          </a:xfrm>
          <a:prstGeom prst="rect">
            <a:avLst/>
          </a:prstGeom>
          <a:noFill/>
          <a:ln>
            <a:noFill/>
          </a:ln>
        </p:spPr>
      </p:pic>
      <p:pic>
        <p:nvPicPr>
          <p:cNvPr id="291" name="Google Shape;291;p39"/>
          <p:cNvPicPr preferRelativeResize="0"/>
          <p:nvPr/>
        </p:nvPicPr>
        <p:blipFill rotWithShape="1">
          <a:blip r:embed="rId7">
            <a:alphaModFix/>
          </a:blip>
          <a:srcRect b="0" l="0" r="0" t="0"/>
          <a:stretch/>
        </p:blipFill>
        <p:spPr>
          <a:xfrm>
            <a:off x="2389722" y="4085043"/>
            <a:ext cx="307011" cy="267600"/>
          </a:xfrm>
          <a:prstGeom prst="rect">
            <a:avLst/>
          </a:prstGeom>
          <a:noFill/>
          <a:ln>
            <a:noFill/>
          </a:ln>
        </p:spPr>
      </p:pic>
      <p:pic>
        <p:nvPicPr>
          <p:cNvPr id="292" name="Google Shape;292;p39"/>
          <p:cNvPicPr preferRelativeResize="0"/>
          <p:nvPr/>
        </p:nvPicPr>
        <p:blipFill rotWithShape="1">
          <a:blip r:embed="rId8">
            <a:alphaModFix/>
          </a:blip>
          <a:srcRect b="0" l="0" r="0" t="0"/>
          <a:stretch/>
        </p:blipFill>
        <p:spPr>
          <a:xfrm>
            <a:off x="2560870" y="3587173"/>
            <a:ext cx="1294638" cy="1294638"/>
          </a:xfrm>
          <a:prstGeom prst="rect">
            <a:avLst/>
          </a:prstGeom>
          <a:noFill/>
          <a:ln>
            <a:noFill/>
          </a:ln>
        </p:spPr>
      </p:pic>
      <p:pic>
        <p:nvPicPr>
          <p:cNvPr id="293" name="Google Shape;293;p39"/>
          <p:cNvPicPr preferRelativeResize="0"/>
          <p:nvPr/>
        </p:nvPicPr>
        <p:blipFill rotWithShape="1">
          <a:blip r:embed="rId9">
            <a:alphaModFix/>
          </a:blip>
          <a:srcRect b="0" l="0" r="0" t="0"/>
          <a:stretch/>
        </p:blipFill>
        <p:spPr>
          <a:xfrm>
            <a:off x="3717514" y="3990937"/>
            <a:ext cx="386705" cy="383999"/>
          </a:xfrm>
          <a:prstGeom prst="rect">
            <a:avLst/>
          </a:prstGeom>
          <a:noFill/>
          <a:ln>
            <a:noFill/>
          </a:ln>
        </p:spPr>
      </p:pic>
      <p:pic>
        <p:nvPicPr>
          <p:cNvPr id="294" name="Google Shape;294;p39"/>
          <p:cNvPicPr preferRelativeResize="0"/>
          <p:nvPr/>
        </p:nvPicPr>
        <p:blipFill rotWithShape="1">
          <a:blip r:embed="rId10">
            <a:alphaModFix/>
          </a:blip>
          <a:srcRect b="17601" l="0" r="0" t="0"/>
          <a:stretch/>
        </p:blipFill>
        <p:spPr>
          <a:xfrm>
            <a:off x="4353762" y="4119700"/>
            <a:ext cx="691812" cy="219600"/>
          </a:xfrm>
          <a:prstGeom prst="rect">
            <a:avLst/>
          </a:prstGeom>
          <a:noFill/>
          <a:ln>
            <a:noFill/>
          </a:ln>
        </p:spPr>
      </p:pic>
      <p:pic>
        <p:nvPicPr>
          <p:cNvPr id="295" name="Google Shape;295;p39"/>
          <p:cNvPicPr preferRelativeResize="0"/>
          <p:nvPr/>
        </p:nvPicPr>
        <p:blipFill rotWithShape="1">
          <a:blip r:embed="rId11">
            <a:alphaModFix/>
          </a:blip>
          <a:srcRect b="0" l="0" r="0" t="0"/>
          <a:stretch/>
        </p:blipFill>
        <p:spPr>
          <a:xfrm>
            <a:off x="5214813" y="3996277"/>
            <a:ext cx="431950" cy="431950"/>
          </a:xfrm>
          <a:prstGeom prst="rect">
            <a:avLst/>
          </a:prstGeom>
          <a:noFill/>
          <a:ln>
            <a:noFill/>
          </a:ln>
        </p:spPr>
      </p:pic>
      <p:sp>
        <p:nvSpPr>
          <p:cNvPr id="296" name="Google Shape;296;p39"/>
          <p:cNvSpPr/>
          <p:nvPr/>
        </p:nvSpPr>
        <p:spPr>
          <a:xfrm>
            <a:off x="936457" y="4416392"/>
            <a:ext cx="575700" cy="185100"/>
          </a:xfrm>
          <a:prstGeom prst="roundRect">
            <a:avLst>
              <a:gd fmla="val 22000" name="adj"/>
            </a:avLst>
          </a:prstGeom>
          <a:solidFill>
            <a:srgbClr val="16456E"/>
          </a:solidFill>
          <a:ln>
            <a:noFill/>
          </a:ln>
        </p:spPr>
        <p:txBody>
          <a:bodyPr anchorCtr="0" anchor="ctr" bIns="0" lIns="27425" spcFirstLastPara="1" rIns="27425" wrap="square" tIns="0">
            <a:noAutofit/>
          </a:bodyPr>
          <a:lstStyle/>
          <a:p>
            <a:pPr indent="0" lvl="0" marL="0" marR="0" rtl="0" algn="ctr">
              <a:lnSpc>
                <a:spcPct val="100000"/>
              </a:lnSpc>
              <a:spcBef>
                <a:spcPts val="0"/>
              </a:spcBef>
              <a:spcAft>
                <a:spcPts val="0"/>
              </a:spcAft>
              <a:buClr>
                <a:srgbClr val="000000"/>
              </a:buClr>
              <a:buSzPts val="650"/>
              <a:buFont typeface="Arial"/>
              <a:buNone/>
            </a:pPr>
            <a:r>
              <a:rPr b="1" i="0" lang="en-GB" sz="650" u="none" cap="none" strike="noStrike">
                <a:solidFill>
                  <a:srgbClr val="FFFFFF"/>
                </a:solidFill>
                <a:latin typeface="Calibri"/>
                <a:ea typeface="Calibri"/>
                <a:cs typeface="Calibri"/>
                <a:sym typeface="Calibri"/>
              </a:rPr>
              <a:t>Typescript</a:t>
            </a:r>
            <a:endParaRPr b="0" i="0" sz="1100" u="none" cap="none" strike="noStrike">
              <a:solidFill>
                <a:srgbClr val="000000"/>
              </a:solidFill>
              <a:latin typeface="Arial"/>
              <a:ea typeface="Arial"/>
              <a:cs typeface="Arial"/>
              <a:sym typeface="Arial"/>
            </a:endParaRPr>
          </a:p>
        </p:txBody>
      </p:sp>
      <p:sp>
        <p:nvSpPr>
          <p:cNvPr id="297" name="Google Shape;297;p39"/>
          <p:cNvSpPr/>
          <p:nvPr/>
        </p:nvSpPr>
        <p:spPr>
          <a:xfrm>
            <a:off x="246907" y="4396833"/>
            <a:ext cx="575700" cy="185100"/>
          </a:xfrm>
          <a:prstGeom prst="roundRect">
            <a:avLst>
              <a:gd fmla="val 22000" name="adj"/>
            </a:avLst>
          </a:prstGeom>
          <a:solidFill>
            <a:srgbClr val="16456E"/>
          </a:solidFill>
          <a:ln>
            <a:noFill/>
          </a:ln>
        </p:spPr>
        <p:txBody>
          <a:bodyPr anchorCtr="0" anchor="ctr" bIns="0" lIns="27425" spcFirstLastPara="1" rIns="27425" wrap="square" tIns="0">
            <a:noAutofit/>
          </a:bodyPr>
          <a:lstStyle/>
          <a:p>
            <a:pPr indent="0" lvl="0" marL="0" marR="0" rtl="0" algn="ctr">
              <a:lnSpc>
                <a:spcPct val="100000"/>
              </a:lnSpc>
              <a:spcBef>
                <a:spcPts val="0"/>
              </a:spcBef>
              <a:spcAft>
                <a:spcPts val="0"/>
              </a:spcAft>
              <a:buClr>
                <a:srgbClr val="000000"/>
              </a:buClr>
              <a:buSzPts val="650"/>
              <a:buFont typeface="Arial"/>
              <a:buNone/>
            </a:pPr>
            <a:r>
              <a:rPr b="1" i="0" lang="en-GB" sz="650" u="none" cap="none" strike="noStrike">
                <a:solidFill>
                  <a:srgbClr val="FFFFFF"/>
                </a:solidFill>
                <a:latin typeface="Calibri"/>
                <a:ea typeface="Calibri"/>
                <a:cs typeface="Calibri"/>
                <a:sym typeface="Calibri"/>
              </a:rPr>
              <a:t>Nextjs</a:t>
            </a:r>
            <a:endParaRPr b="0" i="0" sz="1100" u="none" cap="none" strike="noStrike">
              <a:solidFill>
                <a:srgbClr val="000000"/>
              </a:solidFill>
              <a:latin typeface="Arial"/>
              <a:ea typeface="Arial"/>
              <a:cs typeface="Arial"/>
              <a:sym typeface="Arial"/>
            </a:endParaRPr>
          </a:p>
        </p:txBody>
      </p:sp>
      <p:pic>
        <p:nvPicPr>
          <p:cNvPr id="317" name="Google Shape;317;p39"/>
          <p:cNvPicPr preferRelativeResize="0"/>
          <p:nvPr/>
        </p:nvPicPr>
        <p:blipFill>
          <a:blip r:embed="rId13">
            <a:alphaModFix/>
          </a:blip>
          <a:stretch>
            <a:fillRect/>
          </a:stretch>
        </p:blipFill>
        <p:spPr>
          <a:xfrm>
            <a:off x="5882449" y="3988762"/>
            <a:ext cx="457800" cy="457800"/>
          </a:xfrm>
          <a:prstGeom prst="rect">
            <a:avLst/>
          </a:prstGeom>
          <a:noFill/>
          <a:ln>
            <a:noFill/>
          </a:ln>
        </p:spPr>
      </p:pic>
      <p:pic>
        <p:nvPicPr>
          <p:cNvPr id="318" name="Google Shape;318;p39"/>
          <p:cNvPicPr preferRelativeResize="0"/>
          <p:nvPr/>
        </p:nvPicPr>
        <p:blipFill>
          <a:blip r:embed="rId14">
            <a:alphaModFix/>
          </a:blip>
          <a:stretch>
            <a:fillRect/>
          </a:stretch>
        </p:blipFill>
        <p:spPr>
          <a:xfrm>
            <a:off x="6543332" y="4024952"/>
            <a:ext cx="457800" cy="381489"/>
          </a:xfrm>
          <a:prstGeom prst="rect">
            <a:avLst/>
          </a:prstGeom>
          <a:noFill/>
          <a:ln>
            <a:noFill/>
          </a:ln>
        </p:spPr>
      </p:pic>
      <p:pic>
        <p:nvPicPr>
          <p:cNvPr id="319" name="Google Shape;319;p39"/>
          <p:cNvPicPr preferRelativeResize="0"/>
          <p:nvPr/>
        </p:nvPicPr>
        <p:blipFill>
          <a:blip r:embed="rId15">
            <a:alphaModFix/>
          </a:blip>
          <a:stretch>
            <a:fillRect/>
          </a:stretch>
        </p:blipFill>
        <p:spPr>
          <a:xfrm>
            <a:off x="7073675" y="3901132"/>
            <a:ext cx="798225" cy="560344"/>
          </a:xfrm>
          <a:prstGeom prst="rect">
            <a:avLst/>
          </a:prstGeom>
          <a:noFill/>
          <a:ln>
            <a:noFill/>
          </a:ln>
        </p:spPr>
      </p:pic>
      <p:sp>
        <p:nvSpPr>
          <p:cNvPr id="320" name="Rounded Rectangle 319"/>
          <p:cNvSpPr/>
          <p:nvPr/>
        </p:nvSpPr>
        <p:spPr>
          <a:xfrm>
            <a:off x="173736" y="1097280"/>
            <a:ext cx="1883664" cy="1920240"/>
          </a:xfrm>
          <a:prstGeom prst="roundRect">
            <a:avLst>
              <a:gd name="adj" fmla="val 3500"/>
            </a:avLst>
          </a:prstGeom>
          <a:solidFill>
            <a:srgbClr val="F6F8FA"/>
          </a:solidFill>
          <a:ln w="9525">
            <a:solidFill>
              <a:srgbClr val="C8D3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Rounded Rectangle 320"/>
          <p:cNvSpPr/>
          <p:nvPr/>
        </p:nvSpPr>
        <p:spPr>
          <a:xfrm>
            <a:off x="173736" y="1097280"/>
            <a:ext cx="1883664" cy="347472"/>
          </a:xfrm>
          <a:prstGeom prst="roundRect">
            <a:avLst>
              <a:gd name="adj" fmla="val 16000"/>
            </a:avLst>
          </a:prstGeom>
          <a:solidFill>
            <a:srgbClr val="E4EA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Rectangle 321"/>
          <p:cNvSpPr/>
          <p:nvPr/>
        </p:nvSpPr>
        <p:spPr>
          <a:xfrm>
            <a:off x="173736" y="1353312"/>
            <a:ext cx="1883664" cy="91440"/>
          </a:xfrm>
          <a:prstGeom prst="rect">
            <a:avLst/>
          </a:prstGeom>
          <a:solidFill>
            <a:srgbClr val="E4EA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Rectangle 322"/>
          <p:cNvSpPr/>
          <p:nvPr/>
        </p:nvSpPr>
        <p:spPr>
          <a:xfrm>
            <a:off x="173736" y="1426464"/>
            <a:ext cx="1883664" cy="1828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Oval 323"/>
          <p:cNvSpPr/>
          <p:nvPr/>
        </p:nvSpPr>
        <p:spPr>
          <a:xfrm>
            <a:off x="246888" y="1179576"/>
            <a:ext cx="182880" cy="182880"/>
          </a:xfrm>
          <a:prstGeom prst="ellipse">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50" b="1" i="0">
                <a:solidFill>
                  <a:srgbClr val="FFFFFF"/>
                </a:solidFill>
              </a:rPr>
              <a:t>1</a:t>
            </a:r>
          </a:p>
        </p:txBody>
      </p:sp>
      <p:sp>
        <p:nvSpPr>
          <p:cNvPr id="325" name="TextBox 324"/>
          <p:cNvSpPr txBox="1"/>
          <p:nvPr/>
        </p:nvSpPr>
        <p:spPr>
          <a:xfrm>
            <a:off x="475488" y="1133856"/>
            <a:ext cx="1316736" cy="274320"/>
          </a:xfrm>
          <a:prstGeom prst="rect">
            <a:avLst/>
          </a:prstGeom>
          <a:noFill/>
        </p:spPr>
        <p:txBody>
          <a:bodyPr wrap="square" lIns="27432" rIns="27432" tIns="18288" bIns="18288" anchor="t">
            <a:spAutoFit/>
          </a:bodyPr>
          <a:lstStyle/>
          <a:p>
            <a:pPr>
              <a:lnSpc>
                <a:spcPct val="90000"/>
              </a:lnSpc>
            </a:pPr>
            <a:r>
              <a:rPr sz="950" b="1" i="0">
                <a:solidFill>
                  <a:srgbClr val="1F4E79"/>
                </a:solidFill>
              </a:rPr>
              <a:t>SOURCES</a:t>
            </a:r>
          </a:p>
          <a:p>
            <a:pPr>
              <a:lnSpc>
                <a:spcPct val="90000"/>
              </a:lnSpc>
            </a:pPr>
            <a:r>
              <a:rPr sz="700" b="0" i="0">
                <a:solidFill>
                  <a:srgbClr val="5A6B78"/>
                </a:solidFill>
              </a:rPr>
              <a:t>13 enabled  ·  9 kinds</a:t>
            </a:r>
          </a:p>
        </p:txBody>
      </p:sp>
      <p:sp>
        <p:nvSpPr>
          <p:cNvPr id="326" name="Rectangle 325"/>
          <p:cNvSpPr/>
          <p:nvPr/>
        </p:nvSpPr>
        <p:spPr>
          <a:xfrm>
            <a:off x="1801368" y="1179576"/>
            <a:ext cx="182880" cy="182880"/>
          </a:xfrm>
          <a:prstGeom prst="rect">
            <a:avLst/>
          </a:prstGeom>
          <a:solidFill>
            <a:srgbClr val="FFFFFF"/>
          </a:solidFill>
          <a:ln w="6350">
            <a:solidFill>
              <a:srgbClr val="C8D3DB"/>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500" b="0" i="0">
                <a:solidFill>
                  <a:srgbClr val="C8D3DB"/>
                </a:solidFill>
              </a:rPr>
              <a:t>icon</a:t>
            </a:r>
          </a:p>
        </p:txBody>
      </p:sp>
      <p:sp>
        <p:nvSpPr>
          <p:cNvPr id="327" name="Rounded Rectangle 326"/>
          <p:cNvSpPr/>
          <p:nvPr/>
        </p:nvSpPr>
        <p:spPr>
          <a:xfrm>
            <a:off x="2478024" y="1097280"/>
            <a:ext cx="1883664" cy="1920240"/>
          </a:xfrm>
          <a:prstGeom prst="roundRect">
            <a:avLst>
              <a:gd name="adj" fmla="val 3500"/>
            </a:avLst>
          </a:prstGeom>
          <a:solidFill>
            <a:srgbClr val="F6F8FA"/>
          </a:solidFill>
          <a:ln w="9525">
            <a:solidFill>
              <a:srgbClr val="C8D3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Rounded Rectangle 327"/>
          <p:cNvSpPr/>
          <p:nvPr/>
        </p:nvSpPr>
        <p:spPr>
          <a:xfrm>
            <a:off x="2478024" y="1097280"/>
            <a:ext cx="1883664" cy="347472"/>
          </a:xfrm>
          <a:prstGeom prst="roundRect">
            <a:avLst>
              <a:gd name="adj" fmla="val 16000"/>
            </a:avLst>
          </a:prstGeom>
          <a:solidFill>
            <a:srgbClr val="E4EA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2478024" y="1353312"/>
            <a:ext cx="1883664" cy="91440"/>
          </a:xfrm>
          <a:prstGeom prst="rect">
            <a:avLst/>
          </a:prstGeom>
          <a:solidFill>
            <a:srgbClr val="E4EA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2478024" y="1426464"/>
            <a:ext cx="1883664" cy="1828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Oval 330"/>
          <p:cNvSpPr/>
          <p:nvPr/>
        </p:nvSpPr>
        <p:spPr>
          <a:xfrm>
            <a:off x="2551176" y="1179576"/>
            <a:ext cx="182880" cy="182880"/>
          </a:xfrm>
          <a:prstGeom prst="ellipse">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50" b="1" i="0">
                <a:solidFill>
                  <a:srgbClr val="FFFFFF"/>
                </a:solidFill>
              </a:rPr>
              <a:t>2</a:t>
            </a:r>
          </a:p>
        </p:txBody>
      </p:sp>
      <p:sp>
        <p:nvSpPr>
          <p:cNvPr id="332" name="TextBox 331"/>
          <p:cNvSpPr txBox="1"/>
          <p:nvPr/>
        </p:nvSpPr>
        <p:spPr>
          <a:xfrm>
            <a:off x="2779776" y="1133856"/>
            <a:ext cx="1316736" cy="274320"/>
          </a:xfrm>
          <a:prstGeom prst="rect">
            <a:avLst/>
          </a:prstGeom>
          <a:noFill/>
        </p:spPr>
        <p:txBody>
          <a:bodyPr wrap="square" lIns="27432" rIns="27432" tIns="18288" bIns="18288" anchor="t">
            <a:spAutoFit/>
          </a:bodyPr>
          <a:lstStyle/>
          <a:p>
            <a:pPr>
              <a:lnSpc>
                <a:spcPct val="90000"/>
              </a:lnSpc>
            </a:pPr>
            <a:r>
              <a:rPr sz="950" b="1" i="0">
                <a:solidFill>
                  <a:srgbClr val="1F4E79"/>
                </a:solidFill>
              </a:rPr>
              <a:t>INGEST</a:t>
            </a:r>
          </a:p>
          <a:p>
            <a:pPr>
              <a:lnSpc>
                <a:spcPct val="90000"/>
              </a:lnSpc>
            </a:pPr>
            <a:r>
              <a:rPr sz="700" b="0" i="0">
                <a:solidFill>
                  <a:srgbClr val="5A6B78"/>
                </a:solidFill>
              </a:rPr>
              <a:t>Python  ·  4 plugins</a:t>
            </a:r>
          </a:p>
        </p:txBody>
      </p:sp>
      <p:sp>
        <p:nvSpPr>
          <p:cNvPr id="333" name="Rectangle 332"/>
          <p:cNvSpPr/>
          <p:nvPr/>
        </p:nvSpPr>
        <p:spPr>
          <a:xfrm>
            <a:off x="4105655" y="1179576"/>
            <a:ext cx="182880" cy="182880"/>
          </a:xfrm>
          <a:prstGeom prst="rect">
            <a:avLst/>
          </a:prstGeom>
          <a:solidFill>
            <a:srgbClr val="FFFFFF"/>
          </a:solidFill>
          <a:ln w="6350">
            <a:solidFill>
              <a:srgbClr val="C8D3DB"/>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500" b="0" i="0">
                <a:solidFill>
                  <a:srgbClr val="C8D3DB"/>
                </a:solidFill>
              </a:rPr>
              <a:t>icon</a:t>
            </a:r>
          </a:p>
        </p:txBody>
      </p:sp>
      <p:sp>
        <p:nvSpPr>
          <p:cNvPr id="334" name="Rounded Rectangle 333"/>
          <p:cNvSpPr/>
          <p:nvPr/>
        </p:nvSpPr>
        <p:spPr>
          <a:xfrm>
            <a:off x="4782312" y="1097280"/>
            <a:ext cx="1883664" cy="1920240"/>
          </a:xfrm>
          <a:prstGeom prst="roundRect">
            <a:avLst>
              <a:gd name="adj" fmla="val 3500"/>
            </a:avLst>
          </a:prstGeom>
          <a:solidFill>
            <a:srgbClr val="F5FAFA"/>
          </a:solidFill>
          <a:ln w="9525">
            <a:solidFill>
              <a:srgbClr val="C8D3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ounded Rectangle 334"/>
          <p:cNvSpPr/>
          <p:nvPr/>
        </p:nvSpPr>
        <p:spPr>
          <a:xfrm>
            <a:off x="4782312" y="1097280"/>
            <a:ext cx="1883664" cy="347472"/>
          </a:xfrm>
          <a:prstGeom prst="roundRect">
            <a:avLst>
              <a:gd name="adj" fmla="val 16000"/>
            </a:avLst>
          </a:prstGeom>
          <a:solidFill>
            <a:srgbClr val="E2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4782312" y="1353312"/>
            <a:ext cx="1883664" cy="91440"/>
          </a:xfrm>
          <a:prstGeom prst="rect">
            <a:avLst/>
          </a:prstGeom>
          <a:solidFill>
            <a:srgbClr val="E2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4782312" y="1426464"/>
            <a:ext cx="1883664" cy="18288"/>
          </a:xfrm>
          <a:prstGeom prst="rect">
            <a:avLst/>
          </a:prstGeom>
          <a:solidFill>
            <a:srgbClr val="1177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Oval 337"/>
          <p:cNvSpPr/>
          <p:nvPr/>
        </p:nvSpPr>
        <p:spPr>
          <a:xfrm>
            <a:off x="4855464" y="1179576"/>
            <a:ext cx="182880" cy="182880"/>
          </a:xfrm>
          <a:prstGeom prst="ellipse">
            <a:avLst/>
          </a:prstGeom>
          <a:solidFill>
            <a:srgbClr val="1177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50" b="1" i="0">
                <a:solidFill>
                  <a:srgbClr val="FFFFFF"/>
                </a:solidFill>
              </a:rPr>
              <a:t>3</a:t>
            </a:r>
          </a:p>
        </p:txBody>
      </p:sp>
      <p:sp>
        <p:nvSpPr>
          <p:cNvPr id="339" name="TextBox 338"/>
          <p:cNvSpPr txBox="1"/>
          <p:nvPr/>
        </p:nvSpPr>
        <p:spPr>
          <a:xfrm>
            <a:off x="5084064" y="1133856"/>
            <a:ext cx="1316736" cy="274320"/>
          </a:xfrm>
          <a:prstGeom prst="rect">
            <a:avLst/>
          </a:prstGeom>
          <a:noFill/>
        </p:spPr>
        <p:txBody>
          <a:bodyPr wrap="square" lIns="27432" rIns="27432" tIns="18288" bIns="18288" anchor="t">
            <a:spAutoFit/>
          </a:bodyPr>
          <a:lstStyle/>
          <a:p>
            <a:pPr>
              <a:lnSpc>
                <a:spcPct val="90000"/>
              </a:lnSpc>
            </a:pPr>
            <a:r>
              <a:rPr sz="950" b="1" i="0">
                <a:solidFill>
                  <a:srgbClr val="11777A"/>
                </a:solidFill>
              </a:rPr>
              <a:t>DATA PLANE</a:t>
            </a:r>
          </a:p>
          <a:p>
            <a:pPr>
              <a:lnSpc>
                <a:spcPct val="90000"/>
              </a:lnSpc>
            </a:pPr>
            <a:r>
              <a:rPr sz="700" b="0" i="0">
                <a:solidFill>
                  <a:srgbClr val="5A6B78"/>
                </a:solidFill>
              </a:rPr>
              <a:t>FastAPI  ·  16 routes</a:t>
            </a:r>
          </a:p>
        </p:txBody>
      </p:sp>
      <p:sp>
        <p:nvSpPr>
          <p:cNvPr id="340" name="Rectangle 339"/>
          <p:cNvSpPr/>
          <p:nvPr/>
        </p:nvSpPr>
        <p:spPr>
          <a:xfrm>
            <a:off x="6409944" y="1179576"/>
            <a:ext cx="182880" cy="182880"/>
          </a:xfrm>
          <a:prstGeom prst="rect">
            <a:avLst/>
          </a:prstGeom>
          <a:solidFill>
            <a:srgbClr val="FFFFFF"/>
          </a:solidFill>
          <a:ln w="6350">
            <a:solidFill>
              <a:srgbClr val="C8D3DB"/>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500" b="0" i="0">
                <a:solidFill>
                  <a:srgbClr val="C8D3DB"/>
                </a:solidFill>
              </a:rPr>
              <a:t>icon</a:t>
            </a:r>
          </a:p>
        </p:txBody>
      </p:sp>
      <p:sp>
        <p:nvSpPr>
          <p:cNvPr id="341" name="Rounded Rectangle 340"/>
          <p:cNvSpPr/>
          <p:nvPr/>
        </p:nvSpPr>
        <p:spPr>
          <a:xfrm>
            <a:off x="7086600" y="1097280"/>
            <a:ext cx="1883664" cy="1920240"/>
          </a:xfrm>
          <a:prstGeom prst="roundRect">
            <a:avLst>
              <a:gd name="adj" fmla="val 3500"/>
            </a:avLst>
          </a:prstGeom>
          <a:solidFill>
            <a:srgbClr val="F5FAFA"/>
          </a:solidFill>
          <a:ln w="9525">
            <a:solidFill>
              <a:srgbClr val="C8D3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ounded Rectangle 341"/>
          <p:cNvSpPr/>
          <p:nvPr/>
        </p:nvSpPr>
        <p:spPr>
          <a:xfrm>
            <a:off x="7086600" y="1097280"/>
            <a:ext cx="1883664" cy="347472"/>
          </a:xfrm>
          <a:prstGeom prst="roundRect">
            <a:avLst>
              <a:gd name="adj" fmla="val 16000"/>
            </a:avLst>
          </a:prstGeom>
          <a:solidFill>
            <a:srgbClr val="E2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7086600" y="1353312"/>
            <a:ext cx="1883664" cy="91440"/>
          </a:xfrm>
          <a:prstGeom prst="rect">
            <a:avLst/>
          </a:prstGeom>
          <a:solidFill>
            <a:srgbClr val="E2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7086600" y="1426464"/>
            <a:ext cx="1883664" cy="18288"/>
          </a:xfrm>
          <a:prstGeom prst="rect">
            <a:avLst/>
          </a:prstGeom>
          <a:solidFill>
            <a:srgbClr val="1177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Oval 344"/>
          <p:cNvSpPr/>
          <p:nvPr/>
        </p:nvSpPr>
        <p:spPr>
          <a:xfrm>
            <a:off x="7159752" y="1179576"/>
            <a:ext cx="182880" cy="182880"/>
          </a:xfrm>
          <a:prstGeom prst="ellipse">
            <a:avLst/>
          </a:prstGeom>
          <a:solidFill>
            <a:srgbClr val="1177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50" b="1" i="0">
                <a:solidFill>
                  <a:srgbClr val="FFFFFF"/>
                </a:solidFill>
              </a:rPr>
              <a:t>4</a:t>
            </a:r>
          </a:p>
        </p:txBody>
      </p:sp>
      <p:sp>
        <p:nvSpPr>
          <p:cNvPr id="346" name="TextBox 345"/>
          <p:cNvSpPr txBox="1"/>
          <p:nvPr/>
        </p:nvSpPr>
        <p:spPr>
          <a:xfrm>
            <a:off x="7388352" y="1133856"/>
            <a:ext cx="1316736" cy="274320"/>
          </a:xfrm>
          <a:prstGeom prst="rect">
            <a:avLst/>
          </a:prstGeom>
          <a:noFill/>
        </p:spPr>
        <p:txBody>
          <a:bodyPr wrap="square" lIns="27432" rIns="27432" tIns="18288" bIns="18288" anchor="t">
            <a:spAutoFit/>
          </a:bodyPr>
          <a:lstStyle/>
          <a:p>
            <a:pPr>
              <a:lnSpc>
                <a:spcPct val="90000"/>
              </a:lnSpc>
            </a:pPr>
            <a:r>
              <a:rPr sz="950" b="1" i="0">
                <a:solidFill>
                  <a:srgbClr val="11777A"/>
                </a:solidFill>
              </a:rPr>
              <a:t>BROWSER</a:t>
            </a:r>
          </a:p>
          <a:p>
            <a:pPr>
              <a:lnSpc>
                <a:spcPct val="90000"/>
              </a:lnSpc>
            </a:pPr>
            <a:r>
              <a:rPr sz="700" b="0" i="0">
                <a:solidFill>
                  <a:srgbClr val="5A6B78"/>
                </a:solidFill>
              </a:rPr>
              <a:t>CesiumJS  ·  WebGL2</a:t>
            </a:r>
          </a:p>
        </p:txBody>
      </p:sp>
      <p:sp>
        <p:nvSpPr>
          <p:cNvPr id="348" name="Rectangle 347"/>
          <p:cNvSpPr/>
          <p:nvPr/>
        </p:nvSpPr>
        <p:spPr>
          <a:xfrm>
            <a:off x="265176" y="1499616"/>
            <a:ext cx="1700784" cy="402336"/>
          </a:xfrm>
          <a:prstGeom prst="rect">
            <a:avLst/>
          </a:prstGeom>
          <a:solidFill>
            <a:srgbClr val="FFFFFF"/>
          </a:solidFill>
          <a:ln w="9525">
            <a:solidFill>
              <a:srgbClr val="C8D3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265176" y="1499616"/>
            <a:ext cx="1700784" cy="32004"/>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TextBox 349"/>
          <p:cNvSpPr txBox="1"/>
          <p:nvPr/>
        </p:nvSpPr>
        <p:spPr>
          <a:xfrm>
            <a:off x="310896" y="1554480"/>
            <a:ext cx="1609344" cy="310896"/>
          </a:xfrm>
          <a:prstGeom prst="rect">
            <a:avLst/>
          </a:prstGeom>
          <a:noFill/>
        </p:spPr>
        <p:txBody>
          <a:bodyPr wrap="square" lIns="27432" rIns="27432" tIns="18288" bIns="18288" anchor="t">
            <a:spAutoFit/>
          </a:bodyPr>
          <a:lstStyle/>
          <a:p>
            <a:pPr>
              <a:lnSpc>
                <a:spcPct val="92000"/>
              </a:lnSpc>
            </a:pPr>
            <a:r>
              <a:rPr sz="950" b="1" i="0">
                <a:solidFill>
                  <a:srgbClr val="1F4E79"/>
                </a:solidFill>
              </a:rPr>
              <a:t>INCOIS ERDDAP</a:t>
            </a:r>
          </a:p>
          <a:p>
            <a:pPr>
              <a:lnSpc>
                <a:spcPct val="92000"/>
              </a:lnSpc>
            </a:pPr>
            <a:r>
              <a:rPr sz="800" b="0" i="0">
                <a:solidFill>
                  <a:srgbClr val="5A6B78"/>
                </a:solidFill>
              </a:rPr>
              <a:t>model fields  ·  LAS</a:t>
            </a:r>
          </a:p>
        </p:txBody>
      </p:sp>
      <p:sp>
        <p:nvSpPr>
          <p:cNvPr id="351" name="Rectangle 350"/>
          <p:cNvSpPr/>
          <p:nvPr/>
        </p:nvSpPr>
        <p:spPr>
          <a:xfrm>
            <a:off x="265176" y="1975104"/>
            <a:ext cx="1700784" cy="402336"/>
          </a:xfrm>
          <a:prstGeom prst="rect">
            <a:avLst/>
          </a:prstGeom>
          <a:solidFill>
            <a:srgbClr val="FFFFFF"/>
          </a:solidFill>
          <a:ln w="9525">
            <a:solidFill>
              <a:srgbClr val="C8D3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265176" y="1975104"/>
            <a:ext cx="1700784" cy="32004"/>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TextBox 352"/>
          <p:cNvSpPr txBox="1"/>
          <p:nvPr/>
        </p:nvSpPr>
        <p:spPr>
          <a:xfrm>
            <a:off x="310896" y="2029968"/>
            <a:ext cx="1609344" cy="310896"/>
          </a:xfrm>
          <a:prstGeom prst="rect">
            <a:avLst/>
          </a:prstGeom>
          <a:noFill/>
        </p:spPr>
        <p:txBody>
          <a:bodyPr wrap="square" lIns="27432" rIns="27432" tIns="18288" bIns="18288" anchor="t">
            <a:spAutoFit/>
          </a:bodyPr>
          <a:lstStyle/>
          <a:p>
            <a:pPr>
              <a:lnSpc>
                <a:spcPct val="92000"/>
              </a:lnSpc>
            </a:pPr>
            <a:r>
              <a:rPr sz="950" b="1" i="0">
                <a:solidFill>
                  <a:srgbClr val="1F4E79"/>
                </a:solidFill>
              </a:rPr>
              <a:t>Argo GDAC</a:t>
            </a:r>
          </a:p>
          <a:p>
            <a:pPr>
              <a:lnSpc>
                <a:spcPct val="92000"/>
              </a:lnSpc>
            </a:pPr>
            <a:r>
              <a:rPr sz="800" b="0" i="0">
                <a:solidFill>
                  <a:srgbClr val="5A6B78"/>
                </a:solidFill>
              </a:rPr>
              <a:t>core and BGC floats</a:t>
            </a:r>
          </a:p>
        </p:txBody>
      </p:sp>
      <p:sp>
        <p:nvSpPr>
          <p:cNvPr id="354" name="Rectangle 353"/>
          <p:cNvSpPr/>
          <p:nvPr/>
        </p:nvSpPr>
        <p:spPr>
          <a:xfrm>
            <a:off x="265176" y="2450592"/>
            <a:ext cx="1700784" cy="402336"/>
          </a:xfrm>
          <a:prstGeom prst="rect">
            <a:avLst/>
          </a:prstGeom>
          <a:solidFill>
            <a:srgbClr val="FFFFFF"/>
          </a:solidFill>
          <a:ln w="9525">
            <a:solidFill>
              <a:srgbClr val="C8D3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265176" y="2450592"/>
            <a:ext cx="1700784" cy="32004"/>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TextBox 355"/>
          <p:cNvSpPr txBox="1"/>
          <p:nvPr/>
        </p:nvSpPr>
        <p:spPr>
          <a:xfrm>
            <a:off x="310896" y="2505456"/>
            <a:ext cx="1609344" cy="310896"/>
          </a:xfrm>
          <a:prstGeom prst="rect">
            <a:avLst/>
          </a:prstGeom>
          <a:noFill/>
        </p:spPr>
        <p:txBody>
          <a:bodyPr wrap="square" lIns="27432" rIns="27432" tIns="18288" bIns="18288" anchor="t">
            <a:spAutoFit/>
          </a:bodyPr>
          <a:lstStyle/>
          <a:p>
            <a:pPr>
              <a:lnSpc>
                <a:spcPct val="92000"/>
              </a:lnSpc>
            </a:pPr>
            <a:r>
              <a:rPr sz="950" b="1" i="0">
                <a:solidFill>
                  <a:srgbClr val="1F4E79"/>
                </a:solidFill>
              </a:rPr>
              <a:t>In situ + warnings</a:t>
            </a:r>
          </a:p>
          <a:p>
            <a:pPr>
              <a:lnSpc>
                <a:spcPct val="92000"/>
              </a:lnSpc>
            </a:pPr>
            <a:r>
              <a:rPr sz="800" b="0" i="0">
                <a:solidFill>
                  <a:srgbClr val="5A6B78"/>
                </a:solidFill>
              </a:rPr>
              <a:t>RAMA, glider, CTD, SACHET</a:t>
            </a:r>
          </a:p>
        </p:txBody>
      </p:sp>
      <p:sp>
        <p:nvSpPr>
          <p:cNvPr id="357" name="TextBox 356"/>
          <p:cNvSpPr txBox="1"/>
          <p:nvPr/>
        </p:nvSpPr>
        <p:spPr>
          <a:xfrm>
            <a:off x="265176" y="2779776"/>
            <a:ext cx="1700784" cy="201168"/>
          </a:xfrm>
          <a:prstGeom prst="rect">
            <a:avLst/>
          </a:prstGeom>
          <a:noFill/>
        </p:spPr>
        <p:txBody>
          <a:bodyPr wrap="square" lIns="27432" rIns="27432" tIns="18288" bIns="18288" anchor="t">
            <a:spAutoFit/>
          </a:bodyPr>
          <a:lstStyle/>
          <a:p>
            <a:pPr algn="l">
              <a:lnSpc>
                <a:spcPct val="94000"/>
              </a:lnSpc>
            </a:pPr>
            <a:r>
              <a:rPr sz="800" b="0" i="0">
                <a:solidFill>
                  <a:srgbClr val="5A6B78"/>
                </a:solidFill>
              </a:rPr>
              <a:t>one YAML source registry</a:t>
            </a:r>
          </a:p>
        </p:txBody>
      </p:sp>
      <p:sp>
        <p:nvSpPr>
          <p:cNvPr id="358" name="Rectangle 357"/>
          <p:cNvSpPr/>
          <p:nvPr/>
        </p:nvSpPr>
        <p:spPr>
          <a:xfrm>
            <a:off x="2569464" y="1499616"/>
            <a:ext cx="1700784" cy="402336"/>
          </a:xfrm>
          <a:prstGeom prst="rect">
            <a:avLst/>
          </a:prstGeom>
          <a:solidFill>
            <a:srgbClr val="FFFFFF"/>
          </a:solidFill>
          <a:ln w="9525">
            <a:solidFill>
              <a:srgbClr val="C8D3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2569464" y="1499616"/>
            <a:ext cx="1700784" cy="32004"/>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TextBox 359"/>
          <p:cNvSpPr txBox="1"/>
          <p:nvPr/>
        </p:nvSpPr>
        <p:spPr>
          <a:xfrm>
            <a:off x="2615184" y="1554480"/>
            <a:ext cx="1609344" cy="310896"/>
          </a:xfrm>
          <a:prstGeom prst="rect">
            <a:avLst/>
          </a:prstGeom>
          <a:noFill/>
        </p:spPr>
        <p:txBody>
          <a:bodyPr wrap="square" lIns="27432" rIns="27432" tIns="18288" bIns="18288" anchor="t">
            <a:spAutoFit/>
          </a:bodyPr>
          <a:lstStyle/>
          <a:p>
            <a:pPr>
              <a:lnSpc>
                <a:spcPct val="92000"/>
              </a:lnSpc>
            </a:pPr>
            <a:r>
              <a:rPr sz="950" b="1" i="0">
                <a:solidFill>
                  <a:srgbClr val="1F4E79"/>
                </a:solidFill>
              </a:rPr>
              <a:t>CF normalisation</a:t>
            </a:r>
          </a:p>
          <a:p>
            <a:pPr>
              <a:lnSpc>
                <a:spcPct val="92000"/>
              </a:lnSpc>
            </a:pPr>
            <a:r>
              <a:rPr sz="800" b="0" i="0">
                <a:solidFill>
                  <a:srgbClr val="5A6B78"/>
                </a:solidFill>
              </a:rPr>
              <a:t>scale_factor, _FillValue</a:t>
            </a:r>
          </a:p>
        </p:txBody>
      </p:sp>
      <p:sp>
        <p:nvSpPr>
          <p:cNvPr id="361" name="Rectangle 360"/>
          <p:cNvSpPr/>
          <p:nvPr/>
        </p:nvSpPr>
        <p:spPr>
          <a:xfrm>
            <a:off x="2569464" y="1975104"/>
            <a:ext cx="1700784" cy="402336"/>
          </a:xfrm>
          <a:prstGeom prst="rect">
            <a:avLst/>
          </a:prstGeom>
          <a:solidFill>
            <a:srgbClr val="FFFFFF"/>
          </a:solidFill>
          <a:ln w="9525">
            <a:solidFill>
              <a:srgbClr val="C8D3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2569464" y="1975104"/>
            <a:ext cx="1700784" cy="32004"/>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TextBox 362"/>
          <p:cNvSpPr txBox="1"/>
          <p:nvPr/>
        </p:nvSpPr>
        <p:spPr>
          <a:xfrm>
            <a:off x="2615184" y="2029968"/>
            <a:ext cx="1609344" cy="310896"/>
          </a:xfrm>
          <a:prstGeom prst="rect">
            <a:avLst/>
          </a:prstGeom>
          <a:noFill/>
        </p:spPr>
        <p:txBody>
          <a:bodyPr wrap="square" lIns="27432" rIns="27432" tIns="18288" bIns="18288" anchor="t">
            <a:spAutoFit/>
          </a:bodyPr>
          <a:lstStyle/>
          <a:p>
            <a:pPr>
              <a:lnSpc>
                <a:spcPct val="92000"/>
              </a:lnSpc>
            </a:pPr>
            <a:r>
              <a:rPr sz="950" b="1" i="0">
                <a:solidFill>
                  <a:srgbClr val="1F4E79"/>
                </a:solidFill>
              </a:rPr>
              <a:t>QC flags 1 and 2</a:t>
            </a:r>
          </a:p>
          <a:p>
            <a:pPr>
              <a:lnSpc>
                <a:spcPct val="92000"/>
              </a:lnSpc>
            </a:pPr>
            <a:r>
              <a:rPr sz="800" b="0" i="0">
                <a:solidFill>
                  <a:srgbClr val="5A6B78"/>
                </a:solidFill>
              </a:rPr>
              <a:t>Argo, Wong 2020</a:t>
            </a:r>
          </a:p>
        </p:txBody>
      </p:sp>
      <p:sp>
        <p:nvSpPr>
          <p:cNvPr id="364" name="Can 363"/>
          <p:cNvSpPr/>
          <p:nvPr/>
        </p:nvSpPr>
        <p:spPr>
          <a:xfrm>
            <a:off x="2734056" y="2468880"/>
            <a:ext cx="1371600" cy="384048"/>
          </a:xfrm>
          <a:prstGeom prst="can">
            <a:avLst/>
          </a:prstGeom>
          <a:solidFill>
            <a:srgbClr val="FFFFFF"/>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a:lstStyle/>
          <a:p>
            <a:pPr algn="ctr">
              <a:lnSpc>
                <a:spcPct val="88000"/>
              </a:lnSpc>
            </a:pPr>
            <a:r>
              <a:rPr sz="850" b="1" i="0">
                <a:solidFill>
                  <a:srgbClr val="1F4E79"/>
                </a:solidFill>
              </a:rPr>
              <a:t>Zarr cube</a:t>
            </a:r>
          </a:p>
          <a:p>
            <a:pPr algn="ctr">
              <a:lnSpc>
                <a:spcPct val="88000"/>
              </a:lnSpc>
            </a:pPr>
            <a:r>
              <a:rPr sz="700" b="0" i="0">
                <a:solidFill>
                  <a:srgbClr val="5A6B78"/>
                </a:solidFill>
              </a:rPr>
              <a:t>10.5 M values</a:t>
            </a:r>
          </a:p>
        </p:txBody>
      </p:sp>
      <p:sp>
        <p:nvSpPr>
          <p:cNvPr id="365" name="Rectangle 364"/>
          <p:cNvSpPr/>
          <p:nvPr/>
        </p:nvSpPr>
        <p:spPr>
          <a:xfrm>
            <a:off x="4873752" y="1499616"/>
            <a:ext cx="1700784" cy="402336"/>
          </a:xfrm>
          <a:prstGeom prst="rect">
            <a:avLst/>
          </a:prstGeom>
          <a:solidFill>
            <a:srgbClr val="FFFFFF"/>
          </a:solidFill>
          <a:ln w="9525">
            <a:solidFill>
              <a:srgbClr val="C8D3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4873752" y="1499616"/>
            <a:ext cx="1700784" cy="32004"/>
          </a:xfrm>
          <a:prstGeom prst="rect">
            <a:avLst/>
          </a:prstGeom>
          <a:solidFill>
            <a:srgbClr val="1177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TextBox 366"/>
          <p:cNvSpPr txBox="1"/>
          <p:nvPr/>
        </p:nvSpPr>
        <p:spPr>
          <a:xfrm>
            <a:off x="4919472" y="1554480"/>
            <a:ext cx="1609344" cy="310896"/>
          </a:xfrm>
          <a:prstGeom prst="rect">
            <a:avLst/>
          </a:prstGeom>
          <a:noFill/>
        </p:spPr>
        <p:txBody>
          <a:bodyPr wrap="square" lIns="27432" rIns="27432" tIns="18288" bIns="18288" anchor="t">
            <a:spAutoFit/>
          </a:bodyPr>
          <a:lstStyle/>
          <a:p>
            <a:pPr>
              <a:lnSpc>
                <a:spcPct val="92000"/>
              </a:lnSpc>
            </a:pPr>
            <a:r>
              <a:rPr sz="950" b="1" i="0">
                <a:solidFill>
                  <a:srgbClr val="11777A"/>
                </a:solidFill>
              </a:rPr>
              <a:t>14 REST routes</a:t>
            </a:r>
          </a:p>
          <a:p>
            <a:pPr>
              <a:lnSpc>
                <a:spcPct val="92000"/>
              </a:lnSpc>
            </a:pPr>
            <a:r>
              <a:rPr sz="800" b="0" i="0">
                <a:solidFill>
                  <a:srgbClr val="5A6B78"/>
                </a:solidFill>
              </a:rPr>
              <a:t>/field   /profiles   /skill</a:t>
            </a:r>
          </a:p>
        </p:txBody>
      </p:sp>
      <p:sp>
        <p:nvSpPr>
          <p:cNvPr id="368" name="Rectangle 367"/>
          <p:cNvSpPr/>
          <p:nvPr/>
        </p:nvSpPr>
        <p:spPr>
          <a:xfrm>
            <a:off x="4873752" y="1975104"/>
            <a:ext cx="1700784" cy="402336"/>
          </a:xfrm>
          <a:prstGeom prst="rect">
            <a:avLst/>
          </a:prstGeom>
          <a:solidFill>
            <a:srgbClr val="FFFFFF"/>
          </a:solidFill>
          <a:ln w="9525">
            <a:solidFill>
              <a:srgbClr val="C8D3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4873752" y="1975104"/>
            <a:ext cx="1700784" cy="32004"/>
          </a:xfrm>
          <a:prstGeom prst="rect">
            <a:avLst/>
          </a:prstGeom>
          <a:solidFill>
            <a:srgbClr val="C03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TextBox 369"/>
          <p:cNvSpPr txBox="1"/>
          <p:nvPr/>
        </p:nvSpPr>
        <p:spPr>
          <a:xfrm>
            <a:off x="4919472" y="2029968"/>
            <a:ext cx="1609344" cy="310896"/>
          </a:xfrm>
          <a:prstGeom prst="rect">
            <a:avLst/>
          </a:prstGeom>
          <a:noFill/>
        </p:spPr>
        <p:txBody>
          <a:bodyPr wrap="square" lIns="27432" rIns="27432" tIns="18288" bIns="18288" anchor="t">
            <a:spAutoFit/>
          </a:bodyPr>
          <a:lstStyle/>
          <a:p>
            <a:pPr>
              <a:lnSpc>
                <a:spcPct val="92000"/>
              </a:lnSpc>
            </a:pPr>
            <a:r>
              <a:rPr sz="950" b="1" i="0">
                <a:solidFill>
                  <a:srgbClr val="C03A2B"/>
                </a:solidFill>
              </a:rPr>
              <a:t>OGC WMS 1.3.0</a:t>
            </a:r>
          </a:p>
          <a:p>
            <a:pPr>
              <a:lnSpc>
                <a:spcPct val="92000"/>
              </a:lnSpc>
            </a:pPr>
            <a:r>
              <a:rPr sz="800" b="0" i="0">
                <a:solidFill>
                  <a:srgbClr val="5A6B78"/>
                </a:solidFill>
              </a:rPr>
              <a:t>WCS 1.0.0  ·  QGIS reads it</a:t>
            </a:r>
          </a:p>
        </p:txBody>
      </p:sp>
      <p:sp>
        <p:nvSpPr>
          <p:cNvPr id="371" name="Rectangle 370"/>
          <p:cNvSpPr/>
          <p:nvPr/>
        </p:nvSpPr>
        <p:spPr>
          <a:xfrm>
            <a:off x="4873752" y="2450592"/>
            <a:ext cx="1700784" cy="402336"/>
          </a:xfrm>
          <a:prstGeom prst="rect">
            <a:avLst/>
          </a:prstGeom>
          <a:solidFill>
            <a:srgbClr val="FFFFFF"/>
          </a:solidFill>
          <a:ln w="9525">
            <a:solidFill>
              <a:srgbClr val="C8D3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4873752" y="2450592"/>
            <a:ext cx="1700784" cy="32004"/>
          </a:xfrm>
          <a:prstGeom prst="rect">
            <a:avLst/>
          </a:prstGeom>
          <a:solidFill>
            <a:srgbClr val="1177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TextBox 372"/>
          <p:cNvSpPr txBox="1"/>
          <p:nvPr/>
        </p:nvSpPr>
        <p:spPr>
          <a:xfrm>
            <a:off x="4919472" y="2505456"/>
            <a:ext cx="1609344" cy="310896"/>
          </a:xfrm>
          <a:prstGeom prst="rect">
            <a:avLst/>
          </a:prstGeom>
          <a:noFill/>
        </p:spPr>
        <p:txBody>
          <a:bodyPr wrap="square" lIns="27432" rIns="27432" tIns="18288" bIns="18288" anchor="t">
            <a:spAutoFit/>
          </a:bodyPr>
          <a:lstStyle/>
          <a:p>
            <a:pPr>
              <a:lnSpc>
                <a:spcPct val="92000"/>
              </a:lnSpc>
            </a:pPr>
            <a:r>
              <a:rPr sz="950" b="1" i="0">
                <a:solidFill>
                  <a:srgbClr val="11777A"/>
                </a:solidFill>
              </a:rPr>
              <a:t>Class-4 scorecard</a:t>
            </a:r>
          </a:p>
          <a:p>
            <a:pPr>
              <a:lnSpc>
                <a:spcPct val="92000"/>
              </a:lnSpc>
            </a:pPr>
            <a:r>
              <a:rPr sz="800" b="0" i="0">
                <a:solidFill>
                  <a:srgbClr val="5A6B78"/>
                </a:solidFill>
              </a:rPr>
              <a:t>RMSE against each cast</a:t>
            </a:r>
          </a:p>
        </p:txBody>
      </p:sp>
      <p:pic>
        <p:nvPicPr>
          <p:cNvPr id="374" name="Picture 373" descr="zone4.png"/>
          <p:cNvPicPr>
            <a:picLocks noChangeAspect="1"/>
          </p:cNvPicPr>
          <p:nvPr/>
        </p:nvPicPr>
        <p:blipFill>
          <a:blip r:embed="rId16"/>
          <a:stretch>
            <a:fillRect/>
          </a:stretch>
        </p:blipFill>
        <p:spPr>
          <a:xfrm>
            <a:off x="7205554" y="1499616"/>
            <a:ext cx="1645755" cy="603504"/>
          </a:xfrm>
          <a:prstGeom prst="rect">
            <a:avLst/>
          </a:prstGeom>
        </p:spPr>
      </p:pic>
      <p:sp>
        <p:nvSpPr>
          <p:cNvPr id="375" name="Rectangle 374"/>
          <p:cNvSpPr/>
          <p:nvPr/>
        </p:nvSpPr>
        <p:spPr>
          <a:xfrm>
            <a:off x="7205554" y="1499616"/>
            <a:ext cx="1645755" cy="603504"/>
          </a:xfrm>
          <a:prstGeom prst="rect">
            <a:avLst/>
          </a:prstGeom>
          <a:noFill/>
          <a:ln w="9525">
            <a:solidFill>
              <a:srgbClr val="1177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7178040" y="2157984"/>
            <a:ext cx="1700784" cy="365760"/>
          </a:xfrm>
          <a:prstGeom prst="rect">
            <a:avLst/>
          </a:prstGeom>
          <a:solidFill>
            <a:srgbClr val="FFFFFF"/>
          </a:solidFill>
          <a:ln w="9525">
            <a:solidFill>
              <a:srgbClr val="C8D3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7178040" y="2157984"/>
            <a:ext cx="1700784" cy="32004"/>
          </a:xfrm>
          <a:prstGeom prst="rect">
            <a:avLst/>
          </a:prstGeom>
          <a:solidFill>
            <a:srgbClr val="1177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TextBox 377"/>
          <p:cNvSpPr txBox="1"/>
          <p:nvPr/>
        </p:nvSpPr>
        <p:spPr>
          <a:xfrm>
            <a:off x="7223760" y="2212848"/>
            <a:ext cx="1609344" cy="274320"/>
          </a:xfrm>
          <a:prstGeom prst="rect">
            <a:avLst/>
          </a:prstGeom>
          <a:noFill/>
        </p:spPr>
        <p:txBody>
          <a:bodyPr wrap="square" lIns="27432" rIns="27432" tIns="18288" bIns="18288" anchor="t">
            <a:spAutoFit/>
          </a:bodyPr>
          <a:lstStyle/>
          <a:p>
            <a:pPr>
              <a:lnSpc>
                <a:spcPct val="92000"/>
              </a:lnSpc>
            </a:pPr>
            <a:r>
              <a:rPr sz="950" b="1" i="0">
                <a:solidFill>
                  <a:srgbClr val="11777A"/>
                </a:solidFill>
              </a:rPr>
              <a:t>Volumetric scene</a:t>
            </a:r>
          </a:p>
          <a:p>
            <a:pPr>
              <a:lnSpc>
                <a:spcPct val="92000"/>
              </a:lnSpc>
            </a:pPr>
            <a:r>
              <a:rPr sz="800" b="0" i="0">
                <a:solidFill>
                  <a:srgbClr val="5A6B78"/>
                </a:solidFill>
              </a:rPr>
              <a:t>24 levels  ·  isosurface</a:t>
            </a:r>
          </a:p>
        </p:txBody>
      </p:sp>
      <p:sp>
        <p:nvSpPr>
          <p:cNvPr id="379" name="Rectangle 378"/>
          <p:cNvSpPr/>
          <p:nvPr/>
        </p:nvSpPr>
        <p:spPr>
          <a:xfrm>
            <a:off x="7178040" y="2578608"/>
            <a:ext cx="1700784" cy="365760"/>
          </a:xfrm>
          <a:prstGeom prst="rect">
            <a:avLst/>
          </a:prstGeom>
          <a:solidFill>
            <a:srgbClr val="FFFFFF"/>
          </a:solidFill>
          <a:ln w="9525">
            <a:solidFill>
              <a:srgbClr val="C8D3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7178040" y="2578608"/>
            <a:ext cx="1700784" cy="32004"/>
          </a:xfrm>
          <a:prstGeom prst="rect">
            <a:avLst/>
          </a:prstGeom>
          <a:solidFill>
            <a:srgbClr val="1177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TextBox 380"/>
          <p:cNvSpPr txBox="1"/>
          <p:nvPr/>
        </p:nvSpPr>
        <p:spPr>
          <a:xfrm>
            <a:off x="7223760" y="2633472"/>
            <a:ext cx="1609344" cy="274320"/>
          </a:xfrm>
          <a:prstGeom prst="rect">
            <a:avLst/>
          </a:prstGeom>
          <a:noFill/>
        </p:spPr>
        <p:txBody>
          <a:bodyPr wrap="square" lIns="27432" rIns="27432" tIns="18288" bIns="18288" anchor="t">
            <a:spAutoFit/>
          </a:bodyPr>
          <a:lstStyle/>
          <a:p>
            <a:pPr>
              <a:lnSpc>
                <a:spcPct val="92000"/>
              </a:lnSpc>
            </a:pPr>
            <a:r>
              <a:rPr sz="950" b="1" i="0">
                <a:solidFill>
                  <a:srgbClr val="11777A"/>
                </a:solidFill>
              </a:rPr>
              <a:t>Instrument markers</a:t>
            </a:r>
          </a:p>
          <a:p>
            <a:pPr>
              <a:lnSpc>
                <a:spcPct val="92000"/>
              </a:lnSpc>
            </a:pPr>
            <a:r>
              <a:rPr sz="800" b="0" i="0">
                <a:solidFill>
                  <a:srgbClr val="5A6B78"/>
                </a:solidFill>
              </a:rPr>
              <a:t>149 casts  ·  19 instruments</a:t>
            </a:r>
          </a:p>
        </p:txBody>
      </p:sp>
      <p:sp>
        <p:nvSpPr>
          <p:cNvPr id="382" name="Rectangle 381"/>
          <p:cNvSpPr/>
          <p:nvPr/>
        </p:nvSpPr>
        <p:spPr>
          <a:xfrm>
            <a:off x="8714232" y="1179576"/>
            <a:ext cx="182880" cy="182880"/>
          </a:xfrm>
          <a:prstGeom prst="rect">
            <a:avLst/>
          </a:prstGeom>
          <a:solidFill>
            <a:srgbClr val="FFFFFF"/>
          </a:solidFill>
          <a:ln w="6350">
            <a:solidFill>
              <a:srgbClr val="C8D3DB"/>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500" b="0" i="0">
                <a:solidFill>
                  <a:srgbClr val="C8D3DB"/>
                </a:solidFill>
              </a:rPr>
              <a:t>user</a:t>
            </a:r>
          </a:p>
        </p:txBody>
      </p:sp>
      <p:cxnSp>
        <p:nvCxnSpPr>
          <p:cNvPr id="383" name="Connector 382"/>
          <p:cNvCxnSpPr/>
          <p:nvPr/>
        </p:nvCxnSpPr>
        <p:spPr>
          <a:xfrm>
            <a:off x="2103120" y="1956816"/>
            <a:ext cx="329184" cy="0"/>
          </a:xfrm>
          <a:prstGeom prst="bentConnector3">
            <a:avLst/>
          </a:prstGeom>
          <a:ln w="15875">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4" name="TextBox 383"/>
          <p:cNvSpPr txBox="1"/>
          <p:nvPr/>
        </p:nvSpPr>
        <p:spPr>
          <a:xfrm>
            <a:off x="2029968" y="1993392"/>
            <a:ext cx="475488" cy="365760"/>
          </a:xfrm>
          <a:prstGeom prst="rect">
            <a:avLst/>
          </a:prstGeom>
          <a:noFill/>
        </p:spPr>
        <p:txBody>
          <a:bodyPr wrap="none" lIns="27432" rIns="27432" tIns="18288" bIns="18288" anchor="t">
            <a:spAutoFit/>
          </a:bodyPr>
          <a:lstStyle/>
          <a:p>
            <a:pPr algn="ctr">
              <a:lnSpc>
                <a:spcPct val="86000"/>
              </a:lnSpc>
            </a:pPr>
            <a:r>
              <a:rPr sz="660" b="0" i="0">
                <a:solidFill>
                  <a:srgbClr val="5A6B78"/>
                </a:solidFill>
              </a:rPr>
              <a:t>NetCDF</a:t>
            </a:r>
          </a:p>
          <a:p>
            <a:pPr algn="ctr">
              <a:lnSpc>
                <a:spcPct val="86000"/>
              </a:lnSpc>
            </a:pPr>
            <a:r>
              <a:rPr sz="660" b="0" i="0">
                <a:solidFill>
                  <a:srgbClr val="5A6B78"/>
                </a:solidFill>
              </a:rPr>
              <a:t>ASCII</a:t>
            </a:r>
          </a:p>
          <a:p>
            <a:pPr algn="ctr">
              <a:lnSpc>
                <a:spcPct val="86000"/>
              </a:lnSpc>
            </a:pPr>
            <a:r>
              <a:rPr sz="660" b="0" i="0">
                <a:solidFill>
                  <a:srgbClr val="5A6B78"/>
                </a:solidFill>
              </a:rPr>
              <a:t>CAP XML</a:t>
            </a:r>
          </a:p>
        </p:txBody>
      </p:sp>
      <p:cxnSp>
        <p:nvCxnSpPr>
          <p:cNvPr id="385" name="Connector 384"/>
          <p:cNvCxnSpPr/>
          <p:nvPr/>
        </p:nvCxnSpPr>
        <p:spPr>
          <a:xfrm>
            <a:off x="4407407" y="1956816"/>
            <a:ext cx="329185" cy="0"/>
          </a:xfrm>
          <a:prstGeom prst="bentConnector3">
            <a:avLst/>
          </a:prstGeom>
          <a:ln w="15875">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6" name="TextBox 385"/>
          <p:cNvSpPr txBox="1"/>
          <p:nvPr/>
        </p:nvSpPr>
        <p:spPr>
          <a:xfrm>
            <a:off x="4334255" y="1993392"/>
            <a:ext cx="475488" cy="365760"/>
          </a:xfrm>
          <a:prstGeom prst="rect">
            <a:avLst/>
          </a:prstGeom>
          <a:noFill/>
        </p:spPr>
        <p:txBody>
          <a:bodyPr wrap="none" lIns="27432" rIns="27432" tIns="18288" bIns="18288" anchor="t">
            <a:spAutoFit/>
          </a:bodyPr>
          <a:lstStyle/>
          <a:p>
            <a:pPr algn="ctr">
              <a:lnSpc>
                <a:spcPct val="86000"/>
              </a:lnSpc>
            </a:pPr>
            <a:r>
              <a:rPr sz="660" b="0" i="0">
                <a:solidFill>
                  <a:srgbClr val="5A6B78"/>
                </a:solidFill>
              </a:rPr>
              <a:t>zarr</a:t>
            </a:r>
          </a:p>
          <a:p>
            <a:pPr algn="ctr">
              <a:lnSpc>
                <a:spcPct val="86000"/>
              </a:lnSpc>
            </a:pPr>
            <a:r>
              <a:rPr sz="660" b="0" i="0">
                <a:solidFill>
                  <a:srgbClr val="5A6B78"/>
                </a:solidFill>
              </a:rPr>
              <a:t>chunks</a:t>
            </a:r>
          </a:p>
        </p:txBody>
      </p:sp>
      <p:cxnSp>
        <p:nvCxnSpPr>
          <p:cNvPr id="387" name="Connector 386"/>
          <p:cNvCxnSpPr/>
          <p:nvPr/>
        </p:nvCxnSpPr>
        <p:spPr>
          <a:xfrm>
            <a:off x="6711696" y="1956816"/>
            <a:ext cx="329184" cy="0"/>
          </a:xfrm>
          <a:prstGeom prst="bentConnector3">
            <a:avLst/>
          </a:prstGeom>
          <a:ln w="15875">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8" name="TextBox 387"/>
          <p:cNvSpPr txBox="1"/>
          <p:nvPr/>
        </p:nvSpPr>
        <p:spPr>
          <a:xfrm>
            <a:off x="6638544" y="1993392"/>
            <a:ext cx="475488" cy="365760"/>
          </a:xfrm>
          <a:prstGeom prst="rect">
            <a:avLst/>
          </a:prstGeom>
          <a:noFill/>
        </p:spPr>
        <p:txBody>
          <a:bodyPr wrap="none" lIns="27432" rIns="27432" tIns="18288" bIns="18288" anchor="t">
            <a:spAutoFit/>
          </a:bodyPr>
          <a:lstStyle/>
          <a:p>
            <a:pPr algn="ctr">
              <a:lnSpc>
                <a:spcPct val="86000"/>
              </a:lnSpc>
            </a:pPr>
            <a:r>
              <a:rPr sz="660" b="0" i="0">
                <a:solidFill>
                  <a:srgbClr val="5A6B78"/>
                </a:solidFill>
              </a:rPr>
              <a:t>JSON</a:t>
            </a:r>
          </a:p>
          <a:p>
            <a:pPr algn="ctr">
              <a:lnSpc>
                <a:spcPct val="86000"/>
              </a:lnSpc>
            </a:pPr>
            <a:r>
              <a:rPr sz="660" b="0" i="0">
                <a:solidFill>
                  <a:srgbClr val="5A6B78"/>
                </a:solidFill>
              </a:rPr>
              <a:t>PNG</a:t>
            </a:r>
          </a:p>
          <a:p>
            <a:pPr algn="ctr">
              <a:lnSpc>
                <a:spcPct val="86000"/>
              </a:lnSpc>
            </a:pPr>
            <a:r>
              <a:rPr sz="660" b="0" i="0">
                <a:solidFill>
                  <a:srgbClr val="5A6B78"/>
                </a:solidFill>
              </a:rPr>
              <a:t>NetCDF</a:t>
            </a:r>
          </a:p>
        </p:txBody>
      </p:sp>
      <p:sp>
        <p:nvSpPr>
          <p:cNvPr id="389" name="Rounded Rectangle 388"/>
          <p:cNvSpPr/>
          <p:nvPr/>
        </p:nvSpPr>
        <p:spPr>
          <a:xfrm>
            <a:off x="173736" y="841248"/>
            <a:ext cx="1755648" cy="201168"/>
          </a:xfrm>
          <a:prstGeom prst="roundRect">
            <a:avLst>
              <a:gd name="adj" fmla="val 28000"/>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9144" bIns="9144"/>
          <a:lstStyle/>
          <a:p>
            <a:pPr algn="ctr">
              <a:lnSpc>
                <a:spcPct val="92000"/>
              </a:lnSpc>
            </a:pPr>
            <a:r>
              <a:rPr sz="800" b="1" i="0">
                <a:solidFill>
                  <a:srgbClr val="FFFFFF"/>
                </a:solidFill>
              </a:rPr>
              <a:t>SYSTEM ARCHITECTURE</a:t>
            </a:r>
          </a:p>
        </p:txBody>
      </p:sp>
      <p:sp>
        <p:nvSpPr>
          <p:cNvPr id="390" name="TextBox 389"/>
          <p:cNvSpPr txBox="1"/>
          <p:nvPr/>
        </p:nvSpPr>
        <p:spPr>
          <a:xfrm>
            <a:off x="2020824" y="850392"/>
            <a:ext cx="4206240" cy="219456"/>
          </a:xfrm>
          <a:prstGeom prst="rect">
            <a:avLst/>
          </a:prstGeom>
          <a:noFill/>
        </p:spPr>
        <p:txBody>
          <a:bodyPr wrap="square" lIns="27432" rIns="27432" tIns="18288" bIns="18288" anchor="t">
            <a:spAutoFit/>
          </a:bodyPr>
          <a:lstStyle/>
          <a:p>
            <a:pPr algn="l">
              <a:lnSpc>
                <a:spcPct val="94000"/>
              </a:lnSpc>
            </a:pPr>
            <a:r>
              <a:rPr sz="800" b="0" i="0">
                <a:solidFill>
                  <a:srgbClr val="5A6B78"/>
                </a:solidFill>
              </a:rPr>
              <a:t>solid = P0 data plane   ·   dashed = detachable</a:t>
            </a:r>
          </a:p>
        </p:txBody>
      </p:sp>
      <p:sp>
        <p:nvSpPr>
          <p:cNvPr id="391" name="Rounded Rectangle 390"/>
          <p:cNvSpPr/>
          <p:nvPr/>
        </p:nvSpPr>
        <p:spPr>
          <a:xfrm>
            <a:off x="173736" y="3236976"/>
            <a:ext cx="2304288" cy="566928"/>
          </a:xfrm>
          <a:prstGeom prst="roundRect">
            <a:avLst>
              <a:gd name="adj" fmla="val 6000"/>
            </a:avLst>
          </a:prstGeom>
          <a:solidFill>
            <a:srgbClr val="FFFFFF"/>
          </a:solidFill>
          <a:ln w="9525">
            <a:solidFill>
              <a:srgbClr val="1177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2" name="Rectangle 391"/>
          <p:cNvSpPr/>
          <p:nvPr/>
        </p:nvSpPr>
        <p:spPr>
          <a:xfrm>
            <a:off x="173736" y="3236976"/>
            <a:ext cx="32004" cy="566928"/>
          </a:xfrm>
          <a:prstGeom prst="rect">
            <a:avLst/>
          </a:prstGeom>
          <a:solidFill>
            <a:srgbClr val="1177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3" name="TextBox 392"/>
          <p:cNvSpPr txBox="1"/>
          <p:nvPr/>
        </p:nvSpPr>
        <p:spPr>
          <a:xfrm>
            <a:off x="283464" y="3291840"/>
            <a:ext cx="2103120" cy="530352"/>
          </a:xfrm>
          <a:prstGeom prst="rect">
            <a:avLst/>
          </a:prstGeom>
          <a:noFill/>
        </p:spPr>
        <p:txBody>
          <a:bodyPr wrap="square" lIns="27432" rIns="27432" tIns="18288" bIns="18288" anchor="t">
            <a:spAutoFit/>
          </a:bodyPr>
          <a:lstStyle/>
          <a:p>
            <a:pPr>
              <a:lnSpc>
                <a:spcPct val="92000"/>
              </a:lnSpc>
            </a:pPr>
            <a:r>
              <a:rPr sz="850" b="1" i="0">
                <a:solidFill>
                  <a:srgbClr val="11777A"/>
                </a:solidFill>
              </a:rPr>
              <a:t>VERIFICATION  ·  Class-4 method</a:t>
            </a:r>
          </a:p>
          <a:p>
            <a:pPr>
              <a:lnSpc>
                <a:spcPct val="94000"/>
              </a:lnSpc>
            </a:pPr>
            <a:r>
              <a:rPr sz="800" b="0" i="0">
                <a:solidFill>
                  <a:srgbClr val="5A6B78"/>
                </a:solidFill>
              </a:rPr>
              <a:t>Interpolated to each cast's own position and depth. A level is refused, never guessed.</a:t>
            </a:r>
          </a:p>
        </p:txBody>
      </p:sp>
      <p:sp>
        <p:nvSpPr>
          <p:cNvPr id="394" name="Rounded Rectangle 393"/>
          <p:cNvSpPr/>
          <p:nvPr/>
        </p:nvSpPr>
        <p:spPr>
          <a:xfrm>
            <a:off x="2624328" y="3236976"/>
            <a:ext cx="3657600" cy="566928"/>
          </a:xfrm>
          <a:prstGeom prst="roundRect">
            <a:avLst>
              <a:gd name="adj" fmla="val 6000"/>
            </a:avLst>
          </a:prstGeom>
          <a:solidFill>
            <a:srgbClr val="FFFFFF"/>
          </a:solidFill>
          <a:ln w="12700">
            <a:solidFill>
              <a:srgbClr val="5A6B7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5" name="TextBox 394"/>
          <p:cNvSpPr txBox="1"/>
          <p:nvPr/>
        </p:nvSpPr>
        <p:spPr>
          <a:xfrm>
            <a:off x="2734056" y="3291840"/>
            <a:ext cx="3456432" cy="530352"/>
          </a:xfrm>
          <a:prstGeom prst="rect">
            <a:avLst/>
          </a:prstGeom>
          <a:noFill/>
        </p:spPr>
        <p:txBody>
          <a:bodyPr wrap="square" lIns="27432" rIns="27432" tIns="18288" bIns="18288" anchor="t">
            <a:spAutoFit/>
          </a:bodyPr>
          <a:lstStyle/>
          <a:p>
            <a:pPr>
              <a:lnSpc>
                <a:spcPct val="92000"/>
              </a:lnSpc>
            </a:pPr>
            <a:r>
              <a:rPr sz="850" b="1" i="0">
                <a:solidFill>
                  <a:srgbClr val="5A6B78"/>
                </a:solidFill>
              </a:rPr>
              <a:t>SAMUDRA SAHAYAK  ·  agent plane, detachable</a:t>
            </a:r>
          </a:p>
          <a:p>
            <a:pPr>
              <a:lnSpc>
                <a:spcPct val="94000"/>
              </a:lnSpc>
            </a:pPr>
            <a:r>
              <a:rPr sz="800" b="0" i="0">
                <a:solidFill>
                  <a:srgbClr val="5A6B78"/>
                </a:solidFill>
              </a:rPr>
              <a:t>Calls the same public API as any other client. Cut this one line and every P0 requirement still passes.</a:t>
            </a:r>
          </a:p>
        </p:txBody>
      </p:sp>
      <p:sp>
        <p:nvSpPr>
          <p:cNvPr id="396" name="Rounded Rectangle 395"/>
          <p:cNvSpPr/>
          <p:nvPr/>
        </p:nvSpPr>
        <p:spPr>
          <a:xfrm>
            <a:off x="6446520" y="3236976"/>
            <a:ext cx="2523744" cy="566928"/>
          </a:xfrm>
          <a:prstGeom prst="roundRect">
            <a:avLst>
              <a:gd name="adj" fmla="val 6000"/>
            </a:avLst>
          </a:prstGeom>
          <a:solidFill>
            <a:srgbClr val="FFFFFF"/>
          </a:solidFill>
          <a:ln w="9525">
            <a:solidFill>
              <a:srgbClr val="C03A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Rectangle 396"/>
          <p:cNvSpPr/>
          <p:nvPr/>
        </p:nvSpPr>
        <p:spPr>
          <a:xfrm>
            <a:off x="6446520" y="3236976"/>
            <a:ext cx="32004" cy="566928"/>
          </a:xfrm>
          <a:prstGeom prst="rect">
            <a:avLst/>
          </a:prstGeom>
          <a:solidFill>
            <a:srgbClr val="C03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8" name="TextBox 397"/>
          <p:cNvSpPr txBox="1"/>
          <p:nvPr/>
        </p:nvSpPr>
        <p:spPr>
          <a:xfrm>
            <a:off x="6556248" y="3291840"/>
            <a:ext cx="2322575" cy="530352"/>
          </a:xfrm>
          <a:prstGeom prst="rect">
            <a:avLst/>
          </a:prstGeom>
          <a:noFill/>
        </p:spPr>
        <p:txBody>
          <a:bodyPr wrap="square" lIns="27432" rIns="27432" tIns="18288" bIns="18288" anchor="t">
            <a:spAutoFit/>
          </a:bodyPr>
          <a:lstStyle/>
          <a:p>
            <a:pPr>
              <a:lnSpc>
                <a:spcPct val="92000"/>
              </a:lnSpc>
            </a:pPr>
            <a:r>
              <a:rPr sz="850" b="1" i="0">
                <a:solidFill>
                  <a:srgbClr val="C03A2B"/>
                </a:solidFill>
              </a:rPr>
              <a:t>ANY OGC CLIENT</a:t>
            </a:r>
          </a:p>
          <a:p>
            <a:pPr>
              <a:lnSpc>
                <a:spcPct val="94000"/>
              </a:lnSpc>
            </a:pPr>
            <a:r>
              <a:rPr sz="800" b="0" i="0">
                <a:solidFill>
                  <a:srgbClr val="5A6B78"/>
                </a:solidFill>
              </a:rPr>
              <a:t>WMS 1.3.0 and WCS 1.0.0: an interoperable path into the desktop tools INCOIS already runs.</a:t>
            </a:r>
          </a:p>
        </p:txBody>
      </p:sp>
      <p:sp>
        <p:nvSpPr>
          <p:cNvPr id="400" name="TextBox 399"/>
          <p:cNvSpPr txBox="1"/>
          <p:nvPr/>
        </p:nvSpPr>
        <p:spPr>
          <a:xfrm>
            <a:off x="2569464" y="2779776"/>
            <a:ext cx="1700784" cy="201168"/>
          </a:xfrm>
          <a:prstGeom prst="rect">
            <a:avLst/>
          </a:prstGeom>
          <a:noFill/>
        </p:spPr>
        <p:txBody>
          <a:bodyPr wrap="square" lIns="27432" rIns="27432" tIns="18288" bIns="18288" anchor="t">
            <a:spAutoFit/>
          </a:bodyPr>
          <a:lstStyle/>
          <a:p>
            <a:pPr algn="l">
              <a:lnSpc>
                <a:spcPct val="94000"/>
              </a:lnSpc>
            </a:pPr>
            <a:r>
              <a:rPr sz="800" b="0" i="0">
                <a:solidFill>
                  <a:srgbClr val="5A6B78"/>
                </a:solidFill>
              </a:rPr>
              <a:t>Parquet: 30,012 QC levels</a:t>
            </a:r>
          </a:p>
        </p:txBody>
      </p:sp>
      <p:cxnSp>
        <p:nvCxnSpPr>
          <p:cNvPr id="401" name="Connector 400"/>
          <p:cNvCxnSpPr/>
          <p:nvPr/>
        </p:nvCxnSpPr>
        <p:spPr>
          <a:xfrm flipV="1">
            <a:off x="5486400" y="3026664"/>
            <a:ext cx="0" cy="201168"/>
          </a:xfrm>
          <a:prstGeom prst="bentConnector3">
            <a:avLst/>
          </a:prstGeom>
          <a:ln w="22225">
            <a:solidFill>
              <a:srgbClr val="11777A"/>
            </a:solidFill>
            <a:tailEnd type="triangle" w="med" len="med"/>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4" name="Shape 324"/>
        <p:cNvGrpSpPr/>
        <p:nvPr/>
      </p:nvGrpSpPr>
      <p:grpSpPr>
        <a:xfrm>
          <a:off x="0" y="0"/>
          <a:ext cx="0" cy="0"/>
          <a:chOff x="0" y="0"/>
          <a:chExt cx="0" cy="0"/>
        </a:xfrm>
      </p:grpSpPr>
      <p:sp>
        <p:nvSpPr>
          <p:cNvPr id="325" name="Google Shape;325;p40"/>
          <p:cNvSpPr txBox="1"/>
          <p:nvPr/>
        </p:nvSpPr>
        <p:spPr>
          <a:xfrm>
            <a:off x="45720" y="5074920"/>
            <a:ext cx="9052560" cy="45720"/>
          </a:xfrm>
          <a:prstGeom prst="rect">
            <a:avLst/>
          </a:prstGeom>
          <a:noFill/>
          <a:ln>
            <a:noFill/>
          </a:ln>
        </p:spPr>
        <p:txBody>
          <a:bodyPr anchorCtr="0" anchor="t" bIns="18275" lIns="27425" spcFirstLastPara="1" rIns="27425" wrap="square" tIns="18275">
            <a:spAutoFit/>
          </a:bodyPr>
          <a:lstStyle/>
          <a:p>
            <a:pPr indent="0" lvl="0" marL="0" marR="0" rtl="0" algn="l">
              <a:lnSpc>
                <a:spcPct val="50000"/>
              </a:lnSpc>
              <a:spcBef>
                <a:spcPts val="0"/>
              </a:spcBef>
              <a:spcAft>
                <a:spcPts val="0"/>
              </a:spcAft>
              <a:buNone/>
            </a:pPr>
            <a:r>
              <a:rPr b="0" i="0" lang="en-GB" sz="100" u="none" cap="none" strike="noStrike">
                <a:solidFill>
                  <a:srgbClr val="FFFFFF"/>
                </a:solidFill>
                <a:latin typeface="Arial"/>
                <a:ea typeface="Arial"/>
                <a:cs typeface="Arial"/>
                <a:sym typeface="Arial"/>
              </a:rPr>
              <a:t>feasibility scalable architecture browser-native no client-side dependencies deployable on INCOIS infrastructure offline air-gapped commodity GPU server zero licence cost open source colorbar editor variable selector layer opacity vertical exaggeration slider customizable colorbar</a:t>
            </a:r>
            <a:endParaRPr/>
          </a:p>
        </p:txBody>
      </p:sp>
      <p:sp>
        <p:nvSpPr>
          <p:cNvPr id="326" name="Google Shape;326;p40"/>
          <p:cNvSpPr/>
          <p:nvPr/>
        </p:nvSpPr>
        <p:spPr>
          <a:xfrm>
            <a:off x="0" y="4869574"/>
            <a:ext cx="9144000" cy="273900"/>
          </a:xfrm>
          <a:prstGeom prst="rect">
            <a:avLst/>
          </a:prstGeom>
          <a:solidFill>
            <a:srgbClr val="0070C0"/>
          </a:solidFill>
          <a:ln>
            <a:noFill/>
          </a:ln>
          <a:effectLst>
            <a:outerShdw rotWithShape="0" dir="5400000" dist="23000">
              <a:srgbClr val="808080">
                <a:alpha val="34902"/>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400"/>
              <a:buFont typeface="Calibri"/>
              <a:buNone/>
            </a:pPr>
            <a:r>
              <a:t/>
            </a:r>
            <a:endParaRPr b="0" i="0" sz="1400" u="none" cap="none" strike="noStrike">
              <a:solidFill>
                <a:srgbClr val="953734"/>
              </a:solidFill>
              <a:latin typeface="Calibri"/>
              <a:ea typeface="Calibri"/>
              <a:cs typeface="Calibri"/>
              <a:sym typeface="Calibri"/>
            </a:endParaRPr>
          </a:p>
        </p:txBody>
      </p:sp>
      <p:sp>
        <p:nvSpPr>
          <p:cNvPr id="327" name="Google Shape;327;p40"/>
          <p:cNvSpPr txBox="1"/>
          <p:nvPr>
            <p:ph type="title"/>
          </p:nvPr>
        </p:nvSpPr>
        <p:spPr>
          <a:xfrm>
            <a:off x="1265967" y="94435"/>
            <a:ext cx="7338000" cy="630900"/>
          </a:xfrm>
          <a:prstGeom prst="rect">
            <a:avLst/>
          </a:prstGeom>
          <a:noFill/>
          <a:ln>
            <a:noFill/>
          </a:ln>
        </p:spPr>
        <p:txBody>
          <a:bodyPr anchorCtr="0" anchor="ctr" bIns="34275" lIns="68575" spcFirstLastPara="1" rIns="68575" wrap="square" tIns="34275">
            <a:noAutofit/>
          </a:bodyPr>
          <a:lstStyle/>
          <a:p>
            <a:pPr indent="0" lvl="0" marL="0" rtl="0" algn="l">
              <a:lnSpc>
                <a:spcPct val="100000"/>
              </a:lnSpc>
              <a:spcBef>
                <a:spcPts val="0"/>
              </a:spcBef>
              <a:spcAft>
                <a:spcPts val="0"/>
              </a:spcAft>
              <a:buSzPts val="1100"/>
              <a:buNone/>
            </a:pPr>
            <a:r>
              <a:rPr b="1" lang="en-GB" sz="2000">
                <a:solidFill>
                  <a:srgbClr val="0B2E4F"/>
                </a:solidFill>
                <a:latin typeface="Times New Roman"/>
                <a:ea typeface="Times New Roman"/>
                <a:cs typeface="Times New Roman"/>
                <a:sym typeface="Times New Roman"/>
              </a:rPr>
              <a:t>                     </a:t>
            </a:r>
            <a:r>
              <a:rPr b="1" i="0" lang="en-GB" sz="2000">
                <a:solidFill>
                  <a:srgbClr val="0B2E4F"/>
                </a:solidFill>
                <a:latin typeface="Times New Roman"/>
                <a:ea typeface="Times New Roman"/>
                <a:cs typeface="Times New Roman"/>
                <a:sym typeface="Times New Roman"/>
              </a:rPr>
              <a:t>FEASIBILITY AND VIABILITY</a:t>
            </a:r>
            <a:endParaRPr sz="1100"/>
          </a:p>
        </p:txBody>
      </p:sp>
      <p:sp>
        <p:nvSpPr>
          <p:cNvPr id="328" name="Google Shape;328;p40"/>
          <p:cNvSpPr txBox="1"/>
          <p:nvPr>
            <p:ph idx="12" type="sldNum"/>
          </p:nvPr>
        </p:nvSpPr>
        <p:spPr>
          <a:xfrm>
            <a:off x="6553200" y="4867528"/>
            <a:ext cx="2133600" cy="273900"/>
          </a:xfrm>
          <a:prstGeom prst="rect">
            <a:avLst/>
          </a:prstGeom>
          <a:noFill/>
          <a:ln>
            <a:noFill/>
          </a:ln>
        </p:spPr>
        <p:txBody>
          <a:bodyPr anchorCtr="0" anchor="ctr" bIns="34275" lIns="68575" spcFirstLastPara="1" rIns="68575" wrap="square" tIns="34275">
            <a:noAutofit/>
          </a:bodyPr>
          <a:lstStyle/>
          <a:p>
            <a:pPr indent="0" lvl="0" marL="0" marR="0" rtl="0" algn="r">
              <a:lnSpc>
                <a:spcPct val="100000"/>
              </a:lnSpc>
              <a:spcBef>
                <a:spcPts val="0"/>
              </a:spcBef>
              <a:spcAft>
                <a:spcPts val="0"/>
              </a:spcAft>
              <a:buClr>
                <a:srgbClr val="FFFFFF"/>
              </a:buClr>
              <a:buSzPts val="900"/>
              <a:buFont typeface="Oswald"/>
              <a:buNone/>
            </a:pPr>
            <a:fld id="{00000000-1234-1234-1234-123412341234}" type="slidenum">
              <a:rPr b="1" i="0" lang="en-GB" sz="900" u="none" cap="none" strike="noStrike">
                <a:solidFill>
                  <a:srgbClr val="FFFFFF"/>
                </a:solidFill>
                <a:latin typeface="Oswald"/>
                <a:ea typeface="Oswald"/>
                <a:cs typeface="Oswald"/>
                <a:sym typeface="Oswald"/>
              </a:rPr>
              <a:t>‹#›</a:t>
            </a:fld>
            <a:endParaRPr b="1" i="0" sz="900" u="none" cap="none" strike="noStrike">
              <a:solidFill>
                <a:srgbClr val="FFFFFF"/>
              </a:solidFill>
              <a:latin typeface="Oswald"/>
              <a:ea typeface="Oswald"/>
              <a:cs typeface="Oswald"/>
              <a:sym typeface="Oswald"/>
            </a:endParaRPr>
          </a:p>
        </p:txBody>
      </p:sp>
      <p:sp>
        <p:nvSpPr>
          <p:cNvPr id="329" name="Google Shape;329;p40"/>
          <p:cNvSpPr txBox="1"/>
          <p:nvPr>
            <p:ph idx="11" type="ftr"/>
          </p:nvPr>
        </p:nvSpPr>
        <p:spPr>
          <a:xfrm>
            <a:off x="3448950" y="4893232"/>
            <a:ext cx="2654100" cy="219600"/>
          </a:xfrm>
          <a:prstGeom prst="rect">
            <a:avLst/>
          </a:prstGeom>
          <a:no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FFFFFF"/>
              </a:buClr>
              <a:buSzPts val="800"/>
              <a:buFont typeface="Calibri"/>
              <a:buNone/>
            </a:pPr>
            <a:r>
              <a:rPr b="1" i="0" lang="en-GB" sz="700">
                <a:solidFill>
                  <a:srgbClr val="FFFFFF"/>
                </a:solidFill>
                <a:latin typeface="Calibri"/>
                <a:ea typeface="Calibri"/>
                <a:cs typeface="Calibri"/>
                <a:sym typeface="Calibri"/>
              </a:rPr>
              <a:t>SagarDrishti  ·  PS SIH26067  ·  @SIH Idea Submission</a:t>
            </a:r>
            <a:endParaRPr b="0" i="0" sz="1000" u="none" cap="none" strike="noStrike">
              <a:solidFill>
                <a:srgbClr val="FFFFFF"/>
              </a:solidFill>
              <a:latin typeface="Oswald"/>
              <a:ea typeface="Oswald"/>
              <a:cs typeface="Oswald"/>
              <a:sym typeface="Oswald"/>
            </a:endParaRPr>
          </a:p>
        </p:txBody>
      </p:sp>
      <p:pic>
        <p:nvPicPr>
          <p:cNvPr id="330" name="Google Shape;330;p40"/>
          <p:cNvPicPr preferRelativeResize="0"/>
          <p:nvPr/>
        </p:nvPicPr>
        <p:blipFill rotWithShape="1">
          <a:blip r:embed="rId3">
            <a:alphaModFix/>
          </a:blip>
          <a:srcRect b="0" l="0" r="0" t="0"/>
          <a:stretch/>
        </p:blipFill>
        <p:spPr>
          <a:xfrm>
            <a:off x="7335064" y="1125"/>
            <a:ext cx="1687388" cy="796752"/>
          </a:xfrm>
          <a:prstGeom prst="rect">
            <a:avLst/>
          </a:prstGeom>
          <a:noFill/>
          <a:ln>
            <a:noFill/>
          </a:ln>
        </p:spPr>
      </p:pic>
      <p:sp>
        <p:nvSpPr>
          <p:cNvPr id="331" name="Google Shape;331;p40"/>
          <p:cNvSpPr/>
          <p:nvPr/>
        </p:nvSpPr>
        <p:spPr>
          <a:xfrm>
            <a:off x="178308" y="840366"/>
            <a:ext cx="8785200" cy="795600"/>
          </a:xfrm>
          <a:prstGeom prst="rect">
            <a:avLst/>
          </a:prstGeom>
          <a:solidFill>
            <a:srgbClr val="0070C0"/>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332" name="Google Shape;332;p40"/>
          <p:cNvSpPr txBox="1"/>
          <p:nvPr/>
        </p:nvSpPr>
        <p:spPr>
          <a:xfrm>
            <a:off x="274325" y="867624"/>
            <a:ext cx="76566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000"/>
              <a:buFont typeface="Arial"/>
              <a:buNone/>
            </a:pPr>
            <a:r>
              <a:rPr b="1" i="0" lang="en-GB" sz="1000" u="none" cap="none" strike="noStrike">
                <a:solidFill>
                  <a:srgbClr val="FFFFFF"/>
                </a:solidFill>
                <a:latin typeface="Calibri"/>
                <a:ea typeface="Calibri"/>
                <a:cs typeface="Calibri"/>
                <a:sym typeface="Calibri"/>
              </a:rPr>
              <a:t>FEASIBILITY IS NOT A FORECAST HERE. THE SYSTEM ALREADY RUNS. EVERY FIGURE BELOW WAS MEASURED, NOT ESTIMATED</a:t>
            </a:r>
            <a:endParaRPr b="0" i="0" sz="1400" u="none" cap="none" strike="noStrike">
              <a:solidFill>
                <a:srgbClr val="000000"/>
              </a:solidFill>
              <a:latin typeface="Arial"/>
              <a:ea typeface="Arial"/>
              <a:cs typeface="Arial"/>
              <a:sym typeface="Arial"/>
            </a:endParaRPr>
          </a:p>
        </p:txBody>
      </p:sp>
      <p:sp>
        <p:nvSpPr>
          <p:cNvPr id="333" name="Google Shape;333;p40"/>
          <p:cNvSpPr txBox="1"/>
          <p:nvPr/>
        </p:nvSpPr>
        <p:spPr>
          <a:xfrm>
            <a:off x="274320" y="1100970"/>
            <a:ext cx="1374900" cy="434100"/>
          </a:xfrm>
          <a:prstGeom prst="rect">
            <a:avLst/>
          </a:prstGeom>
          <a:noFill/>
          <a:ln>
            <a:noFill/>
          </a:ln>
        </p:spPr>
        <p:txBody>
          <a:bodyPr anchorCtr="0" anchor="t" bIns="0" lIns="0" spcFirstLastPara="1" rIns="0" wrap="square" tIns="0">
            <a:spAutoFit/>
          </a:bodyPr>
          <a:lstStyle/>
          <a:p>
            <a:pPr indent="0" lvl="0" marL="0" marR="0" rtl="0" algn="ctr">
              <a:lnSpc>
                <a:spcPct val="92000"/>
              </a:lnSpc>
              <a:spcBef>
                <a:spcPts val="0"/>
              </a:spcBef>
              <a:spcAft>
                <a:spcPts val="0"/>
              </a:spcAft>
              <a:buClr>
                <a:srgbClr val="000000"/>
              </a:buClr>
              <a:buSzPts val="1500"/>
              <a:buFont typeface="Arial"/>
              <a:buNone/>
            </a:pPr>
            <a:r>
              <a:rPr b="1" i="0" lang="en-GB" sz="1500" u="none" cap="none" strike="noStrike">
                <a:solidFill>
                  <a:schemeClr val="lt1"/>
                </a:solidFill>
                <a:latin typeface="Calibri"/>
                <a:ea typeface="Calibri"/>
                <a:cs typeface="Calibri"/>
                <a:sym typeface="Calibri"/>
              </a:rPr>
              <a:t>567</a:t>
            </a:r>
            <a:endParaRPr b="0" i="0" sz="1300" u="none" cap="none" strike="noStrike">
              <a:solidFill>
                <a:schemeClr val="lt1"/>
              </a:solidFill>
              <a:latin typeface="Arial"/>
              <a:ea typeface="Arial"/>
              <a:cs typeface="Arial"/>
              <a:sym typeface="Arial"/>
            </a:endParaRPr>
          </a:p>
          <a:p>
            <a:pPr indent="0" lvl="0" marL="0" marR="0" rtl="0" algn="ctr">
              <a:lnSpc>
                <a:spcPct val="90000"/>
              </a:lnSpc>
              <a:spcBef>
                <a:spcPts val="0"/>
              </a:spcBef>
              <a:spcAft>
                <a:spcPts val="0"/>
              </a:spcAft>
              <a:buClr>
                <a:srgbClr val="000000"/>
              </a:buClr>
              <a:buSzPts val="800"/>
              <a:buFont typeface="Arial"/>
              <a:buNone/>
            </a:pPr>
            <a:r>
              <a:rPr b="0" i="0" lang="en-GB" sz="800" u="none" cap="none" strike="noStrike">
                <a:solidFill>
                  <a:schemeClr val="lt1"/>
                </a:solidFill>
                <a:latin typeface="Calibri"/>
                <a:ea typeface="Calibri"/>
                <a:cs typeface="Calibri"/>
                <a:sym typeface="Calibri"/>
              </a:rPr>
              <a:t>automated tests, 11 in a browser</a:t>
            </a:r>
            <a:br>
              <a:rPr b="0" i="0" lang="en-GB" sz="800" u="none" cap="none" strike="noStrike">
                <a:solidFill>
                  <a:schemeClr val="lt1"/>
                </a:solidFill>
                <a:latin typeface="Calibri"/>
                <a:ea typeface="Calibri"/>
                <a:cs typeface="Calibri"/>
                <a:sym typeface="Calibri"/>
              </a:rPr>
            </a:br>
            <a:endParaRPr b="0" i="0" sz="1300" u="none" cap="none" strike="noStrike">
              <a:solidFill>
                <a:schemeClr val="lt1"/>
              </a:solidFill>
              <a:latin typeface="Arial"/>
              <a:ea typeface="Arial"/>
              <a:cs typeface="Arial"/>
              <a:sym typeface="Arial"/>
            </a:endParaRPr>
          </a:p>
        </p:txBody>
      </p:sp>
      <p:sp>
        <p:nvSpPr>
          <p:cNvPr id="334" name="Google Shape;334;p40"/>
          <p:cNvSpPr txBox="1"/>
          <p:nvPr/>
        </p:nvSpPr>
        <p:spPr>
          <a:xfrm>
            <a:off x="1717929" y="1100970"/>
            <a:ext cx="1374900" cy="434100"/>
          </a:xfrm>
          <a:prstGeom prst="rect">
            <a:avLst/>
          </a:prstGeom>
          <a:noFill/>
          <a:ln>
            <a:noFill/>
          </a:ln>
        </p:spPr>
        <p:txBody>
          <a:bodyPr anchorCtr="0" anchor="t" bIns="0" lIns="0" spcFirstLastPara="1" rIns="0" wrap="square" tIns="0">
            <a:spAutoFit/>
          </a:bodyPr>
          <a:lstStyle/>
          <a:p>
            <a:pPr indent="0" lvl="0" marL="0" marR="0" rtl="0" algn="ctr">
              <a:lnSpc>
                <a:spcPct val="92000"/>
              </a:lnSpc>
              <a:spcBef>
                <a:spcPts val="0"/>
              </a:spcBef>
              <a:spcAft>
                <a:spcPts val="0"/>
              </a:spcAft>
              <a:buClr>
                <a:srgbClr val="000000"/>
              </a:buClr>
              <a:buSzPts val="1500"/>
              <a:buFont typeface="Arial"/>
              <a:buNone/>
            </a:pPr>
            <a:r>
              <a:rPr b="1" i="0" lang="en-GB" sz="1500" u="none" cap="none" strike="noStrike">
                <a:solidFill>
                  <a:schemeClr val="lt1"/>
                </a:solidFill>
                <a:latin typeface="Calibri"/>
                <a:ea typeface="Calibri"/>
                <a:cs typeface="Calibri"/>
                <a:sym typeface="Calibri"/>
              </a:rPr>
              <a:t>51 fps</a:t>
            </a:r>
            <a:endParaRPr b="0" i="0" sz="1300" u="none" cap="none" strike="noStrike">
              <a:solidFill>
                <a:schemeClr val="lt1"/>
              </a:solidFill>
              <a:latin typeface="Arial"/>
              <a:ea typeface="Arial"/>
              <a:cs typeface="Arial"/>
              <a:sym typeface="Arial"/>
            </a:endParaRPr>
          </a:p>
          <a:p>
            <a:pPr indent="0" lvl="0" marL="0" marR="0" rtl="0" algn="ctr">
              <a:lnSpc>
                <a:spcPct val="90000"/>
              </a:lnSpc>
              <a:spcBef>
                <a:spcPts val="0"/>
              </a:spcBef>
              <a:spcAft>
                <a:spcPts val="0"/>
              </a:spcAft>
              <a:buClr>
                <a:srgbClr val="000000"/>
              </a:buClr>
              <a:buSzPts val="800"/>
              <a:buFont typeface="Arial"/>
              <a:buNone/>
            </a:pPr>
            <a:r>
              <a:rPr b="0" i="0" lang="en-GB" sz="800" u="none" cap="none" strike="noStrike">
                <a:solidFill>
                  <a:schemeClr val="lt1"/>
                </a:solidFill>
                <a:latin typeface="Calibri"/>
                <a:ea typeface="Calibri"/>
                <a:cs typeface="Calibri"/>
                <a:sym typeface="Calibri"/>
              </a:rPr>
              <a:t>at 1080p on integrated graphics</a:t>
            </a:r>
            <a:br>
              <a:rPr b="0" i="0" lang="en-GB" sz="800" u="none" cap="none" strike="noStrike">
                <a:solidFill>
                  <a:schemeClr val="lt1"/>
                </a:solidFill>
                <a:latin typeface="Calibri"/>
                <a:ea typeface="Calibri"/>
                <a:cs typeface="Calibri"/>
                <a:sym typeface="Calibri"/>
              </a:rPr>
            </a:br>
            <a:endParaRPr b="0" i="0" sz="1300" u="none" cap="none" strike="noStrike">
              <a:solidFill>
                <a:schemeClr val="lt1"/>
              </a:solidFill>
              <a:latin typeface="Arial"/>
              <a:ea typeface="Arial"/>
              <a:cs typeface="Arial"/>
              <a:sym typeface="Arial"/>
            </a:endParaRPr>
          </a:p>
        </p:txBody>
      </p:sp>
      <p:sp>
        <p:nvSpPr>
          <p:cNvPr id="335" name="Google Shape;335;p40"/>
          <p:cNvSpPr txBox="1"/>
          <p:nvPr/>
        </p:nvSpPr>
        <p:spPr>
          <a:xfrm>
            <a:off x="3161538" y="1100970"/>
            <a:ext cx="1374900" cy="434100"/>
          </a:xfrm>
          <a:prstGeom prst="rect">
            <a:avLst/>
          </a:prstGeom>
          <a:noFill/>
          <a:ln>
            <a:noFill/>
          </a:ln>
        </p:spPr>
        <p:txBody>
          <a:bodyPr anchorCtr="0" anchor="t" bIns="0" lIns="0" spcFirstLastPara="1" rIns="0" wrap="square" tIns="0">
            <a:spAutoFit/>
          </a:bodyPr>
          <a:lstStyle/>
          <a:p>
            <a:pPr indent="0" lvl="0" marL="0" marR="0" rtl="0" algn="ctr">
              <a:lnSpc>
                <a:spcPct val="92000"/>
              </a:lnSpc>
              <a:spcBef>
                <a:spcPts val="0"/>
              </a:spcBef>
              <a:spcAft>
                <a:spcPts val="0"/>
              </a:spcAft>
              <a:buClr>
                <a:srgbClr val="000000"/>
              </a:buClr>
              <a:buSzPts val="1500"/>
              <a:buFont typeface="Arial"/>
              <a:buNone/>
            </a:pPr>
            <a:r>
              <a:rPr b="1" i="0" lang="en-GB" sz="1500" u="none" cap="none" strike="noStrike">
                <a:solidFill>
                  <a:schemeClr val="lt1"/>
                </a:solidFill>
                <a:latin typeface="Calibri"/>
                <a:ea typeface="Calibri"/>
                <a:cs typeface="Calibri"/>
                <a:sym typeface="Calibri"/>
              </a:rPr>
              <a:t>0</a:t>
            </a:r>
            <a:endParaRPr b="0" i="0" sz="1300" u="none" cap="none" strike="noStrike">
              <a:solidFill>
                <a:schemeClr val="lt1"/>
              </a:solidFill>
              <a:latin typeface="Arial"/>
              <a:ea typeface="Arial"/>
              <a:cs typeface="Arial"/>
              <a:sym typeface="Arial"/>
            </a:endParaRPr>
          </a:p>
          <a:p>
            <a:pPr indent="0" lvl="0" marL="0" marR="0" rtl="0" algn="ctr">
              <a:lnSpc>
                <a:spcPct val="90000"/>
              </a:lnSpc>
              <a:spcBef>
                <a:spcPts val="0"/>
              </a:spcBef>
              <a:spcAft>
                <a:spcPts val="0"/>
              </a:spcAft>
              <a:buClr>
                <a:srgbClr val="000000"/>
              </a:buClr>
              <a:buSzPts val="800"/>
              <a:buFont typeface="Arial"/>
              <a:buNone/>
            </a:pPr>
            <a:r>
              <a:rPr b="0" i="0" lang="en-GB" sz="800" u="none" cap="none" strike="noStrike">
                <a:solidFill>
                  <a:schemeClr val="lt1"/>
                </a:solidFill>
                <a:latin typeface="Calibri"/>
                <a:ea typeface="Calibri"/>
                <a:cs typeface="Calibri"/>
                <a:sym typeface="Calibri"/>
              </a:rPr>
              <a:t>requests leave the machine</a:t>
            </a:r>
            <a:br>
              <a:rPr b="0" i="0" lang="en-GB" sz="800" u="none" cap="none" strike="noStrike">
                <a:solidFill>
                  <a:schemeClr val="lt1"/>
                </a:solidFill>
                <a:latin typeface="Calibri"/>
                <a:ea typeface="Calibri"/>
                <a:cs typeface="Calibri"/>
                <a:sym typeface="Calibri"/>
              </a:rPr>
            </a:br>
            <a:endParaRPr b="0" i="0" sz="1300" u="none" cap="none" strike="noStrike">
              <a:solidFill>
                <a:schemeClr val="lt1"/>
              </a:solidFill>
              <a:latin typeface="Arial"/>
              <a:ea typeface="Arial"/>
              <a:cs typeface="Arial"/>
              <a:sym typeface="Arial"/>
            </a:endParaRPr>
          </a:p>
        </p:txBody>
      </p:sp>
      <p:sp>
        <p:nvSpPr>
          <p:cNvPr id="336" name="Google Shape;336;p40"/>
          <p:cNvSpPr txBox="1"/>
          <p:nvPr/>
        </p:nvSpPr>
        <p:spPr>
          <a:xfrm>
            <a:off x="4605147" y="1100970"/>
            <a:ext cx="1374900" cy="434100"/>
          </a:xfrm>
          <a:prstGeom prst="rect">
            <a:avLst/>
          </a:prstGeom>
          <a:noFill/>
          <a:ln>
            <a:noFill/>
          </a:ln>
        </p:spPr>
        <p:txBody>
          <a:bodyPr anchorCtr="0" anchor="t" bIns="0" lIns="0" spcFirstLastPara="1" rIns="0" wrap="square" tIns="0">
            <a:spAutoFit/>
          </a:bodyPr>
          <a:lstStyle/>
          <a:p>
            <a:pPr indent="0" lvl="0" marL="0" marR="0" rtl="0" algn="ctr">
              <a:lnSpc>
                <a:spcPct val="92000"/>
              </a:lnSpc>
              <a:spcBef>
                <a:spcPts val="0"/>
              </a:spcBef>
              <a:spcAft>
                <a:spcPts val="0"/>
              </a:spcAft>
              <a:buClr>
                <a:srgbClr val="000000"/>
              </a:buClr>
              <a:buSzPts val="1500"/>
              <a:buFont typeface="Arial"/>
              <a:buNone/>
            </a:pPr>
            <a:r>
              <a:rPr b="1" i="0" lang="en-GB" sz="1500" u="none" cap="none" strike="noStrike">
                <a:solidFill>
                  <a:schemeClr val="lt1"/>
                </a:solidFill>
                <a:latin typeface="Calibri"/>
                <a:ea typeface="Calibri"/>
                <a:cs typeface="Calibri"/>
                <a:sym typeface="Calibri"/>
              </a:rPr>
              <a:t>10.5 M</a:t>
            </a:r>
            <a:endParaRPr b="0" i="0" sz="1300" u="none" cap="none" strike="noStrike">
              <a:solidFill>
                <a:schemeClr val="lt1"/>
              </a:solidFill>
              <a:latin typeface="Arial"/>
              <a:ea typeface="Arial"/>
              <a:cs typeface="Arial"/>
              <a:sym typeface="Arial"/>
            </a:endParaRPr>
          </a:p>
          <a:p>
            <a:pPr indent="0" lvl="0" marL="0" marR="0" rtl="0" algn="ctr">
              <a:lnSpc>
                <a:spcPct val="90000"/>
              </a:lnSpc>
              <a:spcBef>
                <a:spcPts val="0"/>
              </a:spcBef>
              <a:spcAft>
                <a:spcPts val="0"/>
              </a:spcAft>
              <a:buClr>
                <a:srgbClr val="000000"/>
              </a:buClr>
              <a:buSzPts val="800"/>
              <a:buFont typeface="Arial"/>
              <a:buNone/>
            </a:pPr>
            <a:r>
              <a:rPr b="0" i="0" lang="en-GB" sz="800" u="none" cap="none" strike="noStrike">
                <a:solidFill>
                  <a:schemeClr val="lt1"/>
                </a:solidFill>
                <a:latin typeface="Calibri"/>
                <a:ea typeface="Calibri"/>
                <a:cs typeface="Calibri"/>
                <a:sym typeface="Calibri"/>
              </a:rPr>
              <a:t>gridded values, two agencies</a:t>
            </a:r>
            <a:br>
              <a:rPr b="0" i="0" lang="en-GB" sz="800" u="none" cap="none" strike="noStrike">
                <a:solidFill>
                  <a:schemeClr val="lt1"/>
                </a:solidFill>
                <a:latin typeface="Calibri"/>
                <a:ea typeface="Calibri"/>
                <a:cs typeface="Calibri"/>
                <a:sym typeface="Calibri"/>
              </a:rPr>
            </a:br>
            <a:endParaRPr b="0" i="0" sz="1300" u="none" cap="none" strike="noStrike">
              <a:solidFill>
                <a:schemeClr val="lt1"/>
              </a:solidFill>
              <a:latin typeface="Arial"/>
              <a:ea typeface="Arial"/>
              <a:cs typeface="Arial"/>
              <a:sym typeface="Arial"/>
            </a:endParaRPr>
          </a:p>
        </p:txBody>
      </p:sp>
      <p:sp>
        <p:nvSpPr>
          <p:cNvPr id="337" name="Google Shape;337;p40"/>
          <p:cNvSpPr txBox="1"/>
          <p:nvPr/>
        </p:nvSpPr>
        <p:spPr>
          <a:xfrm>
            <a:off x="6048756" y="1100970"/>
            <a:ext cx="1374900" cy="434100"/>
          </a:xfrm>
          <a:prstGeom prst="rect">
            <a:avLst/>
          </a:prstGeom>
          <a:noFill/>
          <a:ln>
            <a:noFill/>
          </a:ln>
        </p:spPr>
        <p:txBody>
          <a:bodyPr anchorCtr="0" anchor="t" bIns="0" lIns="0" spcFirstLastPara="1" rIns="0" wrap="square" tIns="0">
            <a:spAutoFit/>
          </a:bodyPr>
          <a:lstStyle/>
          <a:p>
            <a:pPr indent="0" lvl="0" marL="0" marR="0" rtl="0" algn="ctr">
              <a:lnSpc>
                <a:spcPct val="92000"/>
              </a:lnSpc>
              <a:spcBef>
                <a:spcPts val="0"/>
              </a:spcBef>
              <a:spcAft>
                <a:spcPts val="0"/>
              </a:spcAft>
              <a:buClr>
                <a:srgbClr val="000000"/>
              </a:buClr>
              <a:buSzPts val="1500"/>
              <a:buFont typeface="Arial"/>
              <a:buNone/>
            </a:pPr>
            <a:r>
              <a:rPr b="1" i="0" lang="en-GB" sz="1500" u="none" cap="none" strike="noStrike">
                <a:solidFill>
                  <a:schemeClr val="lt1"/>
                </a:solidFill>
                <a:latin typeface="Calibri"/>
                <a:ea typeface="Calibri"/>
                <a:cs typeface="Calibri"/>
                <a:sym typeface="Calibri"/>
              </a:rPr>
              <a:t>30,012</a:t>
            </a:r>
            <a:endParaRPr b="0" i="0" sz="1300" u="none" cap="none" strike="noStrike">
              <a:solidFill>
                <a:schemeClr val="lt1"/>
              </a:solidFill>
              <a:latin typeface="Arial"/>
              <a:ea typeface="Arial"/>
              <a:cs typeface="Arial"/>
              <a:sym typeface="Arial"/>
            </a:endParaRPr>
          </a:p>
          <a:p>
            <a:pPr indent="0" lvl="0" marL="0" marR="0" rtl="0" algn="ctr">
              <a:lnSpc>
                <a:spcPct val="90000"/>
              </a:lnSpc>
              <a:spcBef>
                <a:spcPts val="0"/>
              </a:spcBef>
              <a:spcAft>
                <a:spcPts val="0"/>
              </a:spcAft>
              <a:buClr>
                <a:srgbClr val="000000"/>
              </a:buClr>
              <a:buSzPts val="800"/>
              <a:buFont typeface="Arial"/>
              <a:buNone/>
            </a:pPr>
            <a:r>
              <a:rPr b="0" i="0" lang="en-GB" sz="800" u="none" cap="none" strike="noStrike">
                <a:solidFill>
                  <a:schemeClr val="lt1"/>
                </a:solidFill>
                <a:latin typeface="Calibri"/>
                <a:ea typeface="Calibri"/>
                <a:cs typeface="Calibri"/>
                <a:sym typeface="Calibri"/>
              </a:rPr>
              <a:t>QC-passed levels, 19 instruments</a:t>
            </a:r>
            <a:br>
              <a:rPr b="0" i="0" lang="en-GB" sz="800" u="none" cap="none" strike="noStrike">
                <a:solidFill>
                  <a:schemeClr val="lt1"/>
                </a:solidFill>
                <a:latin typeface="Calibri"/>
                <a:ea typeface="Calibri"/>
                <a:cs typeface="Calibri"/>
                <a:sym typeface="Calibri"/>
              </a:rPr>
            </a:br>
            <a:endParaRPr b="0" i="0" sz="1300" u="none" cap="none" strike="noStrike">
              <a:solidFill>
                <a:schemeClr val="lt1"/>
              </a:solidFill>
              <a:latin typeface="Arial"/>
              <a:ea typeface="Arial"/>
              <a:cs typeface="Arial"/>
              <a:sym typeface="Arial"/>
            </a:endParaRPr>
          </a:p>
        </p:txBody>
      </p:sp>
      <p:sp>
        <p:nvSpPr>
          <p:cNvPr id="338" name="Google Shape;338;p40"/>
          <p:cNvSpPr txBox="1"/>
          <p:nvPr/>
        </p:nvSpPr>
        <p:spPr>
          <a:xfrm>
            <a:off x="7492365" y="1100970"/>
            <a:ext cx="1374900" cy="434100"/>
          </a:xfrm>
          <a:prstGeom prst="rect">
            <a:avLst/>
          </a:prstGeom>
          <a:noFill/>
          <a:ln>
            <a:noFill/>
          </a:ln>
        </p:spPr>
        <p:txBody>
          <a:bodyPr anchorCtr="0" anchor="t" bIns="0" lIns="0" spcFirstLastPara="1" rIns="0" wrap="square" tIns="0">
            <a:spAutoFit/>
          </a:bodyPr>
          <a:lstStyle/>
          <a:p>
            <a:pPr indent="0" lvl="0" marL="0" marR="0" rtl="0" algn="ctr">
              <a:lnSpc>
                <a:spcPct val="92000"/>
              </a:lnSpc>
              <a:spcBef>
                <a:spcPts val="0"/>
              </a:spcBef>
              <a:spcAft>
                <a:spcPts val="0"/>
              </a:spcAft>
              <a:buClr>
                <a:srgbClr val="000000"/>
              </a:buClr>
              <a:buSzPts val="1500"/>
              <a:buFont typeface="Arial"/>
              <a:buNone/>
            </a:pPr>
            <a:r>
              <a:rPr b="1" i="0" lang="en-GB" sz="1500" u="none" cap="none" strike="noStrike">
                <a:solidFill>
                  <a:schemeClr val="lt1"/>
                </a:solidFill>
                <a:latin typeface="Calibri"/>
                <a:ea typeface="Calibri"/>
                <a:cs typeface="Calibri"/>
                <a:sym typeface="Calibri"/>
              </a:rPr>
              <a:t>13</a:t>
            </a:r>
            <a:endParaRPr b="0" i="0" sz="1300" u="none" cap="none" strike="noStrike">
              <a:solidFill>
                <a:schemeClr val="lt1"/>
              </a:solidFill>
              <a:latin typeface="Arial"/>
              <a:ea typeface="Arial"/>
              <a:cs typeface="Arial"/>
              <a:sym typeface="Arial"/>
            </a:endParaRPr>
          </a:p>
          <a:p>
            <a:pPr indent="0" lvl="0" marL="0" marR="0" rtl="0" algn="ctr">
              <a:lnSpc>
                <a:spcPct val="90000"/>
              </a:lnSpc>
              <a:spcBef>
                <a:spcPts val="0"/>
              </a:spcBef>
              <a:spcAft>
                <a:spcPts val="0"/>
              </a:spcAft>
              <a:buClr>
                <a:srgbClr val="000000"/>
              </a:buClr>
              <a:buSzPts val="800"/>
              <a:buFont typeface="Arial"/>
              <a:buNone/>
            </a:pPr>
            <a:r>
              <a:rPr b="0" i="0" lang="en-GB" sz="800" u="none" cap="none" strike="noStrike">
                <a:solidFill>
                  <a:schemeClr val="lt1"/>
                </a:solidFill>
                <a:latin typeface="Calibri"/>
                <a:ea typeface="Calibri"/>
                <a:cs typeface="Calibri"/>
                <a:sym typeface="Calibri"/>
              </a:rPr>
              <a:t>ocean parameters, 2 by plugins</a:t>
            </a:r>
            <a:br>
              <a:rPr b="0" i="0" lang="en-GB" sz="800" u="none" cap="none" strike="noStrike">
                <a:solidFill>
                  <a:schemeClr val="lt1"/>
                </a:solidFill>
                <a:latin typeface="Calibri"/>
                <a:ea typeface="Calibri"/>
                <a:cs typeface="Calibri"/>
                <a:sym typeface="Calibri"/>
              </a:rPr>
            </a:br>
            <a:endParaRPr b="0" i="0" sz="1300" u="none" cap="none" strike="noStrike">
              <a:solidFill>
                <a:schemeClr val="lt1"/>
              </a:solidFill>
              <a:latin typeface="Arial"/>
              <a:ea typeface="Arial"/>
              <a:cs typeface="Arial"/>
              <a:sym typeface="Arial"/>
            </a:endParaRPr>
          </a:p>
        </p:txBody>
      </p:sp>
      <p:sp>
        <p:nvSpPr>
          <p:cNvPr id="339" name="Google Shape;339;p40"/>
          <p:cNvSpPr/>
          <p:nvPr/>
        </p:nvSpPr>
        <p:spPr>
          <a:xfrm>
            <a:off x="178300" y="1741925"/>
            <a:ext cx="2818500" cy="2208000"/>
          </a:xfrm>
          <a:prstGeom prst="rect">
            <a:avLst/>
          </a:prstGeom>
          <a:solidFill>
            <a:srgbClr val="FFFFFF"/>
          </a:solidFill>
          <a:ln cap="flat" cmpd="sng" w="9525">
            <a:solidFill>
              <a:srgbClr val="C3D0D9"/>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340" name="Google Shape;340;p40"/>
          <p:cNvSpPr/>
          <p:nvPr/>
        </p:nvSpPr>
        <p:spPr>
          <a:xfrm>
            <a:off x="178308" y="1741932"/>
            <a:ext cx="2818500" cy="219600"/>
          </a:xfrm>
          <a:prstGeom prst="rect">
            <a:avLst/>
          </a:prstGeom>
          <a:solidFill>
            <a:srgbClr val="0E8C9A"/>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341" name="Google Shape;341;p40"/>
          <p:cNvSpPr txBox="1"/>
          <p:nvPr/>
        </p:nvSpPr>
        <p:spPr>
          <a:xfrm>
            <a:off x="227183" y="1775353"/>
            <a:ext cx="2654100" cy="1539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00"/>
              <a:buFont typeface="Arial"/>
              <a:buNone/>
            </a:pPr>
            <a:r>
              <a:rPr b="1" i="0" lang="en-GB" sz="1000" u="none" cap="none" strike="noStrike">
                <a:solidFill>
                  <a:srgbClr val="FFFFFF"/>
                </a:solidFill>
                <a:latin typeface="Calibri"/>
                <a:ea typeface="Calibri"/>
                <a:cs typeface="Calibri"/>
                <a:sym typeface="Calibri"/>
              </a:rPr>
              <a:t>ANALYSIS OF FEASIBILITY</a:t>
            </a:r>
            <a:endParaRPr b="0" i="0" sz="1300" u="none" cap="none" strike="noStrike">
              <a:solidFill>
                <a:srgbClr val="000000"/>
              </a:solidFill>
              <a:latin typeface="Arial"/>
              <a:ea typeface="Arial"/>
              <a:cs typeface="Arial"/>
              <a:sym typeface="Arial"/>
            </a:endParaRPr>
          </a:p>
        </p:txBody>
      </p:sp>
      <p:sp>
        <p:nvSpPr>
          <p:cNvPr id="342" name="Google Shape;342;p40"/>
          <p:cNvSpPr txBox="1"/>
          <p:nvPr/>
        </p:nvSpPr>
        <p:spPr>
          <a:xfrm>
            <a:off x="260604" y="1956816"/>
            <a:ext cx="2654100" cy="292608"/>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GB" sz="900" u="none" cap="none" strike="noStrike">
                <a:solidFill>
                  <a:srgbClr val="12688F"/>
                </a:solidFill>
                <a:latin typeface="Calibri"/>
                <a:ea typeface="Calibri"/>
                <a:cs typeface="Calibri"/>
                <a:sym typeface="Calibri"/>
              </a:rPr>
              <a:t>▪  </a:t>
            </a:r>
            <a:r>
              <a:rPr b="1" i="0" lang="en-GB" sz="900" u="none" cap="none" strike="noStrike">
                <a:solidFill>
                  <a:srgbClr val="0B2E4F"/>
                </a:solidFill>
                <a:latin typeface="Calibri"/>
                <a:ea typeface="Calibri"/>
                <a:cs typeface="Calibri"/>
                <a:sym typeface="Calibri"/>
              </a:rPr>
              <a:t>Proven stack.</a:t>
            </a:r>
            <a:r>
              <a:rPr b="0" i="0" lang="en-GB" sz="900" u="none" cap="none" strike="noStrike">
                <a:solidFill>
                  <a:srgbClr val="14202B"/>
                </a:solidFill>
                <a:latin typeface="Calibri"/>
                <a:ea typeface="Calibri"/>
                <a:cs typeface="Calibri"/>
                <a:sym typeface="Calibri"/>
              </a:rPr>
              <a:t>  CesiumJS, FastAPI, Zarr.</a:t>
            </a:r>
            <a:endParaRPr b="0" i="0" sz="13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00"/>
              <a:buFont typeface="Arial"/>
              <a:buNone/>
            </a:pPr>
            <a:r>
              <a:rPr b="1" i="0" lang="en-GB" sz="900" u="none" cap="none" strike="noStrike">
                <a:solidFill>
                  <a:srgbClr val="12688F"/>
                </a:solidFill>
                <a:latin typeface="Calibri"/>
                <a:ea typeface="Calibri"/>
                <a:cs typeface="Calibri"/>
                <a:sym typeface="Calibri"/>
              </a:rPr>
              <a:t>▪  </a:t>
            </a:r>
            <a:r>
              <a:rPr b="1" i="0" lang="en-GB" sz="900" u="none" cap="none" strike="noStrike">
                <a:solidFill>
                  <a:srgbClr val="0B2E4F"/>
                </a:solidFill>
                <a:latin typeface="Calibri"/>
                <a:ea typeface="Calibri"/>
                <a:cs typeface="Calibri"/>
                <a:sym typeface="Calibri"/>
              </a:rPr>
              <a:t>Frame budget cleared.</a:t>
            </a:r>
            <a:r>
              <a:rPr b="0" i="0" lang="en-GB" sz="900" u="none" cap="none" strike="noStrike">
                <a:solidFill>
                  <a:srgbClr val="14202B"/>
                </a:solidFill>
                <a:latin typeface="Calibri"/>
                <a:ea typeface="Calibri"/>
                <a:cs typeface="Calibri"/>
                <a:sym typeface="Calibri"/>
              </a:rPr>
              <a:t>  51 fps on the weakest GPU.</a:t>
            </a:r>
            <a:endParaRPr b="0" i="0" sz="1300" u="none" cap="none" strike="noStrike">
              <a:solidFill>
                <a:srgbClr val="000000"/>
              </a:solidFill>
              <a:latin typeface="Arial"/>
              <a:ea typeface="Arial"/>
              <a:cs typeface="Arial"/>
              <a:sym typeface="Arial"/>
            </a:endParaRPr>
          </a:p>
        </p:txBody>
      </p:sp>
      <p:sp>
        <p:nvSpPr>
          <p:cNvPr id="343" name="Google Shape;343;p40"/>
          <p:cNvSpPr txBox="1"/>
          <p:nvPr/>
        </p:nvSpPr>
        <p:spPr>
          <a:xfrm>
            <a:off x="260604" y="2238817"/>
            <a:ext cx="2654100" cy="3027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GB" sz="900" u="none" cap="none" strike="noStrike">
                <a:solidFill>
                  <a:srgbClr val="12688F"/>
                </a:solidFill>
                <a:latin typeface="Calibri"/>
                <a:ea typeface="Calibri"/>
                <a:cs typeface="Calibri"/>
                <a:sym typeface="Calibri"/>
              </a:rPr>
              <a:t>▪  </a:t>
            </a:r>
            <a:r>
              <a:rPr b="1" i="0" lang="en-GB" sz="900" u="none" cap="none" strike="noStrike">
                <a:solidFill>
                  <a:srgbClr val="0B2E4F"/>
                </a:solidFill>
                <a:latin typeface="Calibri"/>
                <a:ea typeface="Calibri"/>
                <a:cs typeface="Calibri"/>
                <a:sym typeface="Calibri"/>
              </a:rPr>
              <a:t>Reads INCOIS's own ERDDAP.</a:t>
            </a:r>
            <a:r>
              <a:rPr b="0" i="0" lang="en-GB" sz="900" u="none" cap="none" strike="noStrike">
                <a:solidFill>
                  <a:srgbClr val="14202B"/>
                </a:solidFill>
                <a:latin typeface="Calibri"/>
                <a:ea typeface="Calibri"/>
                <a:cs typeface="Calibri"/>
                <a:sym typeface="Calibri"/>
              </a:rPr>
              <a:t>  No duplication.</a:t>
            </a:r>
            <a:endParaRPr b="0" i="0" sz="13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00"/>
              <a:buFont typeface="Arial"/>
              <a:buNone/>
            </a:pPr>
            <a:r>
              <a:rPr b="1" i="0" lang="en-GB" sz="900" u="none" cap="none" strike="noStrike">
                <a:solidFill>
                  <a:srgbClr val="12688F"/>
                </a:solidFill>
                <a:latin typeface="Calibri"/>
                <a:ea typeface="Calibri"/>
                <a:cs typeface="Calibri"/>
                <a:sym typeface="Calibri"/>
              </a:rPr>
              <a:t>▪  </a:t>
            </a:r>
            <a:r>
              <a:rPr b="1" i="0" lang="en-GB" sz="900" u="none" cap="none" strike="noStrike">
                <a:solidFill>
                  <a:srgbClr val="0B2E4F"/>
                </a:solidFill>
                <a:latin typeface="Calibri"/>
                <a:ea typeface="Calibri"/>
                <a:cs typeface="Calibri"/>
                <a:sym typeface="Calibri"/>
              </a:rPr>
              <a:t>Zero licence cost.</a:t>
            </a:r>
            <a:r>
              <a:rPr b="0" i="0" lang="en-GB" sz="900" u="none" cap="none" strike="noStrike">
                <a:solidFill>
                  <a:srgbClr val="14202B"/>
                </a:solidFill>
                <a:latin typeface="Calibri"/>
                <a:ea typeface="Calibri"/>
                <a:cs typeface="Calibri"/>
                <a:sym typeface="Calibri"/>
              </a:rPr>
              <a:t>  One GPU server, open source.</a:t>
            </a:r>
            <a:endParaRPr b="0" i="0" sz="1300" u="none" cap="none" strike="noStrike">
              <a:solidFill>
                <a:srgbClr val="000000"/>
              </a:solidFill>
              <a:latin typeface="Arial"/>
              <a:ea typeface="Arial"/>
              <a:cs typeface="Arial"/>
              <a:sym typeface="Arial"/>
            </a:endParaRPr>
          </a:p>
        </p:txBody>
      </p:sp>
      <p:sp>
        <p:nvSpPr>
          <p:cNvPr id="344" name="Google Shape;344;p40"/>
          <p:cNvSpPr/>
          <p:nvPr/>
        </p:nvSpPr>
        <p:spPr>
          <a:xfrm>
            <a:off x="3161550" y="1741925"/>
            <a:ext cx="2818500" cy="2238000"/>
          </a:xfrm>
          <a:prstGeom prst="rect">
            <a:avLst/>
          </a:prstGeom>
          <a:solidFill>
            <a:srgbClr val="FFFFFF"/>
          </a:solidFill>
          <a:ln cap="flat" cmpd="sng" w="9525">
            <a:solidFill>
              <a:srgbClr val="C3D0D9"/>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345" name="Google Shape;345;p40"/>
          <p:cNvSpPr/>
          <p:nvPr/>
        </p:nvSpPr>
        <p:spPr>
          <a:xfrm>
            <a:off x="3161538" y="1741932"/>
            <a:ext cx="2818500" cy="219600"/>
          </a:xfrm>
          <a:prstGeom prst="rect">
            <a:avLst/>
          </a:prstGeom>
          <a:solidFill>
            <a:srgbClr val="C44528"/>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346" name="Google Shape;346;p40"/>
          <p:cNvSpPr txBox="1"/>
          <p:nvPr/>
        </p:nvSpPr>
        <p:spPr>
          <a:xfrm>
            <a:off x="3215187" y="1784902"/>
            <a:ext cx="2654100" cy="13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GB" sz="900" u="none" cap="none" strike="noStrike">
                <a:solidFill>
                  <a:srgbClr val="FFFFFF"/>
                </a:solidFill>
                <a:latin typeface="Calibri"/>
                <a:ea typeface="Calibri"/>
                <a:cs typeface="Calibri"/>
                <a:sym typeface="Calibri"/>
              </a:rPr>
              <a:t>POTENTIAL CHALLENGES AND RISKS</a:t>
            </a:r>
            <a:endParaRPr b="0" i="0" sz="1200" u="none" cap="none" strike="noStrike">
              <a:solidFill>
                <a:srgbClr val="000000"/>
              </a:solidFill>
              <a:latin typeface="Arial"/>
              <a:ea typeface="Arial"/>
              <a:cs typeface="Arial"/>
              <a:sym typeface="Arial"/>
            </a:endParaRPr>
          </a:p>
        </p:txBody>
      </p:sp>
      <p:sp>
        <p:nvSpPr>
          <p:cNvPr id="347" name="Google Shape;347;p40"/>
          <p:cNvSpPr txBox="1"/>
          <p:nvPr/>
        </p:nvSpPr>
        <p:spPr>
          <a:xfrm>
            <a:off x="3267066" y="1993097"/>
            <a:ext cx="2654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GB" sz="900" u="none" cap="none" strike="noStrike">
                <a:solidFill>
                  <a:srgbClr val="C44528"/>
                </a:solidFill>
                <a:latin typeface="Calibri"/>
                <a:ea typeface="Calibri"/>
                <a:cs typeface="Calibri"/>
                <a:sym typeface="Calibri"/>
              </a:rPr>
              <a:t>DATA</a:t>
            </a:r>
            <a:endParaRPr b="0" i="0" sz="1400" u="none" cap="none" strike="noStrike">
              <a:solidFill>
                <a:srgbClr val="000000"/>
              </a:solidFill>
              <a:latin typeface="Arial"/>
              <a:ea typeface="Arial"/>
              <a:cs typeface="Arial"/>
              <a:sym typeface="Arial"/>
            </a:endParaRPr>
          </a:p>
        </p:txBody>
      </p:sp>
      <p:sp>
        <p:nvSpPr>
          <p:cNvPr id="348" name="Google Shape;348;p40"/>
          <p:cNvSpPr txBox="1"/>
          <p:nvPr/>
        </p:nvSpPr>
        <p:spPr>
          <a:xfrm>
            <a:off x="3243834" y="2130257"/>
            <a:ext cx="2654100" cy="478800"/>
          </a:xfrm>
          <a:prstGeom prst="rect">
            <a:avLst/>
          </a:prstGeom>
          <a:noFill/>
          <a:ln>
            <a:noFill/>
          </a:ln>
        </p:spPr>
        <p:txBody>
          <a:bodyPr anchorCtr="0" anchor="t" bIns="0" lIns="0" spcFirstLastPara="1" rIns="0" wrap="square" tIns="0">
            <a:spAutoFit/>
          </a:bodyPr>
          <a:lstStyle/>
          <a:p>
            <a:pPr indent="0" lvl="0" marL="0" marR="0" rtl="0" algn="l">
              <a:lnSpc>
                <a:spcPct val="92000"/>
              </a:lnSpc>
              <a:spcBef>
                <a:spcPts val="0"/>
              </a:spcBef>
              <a:spcAft>
                <a:spcPts val="0"/>
              </a:spcAft>
              <a:buClr>
                <a:srgbClr val="000000"/>
              </a:buClr>
              <a:buSzPts val="900"/>
              <a:buFont typeface="Arial"/>
              <a:buNone/>
            </a:pPr>
            <a:r>
              <a:rPr b="1" i="0" lang="en-GB" sz="900" u="none" cap="none" strike="noStrike">
                <a:solidFill>
                  <a:srgbClr val="12688F"/>
                </a:solidFill>
                <a:latin typeface="Calibri"/>
                <a:ea typeface="Calibri"/>
                <a:cs typeface="Calibri"/>
                <a:sym typeface="Calibri"/>
              </a:rPr>
              <a:t>▪  </a:t>
            </a:r>
            <a:r>
              <a:rPr b="1" i="0" lang="en-GB" sz="900" u="none" cap="none" strike="noStrike">
                <a:solidFill>
                  <a:srgbClr val="0B2E4F"/>
                </a:solidFill>
                <a:latin typeface="Calibri"/>
                <a:ea typeface="Calibri"/>
                <a:cs typeface="Calibri"/>
                <a:sym typeface="Calibri"/>
              </a:rPr>
              <a:t>Instrument coverage is uneven.</a:t>
            </a:r>
            <a:r>
              <a:rPr b="0" i="0" lang="en-GB" sz="900" u="none" cap="none" strike="noStrike">
                <a:solidFill>
                  <a:srgbClr val="14202B"/>
                </a:solidFill>
                <a:latin typeface="Calibri"/>
                <a:ea typeface="Calibri"/>
                <a:cs typeface="Calibri"/>
                <a:sym typeface="Calibri"/>
              </a:rPr>
              <a:t>  Not on INCOIS ERDDAP.</a:t>
            </a:r>
            <a:endParaRPr b="0" i="0" sz="1300" u="none" cap="none" strike="noStrike">
              <a:solidFill>
                <a:srgbClr val="000000"/>
              </a:solidFill>
              <a:latin typeface="Arial"/>
              <a:ea typeface="Arial"/>
              <a:cs typeface="Arial"/>
              <a:sym typeface="Arial"/>
            </a:endParaRPr>
          </a:p>
          <a:p>
            <a:pPr indent="0" lvl="0" marL="0" marR="0" rtl="0" algn="l">
              <a:lnSpc>
                <a:spcPct val="92000"/>
              </a:lnSpc>
              <a:spcBef>
                <a:spcPts val="200"/>
              </a:spcBef>
              <a:spcAft>
                <a:spcPts val="0"/>
              </a:spcAft>
              <a:buClr>
                <a:srgbClr val="000000"/>
              </a:buClr>
              <a:buSzPts val="900"/>
              <a:buFont typeface="Arial"/>
              <a:buNone/>
            </a:pPr>
            <a:r>
              <a:rPr b="1" i="0" lang="en-GB" sz="900" u="none" cap="none" strike="noStrike">
                <a:solidFill>
                  <a:srgbClr val="12688F"/>
                </a:solidFill>
                <a:latin typeface="Calibri"/>
                <a:ea typeface="Calibri"/>
                <a:cs typeface="Calibri"/>
                <a:sym typeface="Calibri"/>
              </a:rPr>
              <a:t>▪  </a:t>
            </a:r>
            <a:r>
              <a:rPr b="1" i="0" lang="en-GB" sz="900" u="none" cap="none" strike="noStrike">
                <a:solidFill>
                  <a:srgbClr val="0B2E4F"/>
                </a:solidFill>
                <a:latin typeface="Calibri"/>
                <a:ea typeface="Calibri"/>
                <a:cs typeface="Calibri"/>
                <a:sym typeface="Calibri"/>
              </a:rPr>
              <a:t>Datasets disagree on axes.</a:t>
            </a:r>
            <a:r>
              <a:rPr b="0" i="0" lang="en-GB" sz="900" u="none" cap="none" strike="noStrike">
                <a:solidFill>
                  <a:srgbClr val="14202B"/>
                </a:solidFill>
                <a:latin typeface="Calibri"/>
                <a:ea typeface="Calibri"/>
                <a:cs typeface="Calibri"/>
                <a:sym typeface="Calibri"/>
              </a:rPr>
              <a:t>  GLORYS stops at 1942 m.</a:t>
            </a:r>
            <a:endParaRPr b="0" i="0" sz="1300" u="none" cap="none" strike="noStrike">
              <a:solidFill>
                <a:srgbClr val="000000"/>
              </a:solidFill>
              <a:latin typeface="Arial"/>
              <a:ea typeface="Arial"/>
              <a:cs typeface="Arial"/>
              <a:sym typeface="Arial"/>
            </a:endParaRPr>
          </a:p>
        </p:txBody>
      </p:sp>
      <p:sp>
        <p:nvSpPr>
          <p:cNvPr id="349" name="Google Shape;349;p40"/>
          <p:cNvSpPr txBox="1"/>
          <p:nvPr/>
        </p:nvSpPr>
        <p:spPr>
          <a:xfrm>
            <a:off x="3243834" y="2631604"/>
            <a:ext cx="2654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GB" sz="900" u="none" cap="none" strike="noStrike">
                <a:solidFill>
                  <a:srgbClr val="C44528"/>
                </a:solidFill>
                <a:latin typeface="Calibri"/>
                <a:ea typeface="Calibri"/>
                <a:cs typeface="Calibri"/>
                <a:sym typeface="Calibri"/>
              </a:rPr>
              <a:t>TECHNICAL</a:t>
            </a:r>
            <a:endParaRPr b="0" i="0" sz="1400" u="none" cap="none" strike="noStrike">
              <a:solidFill>
                <a:srgbClr val="000000"/>
              </a:solidFill>
              <a:latin typeface="Arial"/>
              <a:ea typeface="Arial"/>
              <a:cs typeface="Arial"/>
              <a:sym typeface="Arial"/>
            </a:endParaRPr>
          </a:p>
        </p:txBody>
      </p:sp>
      <p:sp>
        <p:nvSpPr>
          <p:cNvPr id="350" name="Google Shape;350;p40"/>
          <p:cNvSpPr txBox="1"/>
          <p:nvPr/>
        </p:nvSpPr>
        <p:spPr>
          <a:xfrm>
            <a:off x="3243834" y="2781054"/>
            <a:ext cx="2654100" cy="478800"/>
          </a:xfrm>
          <a:prstGeom prst="rect">
            <a:avLst/>
          </a:prstGeom>
          <a:noFill/>
          <a:ln>
            <a:noFill/>
          </a:ln>
        </p:spPr>
        <p:txBody>
          <a:bodyPr anchorCtr="0" anchor="t" bIns="0" lIns="0" spcFirstLastPara="1" rIns="0" wrap="square" tIns="0">
            <a:spAutoFit/>
          </a:bodyPr>
          <a:lstStyle/>
          <a:p>
            <a:pPr indent="0" lvl="0" marL="0" marR="0" rtl="0" algn="l">
              <a:lnSpc>
                <a:spcPct val="92000"/>
              </a:lnSpc>
              <a:spcBef>
                <a:spcPts val="0"/>
              </a:spcBef>
              <a:spcAft>
                <a:spcPts val="0"/>
              </a:spcAft>
              <a:buClr>
                <a:srgbClr val="000000"/>
              </a:buClr>
              <a:buSzPts val="900"/>
              <a:buFont typeface="Arial"/>
              <a:buNone/>
            </a:pPr>
            <a:r>
              <a:rPr b="1" i="0" lang="en-GB" sz="900" u="none" cap="none" strike="noStrike">
                <a:solidFill>
                  <a:srgbClr val="12688F"/>
                </a:solidFill>
                <a:latin typeface="Calibri"/>
                <a:ea typeface="Calibri"/>
                <a:cs typeface="Calibri"/>
                <a:sym typeface="Calibri"/>
              </a:rPr>
              <a:t>▪  </a:t>
            </a:r>
            <a:r>
              <a:rPr b="1" i="0" lang="en-GB" sz="900" u="none" cap="none" strike="noStrike">
                <a:solidFill>
                  <a:srgbClr val="0B2E4F"/>
                </a:solidFill>
                <a:latin typeface="Calibri"/>
                <a:ea typeface="Calibri"/>
                <a:cs typeface="Calibri"/>
                <a:sym typeface="Calibri"/>
              </a:rPr>
              <a:t>Volumetric rendering is costly.</a:t>
            </a:r>
            <a:r>
              <a:rPr b="0" i="0" lang="en-GB" sz="900" u="none" cap="none" strike="noStrike">
                <a:solidFill>
                  <a:srgbClr val="14202B"/>
                </a:solidFill>
                <a:latin typeface="Calibri"/>
                <a:ea typeface="Calibri"/>
                <a:cs typeface="Calibri"/>
                <a:sym typeface="Calibri"/>
              </a:rPr>
              <a:t>  Translucent overdraw dominates.</a:t>
            </a:r>
            <a:endParaRPr b="0" i="0" sz="1300" u="none" cap="none" strike="noStrike">
              <a:solidFill>
                <a:srgbClr val="000000"/>
              </a:solidFill>
              <a:latin typeface="Arial"/>
              <a:ea typeface="Arial"/>
              <a:cs typeface="Arial"/>
              <a:sym typeface="Arial"/>
            </a:endParaRPr>
          </a:p>
          <a:p>
            <a:pPr indent="0" lvl="0" marL="0" marR="0" rtl="0" algn="l">
              <a:lnSpc>
                <a:spcPct val="92000"/>
              </a:lnSpc>
              <a:spcBef>
                <a:spcPts val="200"/>
              </a:spcBef>
              <a:spcAft>
                <a:spcPts val="0"/>
              </a:spcAft>
              <a:buClr>
                <a:srgbClr val="000000"/>
              </a:buClr>
              <a:buSzPts val="900"/>
              <a:buFont typeface="Arial"/>
              <a:buNone/>
            </a:pPr>
            <a:r>
              <a:rPr b="1" i="0" lang="en-GB" sz="900" u="none" cap="none" strike="noStrike">
                <a:solidFill>
                  <a:srgbClr val="12688F"/>
                </a:solidFill>
                <a:latin typeface="Calibri"/>
                <a:ea typeface="Calibri"/>
                <a:cs typeface="Calibri"/>
                <a:sym typeface="Calibri"/>
              </a:rPr>
              <a:t>▪  </a:t>
            </a:r>
            <a:r>
              <a:rPr b="1" i="0" lang="en-GB" sz="900" u="none" cap="none" strike="noStrike">
                <a:solidFill>
                  <a:srgbClr val="0B2E4F"/>
                </a:solidFill>
                <a:latin typeface="Calibri"/>
                <a:ea typeface="Calibri"/>
                <a:cs typeface="Calibri"/>
                <a:sym typeface="Calibri"/>
              </a:rPr>
              <a:t>Scaling to the full basin.</a:t>
            </a:r>
            <a:r>
              <a:rPr b="0" i="0" lang="en-GB" sz="900" u="none" cap="none" strike="noStrike">
                <a:solidFill>
                  <a:srgbClr val="14202B"/>
                </a:solidFill>
                <a:latin typeface="Calibri"/>
                <a:ea typeface="Calibri"/>
                <a:cs typeface="Calibri"/>
                <a:sym typeface="Calibri"/>
              </a:rPr>
              <a:t>  The national grid is larger.</a:t>
            </a:r>
            <a:endParaRPr b="0" i="0" sz="1300" u="none" cap="none" strike="noStrike">
              <a:solidFill>
                <a:srgbClr val="000000"/>
              </a:solidFill>
              <a:latin typeface="Arial"/>
              <a:ea typeface="Arial"/>
              <a:cs typeface="Arial"/>
              <a:sym typeface="Arial"/>
            </a:endParaRPr>
          </a:p>
        </p:txBody>
      </p:sp>
      <p:sp>
        <p:nvSpPr>
          <p:cNvPr id="351" name="Google Shape;351;p40"/>
          <p:cNvSpPr txBox="1"/>
          <p:nvPr/>
        </p:nvSpPr>
        <p:spPr>
          <a:xfrm>
            <a:off x="3243834" y="3294691"/>
            <a:ext cx="2654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GB" sz="900" u="none" cap="none" strike="noStrike">
                <a:solidFill>
                  <a:srgbClr val="C44528"/>
                </a:solidFill>
                <a:latin typeface="Calibri"/>
                <a:ea typeface="Calibri"/>
                <a:cs typeface="Calibri"/>
                <a:sym typeface="Calibri"/>
              </a:rPr>
              <a:t>ADOPTION AND TRUST</a:t>
            </a:r>
            <a:endParaRPr b="0" i="0" sz="1400" u="none" cap="none" strike="noStrike">
              <a:solidFill>
                <a:srgbClr val="000000"/>
              </a:solidFill>
              <a:latin typeface="Arial"/>
              <a:ea typeface="Arial"/>
              <a:cs typeface="Arial"/>
              <a:sym typeface="Arial"/>
            </a:endParaRPr>
          </a:p>
        </p:txBody>
      </p:sp>
      <p:sp>
        <p:nvSpPr>
          <p:cNvPr id="352" name="Google Shape;352;p40"/>
          <p:cNvSpPr txBox="1"/>
          <p:nvPr/>
        </p:nvSpPr>
        <p:spPr>
          <a:xfrm>
            <a:off x="3243834" y="3444142"/>
            <a:ext cx="2654100" cy="518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GB" sz="900" u="none" cap="none" strike="noStrike">
                <a:solidFill>
                  <a:srgbClr val="12688F"/>
                </a:solidFill>
                <a:latin typeface="Calibri"/>
                <a:ea typeface="Calibri"/>
                <a:cs typeface="Calibri"/>
                <a:sym typeface="Calibri"/>
              </a:rPr>
              <a:t>▪  </a:t>
            </a:r>
            <a:r>
              <a:rPr b="1" i="0" lang="en-GB" sz="900" u="none" cap="none" strike="noStrike">
                <a:solidFill>
                  <a:srgbClr val="0B2E4F"/>
                </a:solidFill>
                <a:latin typeface="Calibri"/>
                <a:ea typeface="Calibri"/>
                <a:cs typeface="Calibri"/>
                <a:sym typeface="Calibri"/>
              </a:rPr>
              <a:t>A wrong number beats no number.</a:t>
            </a:r>
            <a:r>
              <a:rPr b="0" i="0" lang="en-GB" sz="900" u="none" cap="none" strike="noStrike">
                <a:solidFill>
                  <a:srgbClr val="14202B"/>
                </a:solidFill>
                <a:latin typeface="Calibri"/>
                <a:ea typeface="Calibri"/>
                <a:cs typeface="Calibri"/>
                <a:sym typeface="Calibri"/>
              </a:rPr>
              <a:t>  Its caveat must travel.</a:t>
            </a:r>
            <a:endParaRPr b="0" i="0" sz="13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00"/>
              <a:buFont typeface="Arial"/>
              <a:buNone/>
            </a:pPr>
            <a:r>
              <a:rPr b="1" i="0" lang="en-GB" sz="900" u="none" cap="none" strike="noStrike">
                <a:solidFill>
                  <a:srgbClr val="12688F"/>
                </a:solidFill>
                <a:latin typeface="Calibri"/>
                <a:ea typeface="Calibri"/>
                <a:cs typeface="Calibri"/>
                <a:sym typeface="Calibri"/>
              </a:rPr>
              <a:t>▪  </a:t>
            </a:r>
            <a:r>
              <a:rPr b="1" i="0" lang="en-GB" sz="900" u="none" cap="none" strike="noStrike">
                <a:solidFill>
                  <a:srgbClr val="0B2E4F"/>
                </a:solidFill>
                <a:latin typeface="Calibri"/>
                <a:ea typeface="Calibri"/>
                <a:cs typeface="Calibri"/>
                <a:sym typeface="Calibri"/>
              </a:rPr>
              <a:t>A false alarm is unacceptable.</a:t>
            </a:r>
            <a:r>
              <a:rPr b="0" i="0" lang="en-GB" sz="900" u="none" cap="none" strike="noStrike">
                <a:solidFill>
                  <a:srgbClr val="14202B"/>
                </a:solidFill>
                <a:latin typeface="Calibri"/>
                <a:ea typeface="Calibri"/>
                <a:cs typeface="Calibri"/>
                <a:sym typeface="Calibri"/>
              </a:rPr>
              <a:t>  Drills are dashed.</a:t>
            </a:r>
            <a:endParaRPr b="0" i="0" sz="1300" u="none" cap="none" strike="noStrike">
              <a:solidFill>
                <a:srgbClr val="000000"/>
              </a:solidFill>
              <a:latin typeface="Arial"/>
              <a:ea typeface="Arial"/>
              <a:cs typeface="Arial"/>
              <a:sym typeface="Arial"/>
            </a:endParaRPr>
          </a:p>
        </p:txBody>
      </p:sp>
      <p:sp>
        <p:nvSpPr>
          <p:cNvPr id="353" name="Google Shape;353;p40"/>
          <p:cNvSpPr/>
          <p:nvPr/>
        </p:nvSpPr>
        <p:spPr>
          <a:xfrm>
            <a:off x="6144775" y="1741925"/>
            <a:ext cx="2818500" cy="2238000"/>
          </a:xfrm>
          <a:prstGeom prst="rect">
            <a:avLst/>
          </a:prstGeom>
          <a:solidFill>
            <a:srgbClr val="FFFFFF"/>
          </a:solidFill>
          <a:ln cap="flat" cmpd="sng" w="9525">
            <a:solidFill>
              <a:srgbClr val="C3D0D9"/>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354" name="Google Shape;354;p40"/>
          <p:cNvSpPr/>
          <p:nvPr/>
        </p:nvSpPr>
        <p:spPr>
          <a:xfrm>
            <a:off x="6144768" y="1741932"/>
            <a:ext cx="2818500" cy="219600"/>
          </a:xfrm>
          <a:prstGeom prst="rect">
            <a:avLst/>
          </a:prstGeom>
          <a:solidFill>
            <a:srgbClr val="009C4E"/>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355" name="Google Shape;355;p40"/>
          <p:cNvSpPr txBox="1"/>
          <p:nvPr/>
        </p:nvSpPr>
        <p:spPr>
          <a:xfrm>
            <a:off x="6205579" y="1770579"/>
            <a:ext cx="2654100" cy="13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GB" sz="900" u="none" cap="none" strike="noStrike">
                <a:solidFill>
                  <a:srgbClr val="FFFFFF"/>
                </a:solidFill>
                <a:latin typeface="Calibri"/>
                <a:ea typeface="Calibri"/>
                <a:cs typeface="Calibri"/>
                <a:sym typeface="Calibri"/>
              </a:rPr>
              <a:t>STRATEGIES TO OVERCOME THEM</a:t>
            </a:r>
            <a:endParaRPr b="0" i="0" sz="1200" u="none" cap="none" strike="noStrike">
              <a:solidFill>
                <a:srgbClr val="000000"/>
              </a:solidFill>
              <a:latin typeface="Arial"/>
              <a:ea typeface="Arial"/>
              <a:cs typeface="Arial"/>
              <a:sym typeface="Arial"/>
            </a:endParaRPr>
          </a:p>
        </p:txBody>
      </p:sp>
      <p:sp>
        <p:nvSpPr>
          <p:cNvPr id="356" name="Google Shape;356;p40"/>
          <p:cNvSpPr txBox="1"/>
          <p:nvPr/>
        </p:nvSpPr>
        <p:spPr>
          <a:xfrm>
            <a:off x="6227064" y="1980557"/>
            <a:ext cx="2654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GB" sz="900" u="none" cap="none" strike="noStrike">
                <a:solidFill>
                  <a:srgbClr val="009C4E"/>
                </a:solidFill>
                <a:latin typeface="Calibri"/>
                <a:ea typeface="Calibri"/>
                <a:cs typeface="Calibri"/>
                <a:sym typeface="Calibri"/>
              </a:rPr>
              <a:t>DATA</a:t>
            </a:r>
            <a:endParaRPr b="1" i="0" sz="1400" u="none" cap="none" strike="noStrike">
              <a:solidFill>
                <a:srgbClr val="009C4E"/>
              </a:solidFill>
              <a:latin typeface="Arial"/>
              <a:ea typeface="Arial"/>
              <a:cs typeface="Arial"/>
              <a:sym typeface="Arial"/>
            </a:endParaRPr>
          </a:p>
        </p:txBody>
      </p:sp>
      <p:sp>
        <p:nvSpPr>
          <p:cNvPr id="357" name="Google Shape;357;p40"/>
          <p:cNvSpPr txBox="1"/>
          <p:nvPr/>
        </p:nvSpPr>
        <p:spPr>
          <a:xfrm>
            <a:off x="6227064" y="2105676"/>
            <a:ext cx="2654100" cy="478800"/>
          </a:xfrm>
          <a:prstGeom prst="rect">
            <a:avLst/>
          </a:prstGeom>
          <a:noFill/>
          <a:ln>
            <a:noFill/>
          </a:ln>
        </p:spPr>
        <p:txBody>
          <a:bodyPr anchorCtr="0" anchor="t" bIns="0" lIns="0" spcFirstLastPara="1" rIns="0" wrap="square" tIns="0">
            <a:spAutoFit/>
          </a:bodyPr>
          <a:lstStyle/>
          <a:p>
            <a:pPr indent="0" lvl="0" marL="0" marR="0" rtl="0" algn="l">
              <a:lnSpc>
                <a:spcPct val="92000"/>
              </a:lnSpc>
              <a:spcBef>
                <a:spcPts val="0"/>
              </a:spcBef>
              <a:spcAft>
                <a:spcPts val="0"/>
              </a:spcAft>
              <a:buClr>
                <a:srgbClr val="000000"/>
              </a:buClr>
              <a:buSzPts val="900"/>
              <a:buFont typeface="Arial"/>
              <a:buNone/>
            </a:pPr>
            <a:r>
              <a:rPr b="1" i="0" lang="en-GB" sz="900" u="none" cap="none" strike="noStrike">
                <a:solidFill>
                  <a:srgbClr val="12688F"/>
                </a:solidFill>
                <a:latin typeface="Calibri"/>
                <a:ea typeface="Calibri"/>
                <a:cs typeface="Calibri"/>
                <a:sym typeface="Calibri"/>
              </a:rPr>
              <a:t>▪  </a:t>
            </a:r>
            <a:r>
              <a:rPr b="1" i="0" lang="en-GB" sz="900" u="none" cap="none" strike="noStrike">
                <a:solidFill>
                  <a:srgbClr val="0B2E4F"/>
                </a:solidFill>
                <a:latin typeface="Calibri"/>
                <a:ea typeface="Calibri"/>
                <a:cs typeface="Calibri"/>
                <a:sym typeface="Calibri"/>
              </a:rPr>
              <a:t>Parsers already written.</a:t>
            </a:r>
            <a:r>
              <a:rPr b="0" i="0" lang="en-GB" sz="900" u="none" cap="none" strike="noStrike">
                <a:solidFill>
                  <a:srgbClr val="14202B"/>
                </a:solidFill>
                <a:latin typeface="Calibri"/>
                <a:ea typeface="Calibri"/>
                <a:cs typeface="Calibri"/>
                <a:sym typeface="Calibri"/>
              </a:rPr>
              <a:t>  A file, not new code.</a:t>
            </a:r>
            <a:endParaRPr b="0" i="0" sz="1300" u="none" cap="none" strike="noStrike">
              <a:solidFill>
                <a:srgbClr val="000000"/>
              </a:solidFill>
              <a:latin typeface="Arial"/>
              <a:ea typeface="Arial"/>
              <a:cs typeface="Arial"/>
              <a:sym typeface="Arial"/>
            </a:endParaRPr>
          </a:p>
          <a:p>
            <a:pPr indent="0" lvl="0" marL="0" marR="0" rtl="0" algn="l">
              <a:lnSpc>
                <a:spcPct val="92000"/>
              </a:lnSpc>
              <a:spcBef>
                <a:spcPts val="200"/>
              </a:spcBef>
              <a:spcAft>
                <a:spcPts val="0"/>
              </a:spcAft>
              <a:buClr>
                <a:srgbClr val="000000"/>
              </a:buClr>
              <a:buSzPts val="900"/>
              <a:buFont typeface="Arial"/>
              <a:buNone/>
            </a:pPr>
            <a:r>
              <a:rPr b="1" i="0" lang="en-GB" sz="900" u="none" cap="none" strike="noStrike">
                <a:solidFill>
                  <a:srgbClr val="12688F"/>
                </a:solidFill>
                <a:latin typeface="Calibri"/>
                <a:ea typeface="Calibri"/>
                <a:cs typeface="Calibri"/>
                <a:sym typeface="Calibri"/>
              </a:rPr>
              <a:t>▪  </a:t>
            </a:r>
            <a:r>
              <a:rPr b="1" i="0" lang="en-GB" sz="900" u="none" cap="none" strike="noStrike">
                <a:solidFill>
                  <a:srgbClr val="0B2E4F"/>
                </a:solidFill>
                <a:latin typeface="Calibri"/>
                <a:ea typeface="Calibri"/>
                <a:cs typeface="Calibri"/>
                <a:sym typeface="Calibri"/>
              </a:rPr>
              <a:t>Never stretch one grid onto another.</a:t>
            </a:r>
            <a:r>
              <a:rPr b="0" i="0" lang="en-GB" sz="900" u="none" cap="none" strike="noStrike">
                <a:solidFill>
                  <a:srgbClr val="14202B"/>
                </a:solidFill>
                <a:latin typeface="Calibri"/>
                <a:ea typeface="Calibri"/>
                <a:cs typeface="Calibri"/>
                <a:sym typeface="Calibri"/>
              </a:rPr>
              <a:t>  The served depth is printed.</a:t>
            </a:r>
            <a:endParaRPr b="0" i="0" sz="1300" u="none" cap="none" strike="noStrike">
              <a:solidFill>
                <a:srgbClr val="000000"/>
              </a:solidFill>
              <a:latin typeface="Arial"/>
              <a:ea typeface="Arial"/>
              <a:cs typeface="Arial"/>
              <a:sym typeface="Arial"/>
            </a:endParaRPr>
          </a:p>
        </p:txBody>
      </p:sp>
      <p:sp>
        <p:nvSpPr>
          <p:cNvPr id="358" name="Google Shape;358;p40"/>
          <p:cNvSpPr txBox="1"/>
          <p:nvPr/>
        </p:nvSpPr>
        <p:spPr>
          <a:xfrm>
            <a:off x="6227064" y="2588588"/>
            <a:ext cx="2654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GB" sz="900" u="none" cap="none" strike="noStrike">
                <a:solidFill>
                  <a:srgbClr val="009C4E"/>
                </a:solidFill>
                <a:latin typeface="Calibri"/>
                <a:ea typeface="Calibri"/>
                <a:cs typeface="Calibri"/>
                <a:sym typeface="Calibri"/>
              </a:rPr>
              <a:t>TECHNICAL</a:t>
            </a:r>
            <a:endParaRPr b="1" i="0" sz="1300" u="none" cap="none" strike="noStrike">
              <a:solidFill>
                <a:srgbClr val="009C4E"/>
              </a:solidFill>
              <a:latin typeface="Arial"/>
              <a:ea typeface="Arial"/>
              <a:cs typeface="Arial"/>
              <a:sym typeface="Arial"/>
            </a:endParaRPr>
          </a:p>
        </p:txBody>
      </p:sp>
      <p:sp>
        <p:nvSpPr>
          <p:cNvPr id="359" name="Google Shape;359;p40"/>
          <p:cNvSpPr txBox="1"/>
          <p:nvPr/>
        </p:nvSpPr>
        <p:spPr>
          <a:xfrm>
            <a:off x="6227075" y="2725749"/>
            <a:ext cx="2736300" cy="579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GB" sz="900" u="none" cap="none" strike="noStrike">
                <a:solidFill>
                  <a:srgbClr val="12688F"/>
                </a:solidFill>
                <a:latin typeface="Calibri"/>
                <a:ea typeface="Calibri"/>
                <a:cs typeface="Calibri"/>
                <a:sym typeface="Calibri"/>
              </a:rPr>
              <a:t>▪  </a:t>
            </a:r>
            <a:r>
              <a:rPr b="1" i="0" lang="en-GB" sz="900" u="none" cap="none" strike="noStrike">
                <a:solidFill>
                  <a:srgbClr val="0B2E4F"/>
                </a:solidFill>
                <a:latin typeface="Calibri"/>
                <a:ea typeface="Calibri"/>
                <a:cs typeface="Calibri"/>
                <a:sym typeface="Calibri"/>
              </a:rPr>
              <a:t>Depth-space level of detail.</a:t>
            </a:r>
            <a:r>
              <a:rPr b="0" i="0" lang="en-GB" sz="900" u="none" cap="none" strike="noStrike">
                <a:solidFill>
                  <a:srgbClr val="14202B"/>
                </a:solidFill>
                <a:latin typeface="Calibri"/>
                <a:ea typeface="Calibri"/>
                <a:cs typeface="Calibri"/>
                <a:sym typeface="Calibri"/>
              </a:rPr>
              <a:t>  At most 10 of 24 slices at once.</a:t>
            </a:r>
            <a:endParaRPr b="0" i="0" sz="13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00"/>
              <a:buFont typeface="Arial"/>
              <a:buNone/>
            </a:pPr>
            <a:r>
              <a:rPr b="1" i="0" lang="en-GB" sz="900" u="none" cap="none" strike="noStrike">
                <a:solidFill>
                  <a:srgbClr val="12688F"/>
                </a:solidFill>
                <a:latin typeface="Calibri"/>
                <a:ea typeface="Calibri"/>
                <a:cs typeface="Calibri"/>
                <a:sym typeface="Calibri"/>
              </a:rPr>
              <a:t>▪  </a:t>
            </a:r>
            <a:r>
              <a:rPr b="1" i="0" lang="en-GB" sz="900" u="none" cap="none" strike="noStrike">
                <a:solidFill>
                  <a:srgbClr val="0B2E4F"/>
                </a:solidFill>
                <a:latin typeface="Calibri"/>
                <a:ea typeface="Calibri"/>
                <a:cs typeface="Calibri"/>
                <a:sym typeface="Calibri"/>
              </a:rPr>
              <a:t>Chunked Zarr over range requests.</a:t>
            </a:r>
            <a:r>
              <a:rPr b="0" i="0" lang="en-GB" sz="900" u="none" cap="none" strike="noStrike">
                <a:solidFill>
                  <a:srgbClr val="14202B"/>
                </a:solidFill>
                <a:latin typeface="Calibri"/>
                <a:ea typeface="Calibri"/>
                <a:cs typeface="Calibri"/>
                <a:sym typeface="Calibri"/>
              </a:rPr>
              <a:t>  Cost is view-dependent.</a:t>
            </a:r>
            <a:endParaRPr b="0" i="0" sz="1300" u="none" cap="none" strike="noStrike">
              <a:solidFill>
                <a:srgbClr val="000000"/>
              </a:solidFill>
              <a:latin typeface="Arial"/>
              <a:ea typeface="Arial"/>
              <a:cs typeface="Arial"/>
              <a:sym typeface="Arial"/>
            </a:endParaRPr>
          </a:p>
        </p:txBody>
      </p:sp>
      <p:sp>
        <p:nvSpPr>
          <p:cNvPr id="360" name="Google Shape;360;p40"/>
          <p:cNvSpPr txBox="1"/>
          <p:nvPr/>
        </p:nvSpPr>
        <p:spPr>
          <a:xfrm>
            <a:off x="6227064" y="3325418"/>
            <a:ext cx="2654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GB" sz="900" u="none" cap="none" strike="noStrike">
                <a:solidFill>
                  <a:srgbClr val="009C4E"/>
                </a:solidFill>
                <a:latin typeface="Calibri"/>
                <a:ea typeface="Calibri"/>
                <a:cs typeface="Calibri"/>
                <a:sym typeface="Calibri"/>
              </a:rPr>
              <a:t>ADOPTION AND TRUST</a:t>
            </a:r>
            <a:endParaRPr b="1" i="0" sz="1300" u="none" cap="none" strike="noStrike">
              <a:solidFill>
                <a:srgbClr val="009C4E"/>
              </a:solidFill>
              <a:latin typeface="Arial"/>
              <a:ea typeface="Arial"/>
              <a:cs typeface="Arial"/>
              <a:sym typeface="Arial"/>
            </a:endParaRPr>
          </a:p>
        </p:txBody>
      </p:sp>
      <p:sp>
        <p:nvSpPr>
          <p:cNvPr id="361" name="Google Shape;361;p40"/>
          <p:cNvSpPr txBox="1"/>
          <p:nvPr/>
        </p:nvSpPr>
        <p:spPr>
          <a:xfrm>
            <a:off x="6227064" y="3491767"/>
            <a:ext cx="2654100" cy="441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GB" sz="900" u="none" cap="none" strike="noStrike">
                <a:solidFill>
                  <a:srgbClr val="12688F"/>
                </a:solidFill>
                <a:latin typeface="Calibri"/>
                <a:ea typeface="Calibri"/>
                <a:cs typeface="Calibri"/>
                <a:sym typeface="Calibri"/>
              </a:rPr>
              <a:t>▪  </a:t>
            </a:r>
            <a:r>
              <a:rPr b="1" i="0" lang="en-GB" sz="900" u="none" cap="none" strike="noStrike">
                <a:solidFill>
                  <a:srgbClr val="0B2E4F"/>
                </a:solidFill>
                <a:latin typeface="Calibri"/>
                <a:ea typeface="Calibri"/>
                <a:cs typeface="Calibri"/>
                <a:sym typeface="Calibri"/>
              </a:rPr>
              <a:t>The caveat travels with the number.</a:t>
            </a:r>
            <a:r>
              <a:rPr b="0" i="0" lang="en-GB" sz="900" u="none" cap="none" strike="noStrike">
                <a:solidFill>
                  <a:srgbClr val="14202B"/>
                </a:solidFill>
                <a:latin typeface="Calibri"/>
                <a:ea typeface="Calibri"/>
                <a:cs typeface="Calibri"/>
                <a:sym typeface="Calibri"/>
              </a:rPr>
              <a:t>  On screen and in the API.</a:t>
            </a:r>
            <a:endParaRPr b="0" i="0" sz="13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00"/>
              <a:buFont typeface="Arial"/>
              <a:buNone/>
            </a:pPr>
            <a:r>
              <a:rPr b="1" i="0" lang="en-GB" sz="900" u="none" cap="none" strike="noStrike">
                <a:solidFill>
                  <a:srgbClr val="12688F"/>
                </a:solidFill>
                <a:latin typeface="Calibri"/>
                <a:ea typeface="Calibri"/>
                <a:cs typeface="Calibri"/>
                <a:sym typeface="Calibri"/>
              </a:rPr>
              <a:t>▪  </a:t>
            </a:r>
            <a:r>
              <a:rPr b="1" i="0" lang="en-GB" sz="900" u="none" cap="none" strike="noStrike">
                <a:solidFill>
                  <a:srgbClr val="0B2E4F"/>
                </a:solidFill>
                <a:latin typeface="Calibri"/>
                <a:ea typeface="Calibri"/>
                <a:cs typeface="Calibri"/>
                <a:sym typeface="Calibri"/>
              </a:rPr>
              <a:t>Four independent drill guards.</a:t>
            </a:r>
            <a:r>
              <a:rPr b="0" i="0" lang="en-GB" sz="900" u="none" cap="none" strike="noStrike">
                <a:solidFill>
                  <a:srgbClr val="14202B"/>
                </a:solidFill>
                <a:latin typeface="Calibri"/>
                <a:ea typeface="Calibri"/>
                <a:cs typeface="Calibri"/>
                <a:sym typeface="Calibri"/>
              </a:rPr>
              <a:t>  Exercise is refused.</a:t>
            </a:r>
            <a:endParaRPr b="0" i="0" sz="1300" u="none" cap="none" strike="noStrike">
              <a:solidFill>
                <a:srgbClr val="000000"/>
              </a:solidFill>
              <a:latin typeface="Arial"/>
              <a:ea typeface="Arial"/>
              <a:cs typeface="Arial"/>
              <a:sym typeface="Arial"/>
            </a:endParaRPr>
          </a:p>
        </p:txBody>
      </p:sp>
      <p:sp>
        <p:nvSpPr>
          <p:cNvPr id="362" name="Google Shape;362;p40"/>
          <p:cNvSpPr/>
          <p:nvPr/>
        </p:nvSpPr>
        <p:spPr>
          <a:xfrm>
            <a:off x="178300" y="4053475"/>
            <a:ext cx="8785200" cy="745800"/>
          </a:xfrm>
          <a:prstGeom prst="rect">
            <a:avLst/>
          </a:prstGeom>
          <a:solidFill>
            <a:srgbClr val="D3E3EC"/>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363" name="Google Shape;363;p40"/>
          <p:cNvSpPr txBox="1"/>
          <p:nvPr/>
        </p:nvSpPr>
        <p:spPr>
          <a:xfrm>
            <a:off x="253739" y="4107813"/>
            <a:ext cx="30174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GB" sz="900" u="none" cap="none" strike="noStrike">
                <a:solidFill>
                  <a:schemeClr val="dk1"/>
                </a:solidFill>
                <a:latin typeface="Calibri"/>
                <a:ea typeface="Calibri"/>
                <a:cs typeface="Calibri"/>
                <a:sym typeface="Calibri"/>
              </a:rPr>
              <a:t>VIABILITY  ·  WHY THIS SURVIVES AFTER THE HACKATHON</a:t>
            </a:r>
            <a:endParaRPr b="0" i="0" sz="1300" u="none" cap="none" strike="noStrike">
              <a:solidFill>
                <a:schemeClr val="dk1"/>
              </a:solidFill>
              <a:latin typeface="Arial"/>
              <a:ea typeface="Arial"/>
              <a:cs typeface="Arial"/>
              <a:sym typeface="Arial"/>
            </a:endParaRPr>
          </a:p>
        </p:txBody>
      </p:sp>
      <p:sp>
        <p:nvSpPr>
          <p:cNvPr id="364" name="Google Shape;364;p40"/>
          <p:cNvSpPr txBox="1"/>
          <p:nvPr/>
        </p:nvSpPr>
        <p:spPr>
          <a:xfrm>
            <a:off x="246085" y="4323742"/>
            <a:ext cx="2324100" cy="280500"/>
          </a:xfrm>
          <a:prstGeom prst="rect">
            <a:avLst/>
          </a:prstGeom>
          <a:noFill/>
          <a:ln>
            <a:noFill/>
          </a:ln>
        </p:spPr>
        <p:txBody>
          <a:bodyPr anchorCtr="0" anchor="t" bIns="0" lIns="0" spcFirstLastPara="1" rIns="0" wrap="square" tIns="0">
            <a:spAutoFit/>
          </a:bodyPr>
          <a:lstStyle/>
          <a:p>
            <a:pPr indent="0" lvl="0" marL="0" marR="0" rtl="0" algn="l">
              <a:lnSpc>
                <a:spcPct val="92000"/>
              </a:lnSpc>
              <a:spcBef>
                <a:spcPts val="0"/>
              </a:spcBef>
              <a:spcAft>
                <a:spcPts val="0"/>
              </a:spcAft>
              <a:buClr>
                <a:srgbClr val="000000"/>
              </a:buClr>
              <a:buSzPts val="900"/>
              <a:buFont typeface="Arial"/>
              <a:buNone/>
            </a:pPr>
            <a:r>
              <a:rPr b="1" i="0" lang="en-GB" sz="900" u="none" cap="none" strike="noStrike">
                <a:solidFill>
                  <a:schemeClr val="dk1"/>
                </a:solidFill>
                <a:latin typeface="Calibri"/>
                <a:ea typeface="Calibri"/>
                <a:cs typeface="Calibri"/>
                <a:sym typeface="Calibri"/>
              </a:rPr>
              <a:t>Native deployment path</a:t>
            </a:r>
            <a:endParaRPr b="0" i="0" sz="1400" u="none" cap="none" strike="noStrike">
              <a:solidFill>
                <a:schemeClr val="dk1"/>
              </a:solidFill>
              <a:latin typeface="Arial"/>
              <a:ea typeface="Arial"/>
              <a:cs typeface="Arial"/>
              <a:sym typeface="Arial"/>
            </a:endParaRPr>
          </a:p>
          <a:p>
            <a:pPr indent="0" lvl="0" marL="0" marR="0" rtl="0" algn="l">
              <a:lnSpc>
                <a:spcPct val="92000"/>
              </a:lnSpc>
              <a:spcBef>
                <a:spcPts val="200"/>
              </a:spcBef>
              <a:spcAft>
                <a:spcPts val="0"/>
              </a:spcAft>
              <a:buClr>
                <a:srgbClr val="000000"/>
              </a:buClr>
              <a:buSzPts val="900"/>
              <a:buFont typeface="Arial"/>
              <a:buNone/>
            </a:pPr>
            <a:r>
              <a:rPr b="0" i="0" lang="en-GB" sz="900" u="none" cap="none" strike="noStrike">
                <a:solidFill>
                  <a:schemeClr val="dk1"/>
                </a:solidFill>
                <a:latin typeface="Calibri"/>
                <a:ea typeface="Calibri"/>
                <a:cs typeface="Calibri"/>
                <a:sym typeface="Calibri"/>
              </a:rPr>
              <a:t>INCOIS's own request. No data migrates.</a:t>
            </a:r>
            <a:endParaRPr b="0" i="0" sz="1400" u="none" cap="none" strike="noStrike">
              <a:solidFill>
                <a:schemeClr val="dk1"/>
              </a:solidFill>
              <a:latin typeface="Arial"/>
              <a:ea typeface="Arial"/>
              <a:cs typeface="Arial"/>
              <a:sym typeface="Arial"/>
            </a:endParaRPr>
          </a:p>
        </p:txBody>
      </p:sp>
      <p:sp>
        <p:nvSpPr>
          <p:cNvPr id="365" name="Google Shape;365;p40"/>
          <p:cNvSpPr txBox="1"/>
          <p:nvPr/>
        </p:nvSpPr>
        <p:spPr>
          <a:xfrm>
            <a:off x="2518344" y="4308822"/>
            <a:ext cx="2066100" cy="408000"/>
          </a:xfrm>
          <a:prstGeom prst="rect">
            <a:avLst/>
          </a:prstGeom>
          <a:noFill/>
          <a:ln>
            <a:noFill/>
          </a:ln>
        </p:spPr>
        <p:txBody>
          <a:bodyPr anchorCtr="0" anchor="t" bIns="0" lIns="0" spcFirstLastPara="1" rIns="0" wrap="square" tIns="0">
            <a:spAutoFit/>
          </a:bodyPr>
          <a:lstStyle/>
          <a:p>
            <a:pPr indent="0" lvl="0" marL="0" marR="0" rtl="0" algn="l">
              <a:lnSpc>
                <a:spcPct val="92000"/>
              </a:lnSpc>
              <a:spcBef>
                <a:spcPts val="0"/>
              </a:spcBef>
              <a:spcAft>
                <a:spcPts val="0"/>
              </a:spcAft>
              <a:buClr>
                <a:srgbClr val="000000"/>
              </a:buClr>
              <a:buSzPts val="900"/>
              <a:buFont typeface="Arial"/>
              <a:buNone/>
            </a:pPr>
            <a:r>
              <a:rPr b="1" i="0" lang="en-GB" sz="900" u="none" cap="none" strike="noStrike">
                <a:solidFill>
                  <a:schemeClr val="dk1"/>
                </a:solidFill>
                <a:latin typeface="Calibri"/>
                <a:ea typeface="Calibri"/>
                <a:cs typeface="Calibri"/>
                <a:sym typeface="Calibri"/>
              </a:rPr>
              <a:t>Standards, not a silo</a:t>
            </a:r>
            <a:endParaRPr b="0" i="0" sz="1300" u="none" cap="none" strike="noStrike">
              <a:solidFill>
                <a:schemeClr val="dk1"/>
              </a:solidFill>
              <a:latin typeface="Arial"/>
              <a:ea typeface="Arial"/>
              <a:cs typeface="Arial"/>
              <a:sym typeface="Arial"/>
            </a:endParaRPr>
          </a:p>
          <a:p>
            <a:pPr indent="0" lvl="0" marL="0" marR="0" rtl="0" algn="l">
              <a:lnSpc>
                <a:spcPct val="92000"/>
              </a:lnSpc>
              <a:spcBef>
                <a:spcPts val="200"/>
              </a:spcBef>
              <a:spcAft>
                <a:spcPts val="0"/>
              </a:spcAft>
              <a:buClr>
                <a:srgbClr val="000000"/>
              </a:buClr>
              <a:buSzPts val="900"/>
              <a:buFont typeface="Arial"/>
              <a:buNone/>
            </a:pPr>
            <a:r>
              <a:rPr b="0" i="0" lang="en-GB" sz="900" u="none" cap="none" strike="noStrike">
                <a:solidFill>
                  <a:schemeClr val="dk1"/>
                </a:solidFill>
                <a:latin typeface="Calibri"/>
                <a:ea typeface="Calibri"/>
                <a:cs typeface="Calibri"/>
                <a:sym typeface="Calibri"/>
              </a:rPr>
              <a:t>WMS 1.3.0 and WCS 1.0.0: their tools read it.</a:t>
            </a:r>
            <a:endParaRPr b="0" i="0" sz="1300" u="none" cap="none" strike="noStrike">
              <a:solidFill>
                <a:schemeClr val="dk1"/>
              </a:solidFill>
              <a:latin typeface="Arial"/>
              <a:ea typeface="Arial"/>
              <a:cs typeface="Arial"/>
              <a:sym typeface="Arial"/>
            </a:endParaRPr>
          </a:p>
        </p:txBody>
      </p:sp>
      <p:sp>
        <p:nvSpPr>
          <p:cNvPr id="366" name="Google Shape;366;p40"/>
          <p:cNvSpPr txBox="1"/>
          <p:nvPr/>
        </p:nvSpPr>
        <p:spPr>
          <a:xfrm>
            <a:off x="4676715" y="4276469"/>
            <a:ext cx="2066100" cy="280500"/>
          </a:xfrm>
          <a:prstGeom prst="rect">
            <a:avLst/>
          </a:prstGeom>
          <a:noFill/>
          <a:ln>
            <a:noFill/>
          </a:ln>
        </p:spPr>
        <p:txBody>
          <a:bodyPr anchorCtr="0" anchor="t" bIns="0" lIns="0" spcFirstLastPara="1" rIns="0" wrap="square" tIns="0">
            <a:spAutoFit/>
          </a:bodyPr>
          <a:lstStyle/>
          <a:p>
            <a:pPr indent="0" lvl="0" marL="0" marR="0" rtl="0" algn="l">
              <a:lnSpc>
                <a:spcPct val="92000"/>
              </a:lnSpc>
              <a:spcBef>
                <a:spcPts val="0"/>
              </a:spcBef>
              <a:spcAft>
                <a:spcPts val="0"/>
              </a:spcAft>
              <a:buClr>
                <a:srgbClr val="000000"/>
              </a:buClr>
              <a:buSzPts val="900"/>
              <a:buFont typeface="Arial"/>
              <a:buNone/>
            </a:pPr>
            <a:r>
              <a:rPr b="1" i="0" lang="en-GB" sz="900" u="none" cap="none" strike="noStrike">
                <a:solidFill>
                  <a:schemeClr val="dk1"/>
                </a:solidFill>
                <a:latin typeface="Calibri"/>
                <a:ea typeface="Calibri"/>
                <a:cs typeface="Calibri"/>
                <a:sym typeface="Calibri"/>
              </a:rPr>
              <a:t>Maintainable by the owner</a:t>
            </a:r>
            <a:endParaRPr b="0" i="0" sz="1300" u="none" cap="none" strike="noStrike">
              <a:solidFill>
                <a:schemeClr val="dk1"/>
              </a:solidFill>
              <a:latin typeface="Arial"/>
              <a:ea typeface="Arial"/>
              <a:cs typeface="Arial"/>
              <a:sym typeface="Arial"/>
            </a:endParaRPr>
          </a:p>
          <a:p>
            <a:pPr indent="0" lvl="0" marL="0" marR="0" rtl="0" algn="l">
              <a:lnSpc>
                <a:spcPct val="92000"/>
              </a:lnSpc>
              <a:spcBef>
                <a:spcPts val="200"/>
              </a:spcBef>
              <a:spcAft>
                <a:spcPts val="0"/>
              </a:spcAft>
              <a:buClr>
                <a:srgbClr val="000000"/>
              </a:buClr>
              <a:buSzPts val="900"/>
              <a:buFont typeface="Arial"/>
              <a:buNone/>
            </a:pPr>
            <a:r>
              <a:rPr b="0" i="0" lang="en-GB" sz="900" u="none" cap="none" strike="noStrike">
                <a:solidFill>
                  <a:schemeClr val="dk1"/>
                </a:solidFill>
                <a:latin typeface="Calibri"/>
                <a:ea typeface="Calibri"/>
                <a:cs typeface="Calibri"/>
                <a:sym typeface="Calibri"/>
              </a:rPr>
              <a:t>Standard Python and JavaScript.</a:t>
            </a:r>
            <a:endParaRPr b="0" i="0" sz="1300" u="none" cap="none" strike="noStrike">
              <a:solidFill>
                <a:schemeClr val="dk1"/>
              </a:solidFill>
              <a:latin typeface="Arial"/>
              <a:ea typeface="Arial"/>
              <a:cs typeface="Arial"/>
              <a:sym typeface="Arial"/>
            </a:endParaRPr>
          </a:p>
        </p:txBody>
      </p:sp>
      <p:sp>
        <p:nvSpPr>
          <p:cNvPr id="367" name="Google Shape;367;p40"/>
          <p:cNvSpPr txBox="1"/>
          <p:nvPr/>
        </p:nvSpPr>
        <p:spPr>
          <a:xfrm>
            <a:off x="6793359" y="4264001"/>
            <a:ext cx="2220900" cy="280500"/>
          </a:xfrm>
          <a:prstGeom prst="rect">
            <a:avLst/>
          </a:prstGeom>
          <a:noFill/>
          <a:ln>
            <a:noFill/>
          </a:ln>
        </p:spPr>
        <p:txBody>
          <a:bodyPr anchorCtr="0" anchor="t" bIns="0" lIns="0" spcFirstLastPara="1" rIns="0" wrap="square" tIns="0">
            <a:spAutoFit/>
          </a:bodyPr>
          <a:lstStyle/>
          <a:p>
            <a:pPr indent="0" lvl="0" marL="0" marR="0" rtl="0" algn="l">
              <a:lnSpc>
                <a:spcPct val="92000"/>
              </a:lnSpc>
              <a:spcBef>
                <a:spcPts val="0"/>
              </a:spcBef>
              <a:spcAft>
                <a:spcPts val="0"/>
              </a:spcAft>
              <a:buClr>
                <a:srgbClr val="000000"/>
              </a:buClr>
              <a:buSzPts val="900"/>
              <a:buFont typeface="Arial"/>
              <a:buNone/>
            </a:pPr>
            <a:r>
              <a:rPr b="1" i="0" lang="en-GB" sz="900" u="none" cap="none" strike="noStrike">
                <a:solidFill>
                  <a:schemeClr val="dk1"/>
                </a:solidFill>
                <a:latin typeface="Calibri"/>
                <a:ea typeface="Calibri"/>
                <a:cs typeface="Calibri"/>
                <a:sym typeface="Calibri"/>
              </a:rPr>
              <a:t>Costs nothing to keep</a:t>
            </a:r>
            <a:endParaRPr b="0" i="0" sz="1400" u="none" cap="none" strike="noStrike">
              <a:solidFill>
                <a:schemeClr val="dk1"/>
              </a:solidFill>
              <a:latin typeface="Arial"/>
              <a:ea typeface="Arial"/>
              <a:cs typeface="Arial"/>
              <a:sym typeface="Arial"/>
            </a:endParaRPr>
          </a:p>
          <a:p>
            <a:pPr indent="0" lvl="0" marL="0" marR="0" rtl="0" algn="l">
              <a:lnSpc>
                <a:spcPct val="92000"/>
              </a:lnSpc>
              <a:spcBef>
                <a:spcPts val="200"/>
              </a:spcBef>
              <a:spcAft>
                <a:spcPts val="0"/>
              </a:spcAft>
              <a:buClr>
                <a:srgbClr val="000000"/>
              </a:buClr>
              <a:buSzPts val="900"/>
              <a:buFont typeface="Arial"/>
              <a:buNone/>
            </a:pPr>
            <a:r>
              <a:rPr b="0" i="0" lang="en-GB" sz="900" u="none" cap="none" strike="noStrike">
                <a:solidFill>
                  <a:schemeClr val="dk1"/>
                </a:solidFill>
                <a:latin typeface="Calibri"/>
                <a:ea typeface="Calibri"/>
                <a:cs typeface="Calibri"/>
                <a:sym typeface="Calibri"/>
              </a:rPr>
              <a:t>Zero licences, one GPU server.</a:t>
            </a:r>
            <a:endParaRPr b="0" i="0" sz="1400" u="none" cap="none" strike="noStrike">
              <a:solidFill>
                <a:schemeClr val="dk1"/>
              </a:solidFill>
              <a:latin typeface="Arial"/>
              <a:ea typeface="Arial"/>
              <a:cs typeface="Arial"/>
              <a:sym typeface="Arial"/>
            </a:endParaRPr>
          </a:p>
        </p:txBody>
      </p:sp>
      <p:sp>
        <p:nvSpPr>
          <p:cNvPr descr="Your startup LOGO" id="368" name="Google Shape;368;p40"/>
          <p:cNvSpPr/>
          <p:nvPr/>
        </p:nvSpPr>
        <p:spPr>
          <a:xfrm>
            <a:off x="112625" y="78400"/>
            <a:ext cx="1089300" cy="605400"/>
          </a:xfrm>
          <a:prstGeom prst="ellipse">
            <a:avLst/>
          </a:prstGeom>
          <a:solidFill>
            <a:schemeClr val="lt1"/>
          </a:solidFill>
          <a:ln cap="flat" cmpd="sng" w="25400">
            <a:solidFill>
              <a:schemeClr val="accent1"/>
            </a:solidFill>
            <a:prstDash val="solid"/>
            <a:round/>
            <a:headEnd len="sm" w="sm" type="none"/>
            <a:tailEnd len="sm" w="sm" type="none"/>
          </a:ln>
        </p:spPr>
        <p:txBody>
          <a:bodyPr anchorCtr="0" anchor="ctr" bIns="34275" lIns="68575" spcFirstLastPara="1" rIns="68575" wrap="none" tIns="34275">
            <a:noAutofit/>
          </a:bodyPr>
          <a:lstStyle/>
          <a:p>
            <a:pPr indent="0" lvl="0" marL="0" marR="0" rtl="0" algn="ctr">
              <a:lnSpc>
                <a:spcPct val="95000"/>
              </a:lnSpc>
              <a:spcBef>
                <a:spcPts val="400"/>
              </a:spcBef>
              <a:spcAft>
                <a:spcPts val="0"/>
              </a:spcAft>
              <a:buClr>
                <a:schemeClr val="dk1"/>
              </a:buClr>
              <a:buSzPts val="1200"/>
              <a:buFont typeface="Arial"/>
              <a:buNone/>
            </a:pPr>
            <a:r>
              <a:rPr b="1" i="0" lang="en-GB" sz="1200" u="none" cap="none" strike="noStrike">
                <a:solidFill>
                  <a:srgbClr val="FF0000"/>
                </a:solidFill>
                <a:latin typeface="Calibri"/>
                <a:ea typeface="Calibri"/>
                <a:cs typeface="Calibri"/>
                <a:sym typeface="Calibri"/>
              </a:rPr>
              <a:t>Pixel</a:t>
            </a:r>
            <a:r>
              <a:rPr b="1" i="0" lang="en-GB" sz="1200" u="none" cap="none" strike="noStrike">
                <a:solidFill>
                  <a:srgbClr val="1C4587"/>
                </a:solidFill>
                <a:latin typeface="Calibri"/>
                <a:ea typeface="Calibri"/>
                <a:cs typeface="Calibri"/>
                <a:sym typeface="Calibri"/>
              </a:rPr>
              <a:t>Paws</a:t>
            </a:r>
            <a:endParaRPr b="1" i="0" sz="1200" u="none" cap="none" strike="noStrike">
              <a:solidFill>
                <a:srgbClr val="1C4587"/>
              </a:solidFill>
              <a:latin typeface="Calibri"/>
              <a:ea typeface="Calibri"/>
              <a:cs typeface="Calibri"/>
              <a:sym typeface="Calibri"/>
            </a:endParaRPr>
          </a:p>
        </p:txBody>
      </p:sp>
      <p:sp>
        <p:nvSpPr>
          <p:cNvPr id="369" name="Google Shape;369;p40"/>
          <p:cNvSpPr/>
          <p:nvPr/>
        </p:nvSpPr>
        <p:spPr>
          <a:xfrm rot="5400000">
            <a:off x="6003036" y="2670048"/>
            <a:ext cx="109728" cy="128016"/>
          </a:xfrm>
          <a:prstGeom prst="triangle">
            <a:avLst>
              <a:gd fmla="val 50000" name="adj"/>
            </a:avLst>
          </a:prstGeom>
          <a:solidFill>
            <a:srgbClr val="C03A2B"/>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70" name="Google Shape;370;p40"/>
          <p:cNvSpPr/>
          <p:nvPr/>
        </p:nvSpPr>
        <p:spPr>
          <a:xfrm rot="5400000">
            <a:off x="6003036" y="3328416"/>
            <a:ext cx="109728" cy="128016"/>
          </a:xfrm>
          <a:prstGeom prst="triangle">
            <a:avLst>
              <a:gd fmla="val 50000" name="adj"/>
            </a:avLst>
          </a:prstGeom>
          <a:solidFill>
            <a:srgbClr val="C03A2B"/>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71" name="Google Shape;371;p40"/>
          <p:cNvSpPr/>
          <p:nvPr/>
        </p:nvSpPr>
        <p:spPr>
          <a:xfrm>
            <a:off x="256031" y="2542032"/>
            <a:ext cx="941262" cy="1371600"/>
          </a:xfrm>
          <a:prstGeom prst="rect">
            <a:avLst/>
          </a:prstGeom>
          <a:solidFill>
            <a:srgbClr val="1F4E7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pic>
        <p:nvPicPr>
          <p:cNvPr descr="mobile.png" id="372" name="Google Shape;372;p40"/>
          <p:cNvPicPr preferRelativeResize="0"/>
          <p:nvPr/>
        </p:nvPicPr>
        <p:blipFill rotWithShape="1">
          <a:blip r:embed="rId4">
            <a:alphaModFix/>
          </a:blip>
          <a:srcRect b="0" l="0" r="0" t="0"/>
          <a:stretch/>
        </p:blipFill>
        <p:spPr>
          <a:xfrm>
            <a:off x="274320" y="2560320"/>
            <a:ext cx="904686" cy="1335024"/>
          </a:xfrm>
          <a:prstGeom prst="rect">
            <a:avLst/>
          </a:prstGeom>
          <a:noFill/>
          <a:ln>
            <a:noFill/>
          </a:ln>
        </p:spPr>
      </p:pic>
      <p:sp>
        <p:nvSpPr>
          <p:cNvPr id="373" name="Google Shape;373;p40"/>
          <p:cNvSpPr txBox="1"/>
          <p:nvPr/>
        </p:nvSpPr>
        <p:spPr>
          <a:xfrm>
            <a:off x="1328604" y="2658716"/>
            <a:ext cx="1920300" cy="152700"/>
          </a:xfrm>
          <a:prstGeom prst="rect">
            <a:avLst/>
          </a:prstGeom>
          <a:noFill/>
          <a:ln>
            <a:noFill/>
          </a:ln>
        </p:spPr>
        <p:txBody>
          <a:bodyPr anchorCtr="0" anchor="t" bIns="18275" lIns="27425" spcFirstLastPara="1" rIns="27425" wrap="square" tIns="18275">
            <a:spAutoFit/>
          </a:bodyPr>
          <a:lstStyle/>
          <a:p>
            <a:pPr indent="0" lvl="0" marL="0" marR="0" rtl="0" algn="l">
              <a:lnSpc>
                <a:spcPct val="94000"/>
              </a:lnSpc>
              <a:spcBef>
                <a:spcPts val="0"/>
              </a:spcBef>
              <a:spcAft>
                <a:spcPts val="0"/>
              </a:spcAft>
              <a:buNone/>
            </a:pPr>
            <a:r>
              <a:rPr b="1" i="0" lang="en-GB" sz="800" u="none" cap="none" strike="noStrike">
                <a:solidFill>
                  <a:srgbClr val="1F4E79"/>
                </a:solidFill>
                <a:latin typeface="Arial"/>
                <a:ea typeface="Arial"/>
                <a:cs typeface="Arial"/>
                <a:sym typeface="Arial"/>
              </a:rPr>
              <a:t>THE SAME BUILD, ON A PHONE</a:t>
            </a:r>
            <a:endParaRPr/>
          </a:p>
        </p:txBody>
      </p:sp>
      <p:sp>
        <p:nvSpPr>
          <p:cNvPr id="374" name="Google Shape;374;p40"/>
          <p:cNvSpPr/>
          <p:nvPr/>
        </p:nvSpPr>
        <p:spPr>
          <a:xfrm>
            <a:off x="1328604" y="2855312"/>
            <a:ext cx="100500" cy="100500"/>
          </a:xfrm>
          <a:prstGeom prst="ellipse">
            <a:avLst/>
          </a:prstGeom>
          <a:solidFill>
            <a:srgbClr val="C03A2B"/>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GB" sz="600" u="none" cap="none" strike="noStrike">
                <a:solidFill>
                  <a:srgbClr val="FFFFFF"/>
                </a:solidFill>
                <a:latin typeface="Arial"/>
                <a:ea typeface="Arial"/>
                <a:cs typeface="Arial"/>
                <a:sym typeface="Arial"/>
              </a:rPr>
              <a:t>1</a:t>
            </a:r>
            <a:endParaRPr/>
          </a:p>
        </p:txBody>
      </p:sp>
      <p:sp>
        <p:nvSpPr>
          <p:cNvPr id="375" name="Google Shape;375;p40"/>
          <p:cNvSpPr txBox="1"/>
          <p:nvPr/>
        </p:nvSpPr>
        <p:spPr>
          <a:xfrm>
            <a:off x="1465764" y="2841596"/>
            <a:ext cx="1783200" cy="152700"/>
          </a:xfrm>
          <a:prstGeom prst="rect">
            <a:avLst/>
          </a:prstGeom>
          <a:noFill/>
          <a:ln>
            <a:noFill/>
          </a:ln>
        </p:spPr>
        <p:txBody>
          <a:bodyPr anchorCtr="0" anchor="t" bIns="18275" lIns="27425" spcFirstLastPara="1" rIns="27425" wrap="square" tIns="18275">
            <a:spAutoFit/>
          </a:bodyPr>
          <a:lstStyle/>
          <a:p>
            <a:pPr indent="0" lvl="0" marL="0" marR="0" rtl="0" algn="l">
              <a:lnSpc>
                <a:spcPct val="94000"/>
              </a:lnSpc>
              <a:spcBef>
                <a:spcPts val="0"/>
              </a:spcBef>
              <a:spcAft>
                <a:spcPts val="0"/>
              </a:spcAft>
              <a:buNone/>
            </a:pPr>
            <a:r>
              <a:rPr b="0" i="0" lang="en-GB" sz="800" u="none" cap="none" strike="noStrike">
                <a:solidFill>
                  <a:srgbClr val="5A6B78"/>
                </a:solidFill>
                <a:latin typeface="Arial"/>
                <a:ea typeface="Arial"/>
                <a:cs typeface="Arial"/>
                <a:sym typeface="Arial"/>
              </a:rPr>
              <a:t>variable selector</a:t>
            </a:r>
            <a:endParaRPr/>
          </a:p>
        </p:txBody>
      </p:sp>
      <p:sp>
        <p:nvSpPr>
          <p:cNvPr id="376" name="Google Shape;376;p40"/>
          <p:cNvSpPr/>
          <p:nvPr/>
        </p:nvSpPr>
        <p:spPr>
          <a:xfrm>
            <a:off x="1328604" y="3015331"/>
            <a:ext cx="100500" cy="100500"/>
          </a:xfrm>
          <a:prstGeom prst="ellipse">
            <a:avLst/>
          </a:prstGeom>
          <a:solidFill>
            <a:srgbClr val="C03A2B"/>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GB" sz="600" u="none" cap="none" strike="noStrike">
                <a:solidFill>
                  <a:srgbClr val="FFFFFF"/>
                </a:solidFill>
                <a:latin typeface="Arial"/>
                <a:ea typeface="Arial"/>
                <a:cs typeface="Arial"/>
                <a:sym typeface="Arial"/>
              </a:rPr>
              <a:t>2</a:t>
            </a:r>
            <a:endParaRPr/>
          </a:p>
        </p:txBody>
      </p:sp>
      <p:sp>
        <p:nvSpPr>
          <p:cNvPr id="377" name="Google Shape;377;p40"/>
          <p:cNvSpPr txBox="1"/>
          <p:nvPr/>
        </p:nvSpPr>
        <p:spPr>
          <a:xfrm>
            <a:off x="1465764" y="3001615"/>
            <a:ext cx="1783200" cy="152700"/>
          </a:xfrm>
          <a:prstGeom prst="rect">
            <a:avLst/>
          </a:prstGeom>
          <a:noFill/>
          <a:ln>
            <a:noFill/>
          </a:ln>
        </p:spPr>
        <p:txBody>
          <a:bodyPr anchorCtr="0" anchor="t" bIns="18275" lIns="27425" spcFirstLastPara="1" rIns="27425" wrap="square" tIns="18275">
            <a:spAutoFit/>
          </a:bodyPr>
          <a:lstStyle/>
          <a:p>
            <a:pPr indent="0" lvl="0" marL="0" marR="0" rtl="0" algn="l">
              <a:lnSpc>
                <a:spcPct val="94000"/>
              </a:lnSpc>
              <a:spcBef>
                <a:spcPts val="0"/>
              </a:spcBef>
              <a:spcAft>
                <a:spcPts val="0"/>
              </a:spcAft>
              <a:buNone/>
            </a:pPr>
            <a:r>
              <a:rPr b="0" i="0" lang="en-GB" sz="800" u="none" cap="none" strike="noStrike">
                <a:solidFill>
                  <a:srgbClr val="5A6B78"/>
                </a:solidFill>
                <a:latin typeface="Arial"/>
                <a:ea typeface="Arial"/>
                <a:cs typeface="Arial"/>
                <a:sym typeface="Arial"/>
              </a:rPr>
              <a:t>colorbar, min / max, log</a:t>
            </a:r>
            <a:endParaRPr/>
          </a:p>
        </p:txBody>
      </p:sp>
      <p:sp>
        <p:nvSpPr>
          <p:cNvPr id="378" name="Google Shape;378;p40"/>
          <p:cNvSpPr/>
          <p:nvPr/>
        </p:nvSpPr>
        <p:spPr>
          <a:xfrm>
            <a:off x="1328604" y="3175352"/>
            <a:ext cx="100500" cy="100500"/>
          </a:xfrm>
          <a:prstGeom prst="ellipse">
            <a:avLst/>
          </a:prstGeom>
          <a:solidFill>
            <a:srgbClr val="C03A2B"/>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GB" sz="600" u="none" cap="none" strike="noStrike">
                <a:solidFill>
                  <a:srgbClr val="FFFFFF"/>
                </a:solidFill>
                <a:latin typeface="Arial"/>
                <a:ea typeface="Arial"/>
                <a:cs typeface="Arial"/>
                <a:sym typeface="Arial"/>
              </a:rPr>
              <a:t>3</a:t>
            </a:r>
            <a:endParaRPr/>
          </a:p>
        </p:txBody>
      </p:sp>
      <p:sp>
        <p:nvSpPr>
          <p:cNvPr id="379" name="Google Shape;379;p40"/>
          <p:cNvSpPr txBox="1"/>
          <p:nvPr/>
        </p:nvSpPr>
        <p:spPr>
          <a:xfrm>
            <a:off x="1465764" y="3161636"/>
            <a:ext cx="1783200" cy="152700"/>
          </a:xfrm>
          <a:prstGeom prst="rect">
            <a:avLst/>
          </a:prstGeom>
          <a:noFill/>
          <a:ln>
            <a:noFill/>
          </a:ln>
        </p:spPr>
        <p:txBody>
          <a:bodyPr anchorCtr="0" anchor="t" bIns="18275" lIns="27425" spcFirstLastPara="1" rIns="27425" wrap="square" tIns="18275">
            <a:spAutoFit/>
          </a:bodyPr>
          <a:lstStyle/>
          <a:p>
            <a:pPr indent="0" lvl="0" marL="0" marR="0" rtl="0" algn="l">
              <a:lnSpc>
                <a:spcPct val="94000"/>
              </a:lnSpc>
              <a:spcBef>
                <a:spcPts val="0"/>
              </a:spcBef>
              <a:spcAft>
                <a:spcPts val="0"/>
              </a:spcAft>
              <a:buNone/>
            </a:pPr>
            <a:r>
              <a:rPr b="0" i="0" lang="en-GB" sz="800" u="none" cap="none" strike="noStrike">
                <a:solidFill>
                  <a:srgbClr val="5A6B78"/>
                </a:solidFill>
                <a:latin typeface="Arial"/>
                <a:ea typeface="Arial"/>
                <a:cs typeface="Arial"/>
                <a:sym typeface="Arial"/>
              </a:rPr>
              <a:t>24 levels, 5 m to 2000 m</a:t>
            </a:r>
            <a:endParaRPr/>
          </a:p>
        </p:txBody>
      </p:sp>
      <p:sp>
        <p:nvSpPr>
          <p:cNvPr id="380" name="Google Shape;380;p40"/>
          <p:cNvSpPr/>
          <p:nvPr/>
        </p:nvSpPr>
        <p:spPr>
          <a:xfrm>
            <a:off x="1328604" y="3335372"/>
            <a:ext cx="100500" cy="100500"/>
          </a:xfrm>
          <a:prstGeom prst="ellipse">
            <a:avLst/>
          </a:prstGeom>
          <a:solidFill>
            <a:srgbClr val="C03A2B"/>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GB" sz="600" u="none" cap="none" strike="noStrike">
                <a:solidFill>
                  <a:srgbClr val="FFFFFF"/>
                </a:solidFill>
                <a:latin typeface="Arial"/>
                <a:ea typeface="Arial"/>
                <a:cs typeface="Arial"/>
                <a:sym typeface="Arial"/>
              </a:rPr>
              <a:t>4</a:t>
            </a:r>
            <a:endParaRPr/>
          </a:p>
        </p:txBody>
      </p:sp>
      <p:sp>
        <p:nvSpPr>
          <p:cNvPr id="381" name="Google Shape;381;p40"/>
          <p:cNvSpPr/>
          <p:nvPr/>
        </p:nvSpPr>
        <p:spPr>
          <a:xfrm rot="5400000">
            <a:off x="6003036" y="2020824"/>
            <a:ext cx="109728" cy="128016"/>
          </a:xfrm>
          <a:prstGeom prst="triangle">
            <a:avLst>
              <a:gd fmla="val 50000" name="adj"/>
            </a:avLst>
          </a:prstGeom>
          <a:solidFill>
            <a:srgbClr val="C03A2B"/>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82" name="Google Shape;382;p40"/>
          <p:cNvSpPr txBox="1"/>
          <p:nvPr/>
        </p:nvSpPr>
        <p:spPr>
          <a:xfrm>
            <a:off x="1465764" y="3321655"/>
            <a:ext cx="1783200" cy="152700"/>
          </a:xfrm>
          <a:prstGeom prst="rect">
            <a:avLst/>
          </a:prstGeom>
          <a:noFill/>
          <a:ln>
            <a:noFill/>
          </a:ln>
        </p:spPr>
        <p:txBody>
          <a:bodyPr anchorCtr="0" anchor="t" bIns="18275" lIns="27425" spcFirstLastPara="1" rIns="27425" wrap="square" tIns="18275">
            <a:spAutoFit/>
          </a:bodyPr>
          <a:lstStyle/>
          <a:p>
            <a:pPr indent="0" lvl="0" marL="0" marR="0" rtl="0" algn="l">
              <a:lnSpc>
                <a:spcPct val="94000"/>
              </a:lnSpc>
              <a:spcBef>
                <a:spcPts val="0"/>
              </a:spcBef>
              <a:spcAft>
                <a:spcPts val="0"/>
              </a:spcAft>
              <a:buNone/>
            </a:pPr>
            <a:r>
              <a:rPr b="0" i="0" lang="en-GB" sz="800" u="none" cap="none" strike="noStrike">
                <a:solidFill>
                  <a:srgbClr val="5A6B78"/>
                </a:solidFill>
                <a:latin typeface="Arial"/>
                <a:ea typeface="Arial"/>
                <a:cs typeface="Arial"/>
                <a:sym typeface="Arial"/>
              </a:rPr>
              <a:t>vertical exaggeration</a:t>
            </a:r>
            <a:endParaRPr/>
          </a:p>
        </p:txBody>
      </p:sp>
      <p:sp>
        <p:nvSpPr>
          <p:cNvPr id="383" name="Google Shape;383;p40"/>
          <p:cNvSpPr/>
          <p:nvPr/>
        </p:nvSpPr>
        <p:spPr>
          <a:xfrm>
            <a:off x="1328604" y="3495391"/>
            <a:ext cx="100500" cy="100500"/>
          </a:xfrm>
          <a:prstGeom prst="ellipse">
            <a:avLst/>
          </a:prstGeom>
          <a:solidFill>
            <a:srgbClr val="C03A2B"/>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GB" sz="600" u="none" cap="none" strike="noStrike">
                <a:solidFill>
                  <a:srgbClr val="FFFFFF"/>
                </a:solidFill>
                <a:latin typeface="Arial"/>
                <a:ea typeface="Arial"/>
                <a:cs typeface="Arial"/>
                <a:sym typeface="Arial"/>
              </a:rPr>
              <a:t>5</a:t>
            </a:r>
            <a:endParaRPr/>
          </a:p>
        </p:txBody>
      </p:sp>
      <p:sp>
        <p:nvSpPr>
          <p:cNvPr id="384" name="Google Shape;384;p40"/>
          <p:cNvSpPr txBox="1"/>
          <p:nvPr/>
        </p:nvSpPr>
        <p:spPr>
          <a:xfrm>
            <a:off x="1465764" y="3481675"/>
            <a:ext cx="1783200" cy="152700"/>
          </a:xfrm>
          <a:prstGeom prst="rect">
            <a:avLst/>
          </a:prstGeom>
          <a:noFill/>
          <a:ln>
            <a:noFill/>
          </a:ln>
        </p:spPr>
        <p:txBody>
          <a:bodyPr anchorCtr="0" anchor="t" bIns="18275" lIns="27425" spcFirstLastPara="1" rIns="27425" wrap="square" tIns="18275">
            <a:spAutoFit/>
          </a:bodyPr>
          <a:lstStyle/>
          <a:p>
            <a:pPr indent="0" lvl="0" marL="0" marR="0" rtl="0" algn="l">
              <a:lnSpc>
                <a:spcPct val="94000"/>
              </a:lnSpc>
              <a:spcBef>
                <a:spcPts val="0"/>
              </a:spcBef>
              <a:spcAft>
                <a:spcPts val="0"/>
              </a:spcAft>
              <a:buNone/>
            </a:pPr>
            <a:r>
              <a:rPr b="0" i="0" lang="en-GB" sz="800" u="none" cap="none" strike="noStrike">
                <a:solidFill>
                  <a:srgbClr val="5A6B78"/>
                </a:solidFill>
                <a:latin typeface="Arial"/>
                <a:ea typeface="Arial"/>
                <a:cs typeface="Arial"/>
                <a:sym typeface="Arial"/>
              </a:rPr>
              <a:t>layer opacity</a:t>
            </a:r>
            <a:endParaRPr/>
          </a:p>
        </p:txBody>
      </p:sp>
      <p:sp>
        <p:nvSpPr>
          <p:cNvPr id="385" name="Google Shape;385;p40"/>
          <p:cNvSpPr/>
          <p:nvPr/>
        </p:nvSpPr>
        <p:spPr>
          <a:xfrm>
            <a:off x="1328604" y="3655412"/>
            <a:ext cx="100500" cy="100500"/>
          </a:xfrm>
          <a:prstGeom prst="ellipse">
            <a:avLst/>
          </a:prstGeom>
          <a:solidFill>
            <a:srgbClr val="C03A2B"/>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GB" sz="600" u="none" cap="none" strike="noStrike">
                <a:solidFill>
                  <a:srgbClr val="FFFFFF"/>
                </a:solidFill>
                <a:latin typeface="Arial"/>
                <a:ea typeface="Arial"/>
                <a:cs typeface="Arial"/>
                <a:sym typeface="Arial"/>
              </a:rPr>
              <a:t>6</a:t>
            </a:r>
            <a:endParaRPr/>
          </a:p>
        </p:txBody>
      </p:sp>
      <p:sp>
        <p:nvSpPr>
          <p:cNvPr id="386" name="Google Shape;386;p40"/>
          <p:cNvSpPr txBox="1"/>
          <p:nvPr/>
        </p:nvSpPr>
        <p:spPr>
          <a:xfrm>
            <a:off x="1465764" y="3641696"/>
            <a:ext cx="1783200" cy="152700"/>
          </a:xfrm>
          <a:prstGeom prst="rect">
            <a:avLst/>
          </a:prstGeom>
          <a:noFill/>
          <a:ln>
            <a:noFill/>
          </a:ln>
        </p:spPr>
        <p:txBody>
          <a:bodyPr anchorCtr="0" anchor="t" bIns="18275" lIns="27425" spcFirstLastPara="1" rIns="27425" wrap="square" tIns="18275">
            <a:spAutoFit/>
          </a:bodyPr>
          <a:lstStyle/>
          <a:p>
            <a:pPr indent="0" lvl="0" marL="0" marR="0" rtl="0" algn="l">
              <a:lnSpc>
                <a:spcPct val="94000"/>
              </a:lnSpc>
              <a:spcBef>
                <a:spcPts val="0"/>
              </a:spcBef>
              <a:spcAft>
                <a:spcPts val="0"/>
              </a:spcAft>
              <a:buNone/>
            </a:pPr>
            <a:r>
              <a:rPr b="0" i="0" lang="en-GB" sz="800" u="none" cap="none" strike="noStrike">
                <a:solidFill>
                  <a:srgbClr val="5A6B78"/>
                </a:solidFill>
                <a:latin typeface="Arial"/>
                <a:ea typeface="Arial"/>
                <a:cs typeface="Arial"/>
                <a:sym typeface="Arial"/>
              </a:rPr>
              <a:t>time-step animation</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1" name="Shape 391"/>
        <p:cNvGrpSpPr/>
        <p:nvPr/>
      </p:nvGrpSpPr>
      <p:grpSpPr>
        <a:xfrm>
          <a:off x="0" y="0"/>
          <a:ext cx="0" cy="0"/>
          <a:chOff x="0" y="0"/>
          <a:chExt cx="0" cy="0"/>
        </a:xfrm>
      </p:grpSpPr>
      <p:sp>
        <p:nvSpPr>
          <p:cNvPr id="392" name="Google Shape;392;p41"/>
          <p:cNvSpPr/>
          <p:nvPr/>
        </p:nvSpPr>
        <p:spPr>
          <a:xfrm>
            <a:off x="0" y="4820375"/>
            <a:ext cx="9144000" cy="323100"/>
          </a:xfrm>
          <a:prstGeom prst="rect">
            <a:avLst/>
          </a:prstGeom>
          <a:solidFill>
            <a:srgbClr val="0070C0"/>
          </a:solidFill>
          <a:ln>
            <a:noFill/>
          </a:ln>
          <a:effectLst>
            <a:outerShdw rotWithShape="0" dir="5400000" dist="23000">
              <a:srgbClr val="808080">
                <a:alpha val="3490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400"/>
              <a:buFont typeface="Calibri"/>
              <a:buNone/>
            </a:pPr>
            <a:r>
              <a:t/>
            </a:r>
            <a:endParaRPr b="0" i="0" sz="1400" u="none" cap="none" strike="noStrike">
              <a:solidFill>
                <a:srgbClr val="953734"/>
              </a:solidFill>
              <a:latin typeface="Calibri"/>
              <a:ea typeface="Calibri"/>
              <a:cs typeface="Calibri"/>
              <a:sym typeface="Calibri"/>
            </a:endParaRPr>
          </a:p>
        </p:txBody>
      </p:sp>
      <p:sp>
        <p:nvSpPr>
          <p:cNvPr id="393" name="Google Shape;393;p41"/>
          <p:cNvSpPr txBox="1"/>
          <p:nvPr>
            <p:ph type="title"/>
          </p:nvPr>
        </p:nvSpPr>
        <p:spPr>
          <a:xfrm>
            <a:off x="1221159" y="77434"/>
            <a:ext cx="7338000" cy="6309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b="1" lang="en-GB" sz="2000">
                <a:solidFill>
                  <a:srgbClr val="0B2E4F"/>
                </a:solidFill>
                <a:latin typeface="Times New Roman"/>
                <a:ea typeface="Times New Roman"/>
                <a:cs typeface="Times New Roman"/>
                <a:sym typeface="Times New Roman"/>
              </a:rPr>
              <a:t>                             </a:t>
            </a:r>
            <a:r>
              <a:rPr b="1" i="0" lang="en-GB" sz="2000">
                <a:solidFill>
                  <a:srgbClr val="0B2E4F"/>
                </a:solidFill>
                <a:latin typeface="Times New Roman"/>
                <a:ea typeface="Times New Roman"/>
                <a:cs typeface="Times New Roman"/>
                <a:sym typeface="Times New Roman"/>
              </a:rPr>
              <a:t>IMPACT AND BENEFITS</a:t>
            </a:r>
            <a:endParaRPr sz="1100"/>
          </a:p>
        </p:txBody>
      </p:sp>
      <p:sp>
        <p:nvSpPr>
          <p:cNvPr id="394" name="Google Shape;394;p41"/>
          <p:cNvSpPr txBox="1"/>
          <p:nvPr>
            <p:ph idx="12" type="sldNum"/>
          </p:nvPr>
        </p:nvSpPr>
        <p:spPr>
          <a:xfrm>
            <a:off x="6553200" y="4837449"/>
            <a:ext cx="2133600" cy="273900"/>
          </a:xfrm>
          <a:prstGeom prst="rect">
            <a:avLst/>
          </a:prstGeom>
          <a:noFill/>
          <a:ln>
            <a:noFill/>
          </a:ln>
        </p:spPr>
        <p:txBody>
          <a:bodyPr anchorCtr="0" anchor="ctr" bIns="34275" lIns="68575" spcFirstLastPara="1" rIns="68575" wrap="square" tIns="34275">
            <a:noAutofit/>
          </a:bodyPr>
          <a:lstStyle/>
          <a:p>
            <a:pPr indent="0" lvl="0" marL="0" marR="0" rtl="0" algn="r">
              <a:lnSpc>
                <a:spcPct val="100000"/>
              </a:lnSpc>
              <a:spcBef>
                <a:spcPts val="0"/>
              </a:spcBef>
              <a:spcAft>
                <a:spcPts val="0"/>
              </a:spcAft>
              <a:buClr>
                <a:srgbClr val="FFFFFF"/>
              </a:buClr>
              <a:buSzPts val="900"/>
              <a:buFont typeface="Oswald"/>
              <a:buNone/>
            </a:pPr>
            <a:fld id="{00000000-1234-1234-1234-123412341234}" type="slidenum">
              <a:rPr b="1" i="0" lang="en-GB" sz="900" u="none" cap="none" strike="noStrike">
                <a:solidFill>
                  <a:srgbClr val="FFFFFF"/>
                </a:solidFill>
                <a:latin typeface="Oswald"/>
                <a:ea typeface="Oswald"/>
                <a:cs typeface="Oswald"/>
                <a:sym typeface="Oswald"/>
              </a:rPr>
              <a:t>‹#›</a:t>
            </a:fld>
            <a:endParaRPr b="1" i="0" sz="900" u="none" cap="none" strike="noStrike">
              <a:solidFill>
                <a:srgbClr val="FFFFFF"/>
              </a:solidFill>
              <a:latin typeface="Oswald"/>
              <a:ea typeface="Oswald"/>
              <a:cs typeface="Oswald"/>
              <a:sym typeface="Oswald"/>
            </a:endParaRPr>
          </a:p>
        </p:txBody>
      </p:sp>
      <p:sp>
        <p:nvSpPr>
          <p:cNvPr id="395" name="Google Shape;395;p41"/>
          <p:cNvSpPr txBox="1"/>
          <p:nvPr>
            <p:ph idx="11" type="ftr"/>
          </p:nvPr>
        </p:nvSpPr>
        <p:spPr>
          <a:xfrm>
            <a:off x="3343225" y="4827925"/>
            <a:ext cx="2715900" cy="273900"/>
          </a:xfrm>
          <a:prstGeom prst="rect">
            <a:avLst/>
          </a:prstGeom>
          <a:no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FFFFFF"/>
              </a:buClr>
              <a:buSzPts val="800"/>
              <a:buFont typeface="Calibri"/>
              <a:buNone/>
            </a:pPr>
            <a:r>
              <a:rPr b="1" i="0" lang="en-GB">
                <a:solidFill>
                  <a:srgbClr val="FFFFFF"/>
                </a:solidFill>
                <a:latin typeface="Calibri"/>
                <a:ea typeface="Calibri"/>
                <a:cs typeface="Calibri"/>
                <a:sym typeface="Calibri"/>
              </a:rPr>
              <a:t>SagarDrishti  ·  PS SIH26067  ·  @SIH Idea Submission</a:t>
            </a:r>
            <a:endParaRPr b="0" i="0" u="none" cap="none" strike="noStrike">
              <a:solidFill>
                <a:srgbClr val="FFFFFF"/>
              </a:solidFill>
              <a:latin typeface="Oswald"/>
              <a:ea typeface="Oswald"/>
              <a:cs typeface="Oswald"/>
              <a:sym typeface="Oswald"/>
            </a:endParaRPr>
          </a:p>
        </p:txBody>
      </p:sp>
      <p:pic>
        <p:nvPicPr>
          <p:cNvPr id="396" name="Google Shape;396;p41"/>
          <p:cNvPicPr preferRelativeResize="0"/>
          <p:nvPr/>
        </p:nvPicPr>
        <p:blipFill rotWithShape="1">
          <a:blip r:embed="rId3">
            <a:alphaModFix/>
          </a:blip>
          <a:srcRect b="0" l="0" r="0" t="0"/>
          <a:stretch/>
        </p:blipFill>
        <p:spPr>
          <a:xfrm>
            <a:off x="7335064" y="1125"/>
            <a:ext cx="1687388" cy="796752"/>
          </a:xfrm>
          <a:prstGeom prst="rect">
            <a:avLst/>
          </a:prstGeom>
          <a:noFill/>
          <a:ln>
            <a:noFill/>
          </a:ln>
        </p:spPr>
      </p:pic>
      <p:sp>
        <p:nvSpPr>
          <p:cNvPr id="397" name="Google Shape;397;p41"/>
          <p:cNvSpPr/>
          <p:nvPr/>
        </p:nvSpPr>
        <p:spPr>
          <a:xfrm>
            <a:off x="2305949" y="677871"/>
            <a:ext cx="4413900" cy="280500"/>
          </a:xfrm>
          <a:prstGeom prst="roundRect">
            <a:avLst>
              <a:gd fmla="val 32000" name="adj"/>
            </a:avLst>
          </a:prstGeom>
          <a:solidFill>
            <a:srgbClr val="0B2E4F"/>
          </a:solidFill>
          <a:ln>
            <a:noFill/>
          </a:ln>
        </p:spPr>
        <p:txBody>
          <a:bodyPr anchorCtr="0" anchor="ctr" bIns="0" lIns="68575" spcFirstLastPara="1" rIns="41150" wrap="square" tIns="0">
            <a:noAutofit/>
          </a:bodyPr>
          <a:lstStyle/>
          <a:p>
            <a:pPr indent="0" lvl="0" marL="0" marR="0" rtl="0" algn="l">
              <a:spcBef>
                <a:spcPts val="0"/>
              </a:spcBef>
              <a:spcAft>
                <a:spcPts val="0"/>
              </a:spcAft>
              <a:buNone/>
            </a:pPr>
            <a:r>
              <a:rPr b="1" lang="en-GB" sz="900">
                <a:solidFill>
                  <a:srgbClr val="FFFFFF"/>
                </a:solidFill>
                <a:latin typeface="Calibri"/>
                <a:ea typeface="Calibri"/>
                <a:cs typeface="Calibri"/>
                <a:sym typeface="Calibri"/>
              </a:rPr>
              <a:t>                                        </a:t>
            </a:r>
            <a:r>
              <a:rPr b="1" i="0" lang="en-GB" sz="900">
                <a:solidFill>
                  <a:srgbClr val="FFFFFF"/>
                </a:solidFill>
                <a:latin typeface="Calibri"/>
                <a:ea typeface="Calibri"/>
                <a:cs typeface="Calibri"/>
                <a:sym typeface="Calibri"/>
              </a:rPr>
              <a:t>POTENTIAL IMPACT ON THE TARGET AUDIENCE</a:t>
            </a:r>
            <a:endParaRPr sz="1200"/>
          </a:p>
        </p:txBody>
      </p:sp>
      <p:sp>
        <p:nvSpPr>
          <p:cNvPr id="398" name="Google Shape;398;p41"/>
          <p:cNvSpPr/>
          <p:nvPr/>
        </p:nvSpPr>
        <p:spPr>
          <a:xfrm>
            <a:off x="178308" y="1083564"/>
            <a:ext cx="1680300" cy="41100"/>
          </a:xfrm>
          <a:prstGeom prst="rect">
            <a:avLst/>
          </a:prstGeom>
          <a:solidFill>
            <a:srgbClr val="C44528"/>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399" name="Google Shape;399;p41"/>
          <p:cNvSpPr/>
          <p:nvPr/>
        </p:nvSpPr>
        <p:spPr>
          <a:xfrm>
            <a:off x="1954530" y="1083564"/>
            <a:ext cx="1680300" cy="41100"/>
          </a:xfrm>
          <a:prstGeom prst="rect">
            <a:avLst/>
          </a:prstGeom>
          <a:solidFill>
            <a:srgbClr val="0B2E4F"/>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400" name="Google Shape;400;p41"/>
          <p:cNvSpPr/>
          <p:nvPr/>
        </p:nvSpPr>
        <p:spPr>
          <a:xfrm>
            <a:off x="3730752" y="1083564"/>
            <a:ext cx="1680300" cy="41100"/>
          </a:xfrm>
          <a:prstGeom prst="rect">
            <a:avLst/>
          </a:prstGeom>
          <a:solidFill>
            <a:srgbClr val="12688F"/>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401" name="Google Shape;401;p41"/>
          <p:cNvSpPr/>
          <p:nvPr/>
        </p:nvSpPr>
        <p:spPr>
          <a:xfrm>
            <a:off x="5506974" y="1083564"/>
            <a:ext cx="1680300" cy="41100"/>
          </a:xfrm>
          <a:prstGeom prst="rect">
            <a:avLst/>
          </a:prstGeom>
          <a:solidFill>
            <a:srgbClr val="0E8C9A"/>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402" name="Google Shape;402;p41"/>
          <p:cNvSpPr/>
          <p:nvPr/>
        </p:nvSpPr>
        <p:spPr>
          <a:xfrm>
            <a:off x="7283196" y="1083564"/>
            <a:ext cx="1680300" cy="41100"/>
          </a:xfrm>
          <a:prstGeom prst="rect">
            <a:avLst/>
          </a:prstGeom>
          <a:solidFill>
            <a:srgbClr val="B87A1F"/>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403" name="Google Shape;403;p41"/>
          <p:cNvSpPr/>
          <p:nvPr/>
        </p:nvSpPr>
        <p:spPr>
          <a:xfrm>
            <a:off x="178308" y="2178510"/>
            <a:ext cx="3669000" cy="205800"/>
          </a:xfrm>
          <a:prstGeom prst="roundRect">
            <a:avLst>
              <a:gd fmla="val 32000" name="adj"/>
            </a:avLst>
          </a:prstGeom>
          <a:solidFill>
            <a:srgbClr val="0E8C9A"/>
          </a:solidFill>
          <a:ln>
            <a:noFill/>
          </a:ln>
        </p:spPr>
        <p:txBody>
          <a:bodyPr anchorCtr="0" anchor="ctr" bIns="0" lIns="68575" spcFirstLastPara="1" rIns="41150" wrap="square" tIns="0">
            <a:noAutofit/>
          </a:bodyPr>
          <a:lstStyle/>
          <a:p>
            <a:pPr indent="0" lvl="0" marL="0" marR="0" rtl="0" algn="l">
              <a:spcBef>
                <a:spcPts val="0"/>
              </a:spcBef>
              <a:spcAft>
                <a:spcPts val="0"/>
              </a:spcAft>
              <a:buNone/>
            </a:pPr>
            <a:r>
              <a:rPr b="1" i="0" lang="en-GB" sz="800">
                <a:solidFill>
                  <a:srgbClr val="FFFFFF"/>
                </a:solidFill>
                <a:latin typeface="Calibri"/>
                <a:ea typeface="Calibri"/>
                <a:cs typeface="Calibri"/>
                <a:sym typeface="Calibri"/>
              </a:rPr>
              <a:t>BENEFITS  ·  SOCIAL, ECONOMIC, ENVIRONMENTAL</a:t>
            </a:r>
            <a:endParaRPr sz="1100"/>
          </a:p>
        </p:txBody>
      </p:sp>
      <p:sp>
        <p:nvSpPr>
          <p:cNvPr id="404" name="Google Shape;404;p41"/>
          <p:cNvSpPr/>
          <p:nvPr/>
        </p:nvSpPr>
        <p:spPr>
          <a:xfrm>
            <a:off x="178300" y="2455176"/>
            <a:ext cx="5726400" cy="1256400"/>
          </a:xfrm>
          <a:prstGeom prst="rect">
            <a:avLst/>
          </a:prstGeom>
          <a:solidFill>
            <a:srgbClr val="EFF4F7"/>
          </a:solidFill>
          <a:ln cap="flat" cmpd="sng" w="9525">
            <a:solidFill>
              <a:srgbClr val="C3D0D9"/>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405" name="Google Shape;405;p41"/>
          <p:cNvSpPr txBox="1"/>
          <p:nvPr/>
        </p:nvSpPr>
        <p:spPr>
          <a:xfrm>
            <a:off x="251996" y="2479096"/>
            <a:ext cx="2685000" cy="1170000"/>
          </a:xfrm>
          <a:prstGeom prst="rect">
            <a:avLst/>
          </a:prstGeom>
          <a:noFill/>
          <a:ln>
            <a:noFill/>
          </a:ln>
        </p:spPr>
        <p:txBody>
          <a:bodyPr anchorCtr="0" anchor="t" bIns="0" lIns="0" spcFirstLastPara="1" rIns="0" wrap="square" tIns="0">
            <a:spAutoFit/>
          </a:bodyPr>
          <a:lstStyle/>
          <a:p>
            <a:pPr indent="0" lvl="0" marL="0" marR="0" rtl="0" algn="l">
              <a:lnSpc>
                <a:spcPct val="94000"/>
              </a:lnSpc>
              <a:spcBef>
                <a:spcPts val="0"/>
              </a:spcBef>
              <a:spcAft>
                <a:spcPts val="0"/>
              </a:spcAft>
              <a:buNone/>
            </a:pPr>
            <a:r>
              <a:rPr b="1" i="0" lang="en-GB" sz="700">
                <a:solidFill>
                  <a:srgbClr val="12688F"/>
                </a:solidFill>
                <a:latin typeface="Calibri"/>
                <a:ea typeface="Calibri"/>
                <a:cs typeface="Calibri"/>
                <a:sym typeface="Calibri"/>
              </a:rPr>
              <a:t>▪  </a:t>
            </a:r>
            <a:r>
              <a:rPr b="1" i="0" lang="en-GB" sz="800">
                <a:solidFill>
                  <a:srgbClr val="0B2E4F"/>
                </a:solidFill>
                <a:latin typeface="Calibri"/>
                <a:ea typeface="Calibri"/>
                <a:cs typeface="Calibri"/>
                <a:sym typeface="Calibri"/>
              </a:rPr>
              <a:t>Faster hazard assessment.</a:t>
            </a:r>
            <a:r>
              <a:rPr b="0" i="0" lang="en-GB" sz="800">
                <a:solidFill>
                  <a:srgbClr val="14202B"/>
                </a:solidFill>
                <a:latin typeface="Calibri"/>
                <a:ea typeface="Calibri"/>
                <a:cs typeface="Calibri"/>
                <a:sym typeface="Calibri"/>
              </a:rPr>
              <a:t>  One tool replaces the toggling the PS describes; the model and the instruments are already side by side.</a:t>
            </a:r>
            <a:endParaRPr sz="1300"/>
          </a:p>
          <a:p>
            <a:pPr indent="0" lvl="0" marL="0" marR="0" rtl="0" algn="l">
              <a:lnSpc>
                <a:spcPct val="94000"/>
              </a:lnSpc>
              <a:spcBef>
                <a:spcPts val="500"/>
              </a:spcBef>
              <a:spcAft>
                <a:spcPts val="0"/>
              </a:spcAft>
              <a:buNone/>
            </a:pPr>
            <a:r>
              <a:rPr b="1" i="0" lang="en-GB" sz="700">
                <a:solidFill>
                  <a:srgbClr val="12688F"/>
                </a:solidFill>
                <a:latin typeface="Calibri"/>
                <a:ea typeface="Calibri"/>
                <a:cs typeface="Calibri"/>
                <a:sym typeface="Calibri"/>
              </a:rPr>
              <a:t>▪  </a:t>
            </a:r>
            <a:r>
              <a:rPr b="1" i="0" lang="en-GB" sz="800">
                <a:solidFill>
                  <a:srgbClr val="0B2E4F"/>
                </a:solidFill>
                <a:latin typeface="Calibri"/>
                <a:ea typeface="Calibri"/>
                <a:cs typeface="Calibri"/>
                <a:sym typeface="Calibri"/>
              </a:rPr>
              <a:t>Verifiable, not decorative.</a:t>
            </a:r>
            <a:r>
              <a:rPr b="0" i="0" lang="en-GB" sz="800">
                <a:solidFill>
                  <a:srgbClr val="14202B"/>
                </a:solidFill>
                <a:latin typeface="Calibri"/>
                <a:ea typeface="Calibri"/>
                <a:cs typeface="Calibri"/>
                <a:sym typeface="Calibri"/>
              </a:rPr>
              <a:t>  Bias +0.026 degC and RMSE 0.602 degC over 11,718 matched pairs, with the analysis-fit caveat attached.</a:t>
            </a:r>
            <a:endParaRPr sz="1300"/>
          </a:p>
          <a:p>
            <a:pPr indent="0" lvl="0" marL="0" marR="0" rtl="0" algn="l">
              <a:lnSpc>
                <a:spcPct val="94000"/>
              </a:lnSpc>
              <a:spcBef>
                <a:spcPts val="500"/>
              </a:spcBef>
              <a:spcAft>
                <a:spcPts val="0"/>
              </a:spcAft>
              <a:buNone/>
            </a:pPr>
            <a:r>
              <a:rPr b="1" i="0" lang="en-GB" sz="700">
                <a:solidFill>
                  <a:srgbClr val="12688F"/>
                </a:solidFill>
                <a:latin typeface="Calibri"/>
                <a:ea typeface="Calibri"/>
                <a:cs typeface="Calibri"/>
                <a:sym typeface="Calibri"/>
              </a:rPr>
              <a:t>▪  </a:t>
            </a:r>
            <a:r>
              <a:rPr b="1" i="0" lang="en-GB" sz="800">
                <a:solidFill>
                  <a:srgbClr val="0B2E4F"/>
                </a:solidFill>
                <a:latin typeface="Calibri"/>
                <a:ea typeface="Calibri"/>
                <a:cs typeface="Calibri"/>
                <a:sym typeface="Calibri"/>
              </a:rPr>
              <a:t>Trust where it matters most.</a:t>
            </a:r>
            <a:r>
              <a:rPr b="0" i="0" lang="en-GB" sz="800">
                <a:solidFill>
                  <a:srgbClr val="14202B"/>
                </a:solidFill>
                <a:latin typeface="Calibri"/>
                <a:ea typeface="Calibri"/>
                <a:cs typeface="Calibri"/>
                <a:sym typeface="Calibri"/>
              </a:rPr>
              <a:t>  The model is within about 0.12 degC below 500 m and 2.07 degC across the thermocline at 50 to 100 m, which is exactly the layer a cyclone forecaster reads.</a:t>
            </a:r>
            <a:endParaRPr sz="1300"/>
          </a:p>
        </p:txBody>
      </p:sp>
      <p:sp>
        <p:nvSpPr>
          <p:cNvPr id="406" name="Google Shape;406;p41"/>
          <p:cNvSpPr txBox="1"/>
          <p:nvPr/>
        </p:nvSpPr>
        <p:spPr>
          <a:xfrm>
            <a:off x="3206115" y="2523744"/>
            <a:ext cx="2685000" cy="938400"/>
          </a:xfrm>
          <a:prstGeom prst="rect">
            <a:avLst/>
          </a:prstGeom>
          <a:noFill/>
          <a:ln>
            <a:noFill/>
          </a:ln>
        </p:spPr>
        <p:txBody>
          <a:bodyPr anchorCtr="0" anchor="t" bIns="0" lIns="0" spcFirstLastPara="1" rIns="0" wrap="square" tIns="0">
            <a:spAutoFit/>
          </a:bodyPr>
          <a:lstStyle/>
          <a:p>
            <a:pPr indent="0" lvl="0" marL="0" marR="0" rtl="0" algn="l">
              <a:lnSpc>
                <a:spcPct val="94000"/>
              </a:lnSpc>
              <a:spcBef>
                <a:spcPts val="0"/>
              </a:spcBef>
              <a:spcAft>
                <a:spcPts val="0"/>
              </a:spcAft>
              <a:buNone/>
            </a:pPr>
            <a:r>
              <a:rPr b="1" i="0" lang="en-GB" sz="700">
                <a:solidFill>
                  <a:srgbClr val="12688F"/>
                </a:solidFill>
                <a:latin typeface="Calibri"/>
                <a:ea typeface="Calibri"/>
                <a:cs typeface="Calibri"/>
                <a:sym typeface="Calibri"/>
              </a:rPr>
              <a:t>▪  </a:t>
            </a:r>
            <a:r>
              <a:rPr b="1" i="0" lang="en-GB" sz="800">
                <a:solidFill>
                  <a:srgbClr val="0B2E4F"/>
                </a:solidFill>
                <a:latin typeface="Calibri"/>
                <a:ea typeface="Calibri"/>
                <a:cs typeface="Calibri"/>
                <a:sym typeface="Calibri"/>
              </a:rPr>
              <a:t>Zero licence cost.</a:t>
            </a:r>
            <a:r>
              <a:rPr b="0" i="0" lang="en-GB" sz="800">
                <a:solidFill>
                  <a:srgbClr val="14202B"/>
                </a:solidFill>
                <a:latin typeface="Calibri"/>
                <a:ea typeface="Calibri"/>
                <a:cs typeface="Calibri"/>
                <a:sym typeface="Calibri"/>
              </a:rPr>
              <a:t>  Fully open source against proprietary 3D suites; one deployment serves the nation.</a:t>
            </a:r>
            <a:endParaRPr sz="1300"/>
          </a:p>
          <a:p>
            <a:pPr indent="0" lvl="0" marL="0" marR="0" rtl="0" algn="l">
              <a:lnSpc>
                <a:spcPct val="94000"/>
              </a:lnSpc>
              <a:spcBef>
                <a:spcPts val="500"/>
              </a:spcBef>
              <a:spcAft>
                <a:spcPts val="0"/>
              </a:spcAft>
              <a:buNone/>
            </a:pPr>
            <a:r>
              <a:rPr b="1" i="0" lang="en-GB" sz="700">
                <a:solidFill>
                  <a:srgbClr val="12688F"/>
                </a:solidFill>
                <a:latin typeface="Calibri"/>
                <a:ea typeface="Calibri"/>
                <a:cs typeface="Calibri"/>
                <a:sym typeface="Calibri"/>
              </a:rPr>
              <a:t>▪  </a:t>
            </a:r>
            <a:r>
              <a:rPr b="1" i="0" lang="en-GB" sz="800">
                <a:solidFill>
                  <a:srgbClr val="0B2E4F"/>
                </a:solidFill>
                <a:latin typeface="Calibri"/>
                <a:ea typeface="Calibri"/>
                <a:cs typeface="Calibri"/>
                <a:sym typeface="Calibri"/>
              </a:rPr>
              <a:t>Resilient by design.</a:t>
            </a:r>
            <a:r>
              <a:rPr b="0" i="0" lang="en-GB" sz="800">
                <a:solidFill>
                  <a:srgbClr val="14202B"/>
                </a:solidFill>
                <a:latin typeface="Calibri"/>
                <a:ea typeface="Calibri"/>
                <a:cs typeface="Calibri"/>
                <a:sym typeface="Calibri"/>
              </a:rPr>
              <a:t>  Runs air-gapped, so a network failure at a control room or a nodal centre does not take the tool down.</a:t>
            </a:r>
            <a:endParaRPr sz="1300"/>
          </a:p>
          <a:p>
            <a:pPr indent="0" lvl="0" marL="0" marR="0" rtl="0" algn="l">
              <a:lnSpc>
                <a:spcPct val="94000"/>
              </a:lnSpc>
              <a:spcBef>
                <a:spcPts val="500"/>
              </a:spcBef>
              <a:spcAft>
                <a:spcPts val="0"/>
              </a:spcAft>
              <a:buNone/>
            </a:pPr>
            <a:r>
              <a:rPr b="1" i="0" lang="en-GB" sz="700">
                <a:solidFill>
                  <a:srgbClr val="12688F"/>
                </a:solidFill>
                <a:latin typeface="Calibri"/>
                <a:ea typeface="Calibri"/>
                <a:cs typeface="Calibri"/>
                <a:sym typeface="Calibri"/>
              </a:rPr>
              <a:t>▪  </a:t>
            </a:r>
            <a:r>
              <a:rPr b="1" i="0" lang="en-GB" sz="800">
                <a:solidFill>
                  <a:srgbClr val="0B2E4F"/>
                </a:solidFill>
                <a:latin typeface="Calibri"/>
                <a:ea typeface="Calibri"/>
                <a:cs typeface="Calibri"/>
                <a:sym typeface="Calibri"/>
              </a:rPr>
              <a:t>Wider access.</a:t>
            </a:r>
            <a:r>
              <a:rPr b="0" i="0" lang="en-GB" sz="800">
                <a:solidFill>
                  <a:srgbClr val="14202B"/>
                </a:solidFill>
                <a:latin typeface="Calibri"/>
                <a:ea typeface="Calibri"/>
                <a:cs typeface="Calibri"/>
                <a:sym typeface="Calibri"/>
              </a:rPr>
              <a:t>  A browser and, in the next phase, Indian-language voice widen who can interrogate the ocean beyond specialists.</a:t>
            </a:r>
            <a:endParaRPr sz="1300"/>
          </a:p>
        </p:txBody>
      </p:sp>
      <p:sp>
        <p:nvSpPr>
          <p:cNvPr id="407" name="Google Shape;407;p41"/>
          <p:cNvSpPr txBox="1"/>
          <p:nvPr/>
        </p:nvSpPr>
        <p:spPr>
          <a:xfrm>
            <a:off x="274320" y="3833622"/>
            <a:ext cx="4114800" cy="1230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GB" sz="800">
                <a:solidFill>
                  <a:schemeClr val="lt1"/>
                </a:solidFill>
                <a:latin typeface="Calibri"/>
                <a:ea typeface="Calibri"/>
                <a:cs typeface="Calibri"/>
                <a:sym typeface="Calibri"/>
              </a:rPr>
              <a:t>WHAT CHANGES ON THE DAY IT MATTERS  ·  A DEPRESSION FORMS IN THE BAY</a:t>
            </a:r>
            <a:endParaRPr sz="1200">
              <a:solidFill>
                <a:schemeClr val="lt1"/>
              </a:solidFill>
            </a:endParaRPr>
          </a:p>
        </p:txBody>
      </p:sp>
      <p:sp>
        <p:nvSpPr>
          <p:cNvPr descr="Your startup LOGO" id="408" name="Google Shape;408;p41"/>
          <p:cNvSpPr/>
          <p:nvPr/>
        </p:nvSpPr>
        <p:spPr>
          <a:xfrm>
            <a:off x="112625" y="78400"/>
            <a:ext cx="1089300" cy="605400"/>
          </a:xfrm>
          <a:prstGeom prst="ellipse">
            <a:avLst/>
          </a:prstGeom>
          <a:solidFill>
            <a:schemeClr val="lt1"/>
          </a:solidFill>
          <a:ln cap="flat" cmpd="sng" w="25400">
            <a:solidFill>
              <a:schemeClr val="accent1"/>
            </a:solidFill>
            <a:prstDash val="solid"/>
            <a:round/>
            <a:headEnd len="sm" w="sm" type="none"/>
            <a:tailEnd len="sm" w="sm" type="none"/>
          </a:ln>
        </p:spPr>
        <p:txBody>
          <a:bodyPr anchorCtr="0" anchor="ctr" bIns="34275" lIns="68575" spcFirstLastPara="1" rIns="68575" wrap="none" tIns="34275">
            <a:noAutofit/>
          </a:bodyPr>
          <a:lstStyle/>
          <a:p>
            <a:pPr indent="0" lvl="0" marL="0" rtl="0" algn="ctr">
              <a:lnSpc>
                <a:spcPct val="95000"/>
              </a:lnSpc>
              <a:spcBef>
                <a:spcPts val="400"/>
              </a:spcBef>
              <a:spcAft>
                <a:spcPts val="0"/>
              </a:spcAft>
              <a:buClr>
                <a:schemeClr val="dk1"/>
              </a:buClr>
              <a:buFont typeface="Arial"/>
              <a:buNone/>
            </a:pPr>
            <a:r>
              <a:rPr b="1" lang="en-GB" sz="1200">
                <a:solidFill>
                  <a:srgbClr val="FF0000"/>
                </a:solidFill>
                <a:latin typeface="Calibri"/>
                <a:ea typeface="Calibri"/>
                <a:cs typeface="Calibri"/>
                <a:sym typeface="Calibri"/>
              </a:rPr>
              <a:t>Pixel</a:t>
            </a:r>
            <a:r>
              <a:rPr b="1" lang="en-GB" sz="1200">
                <a:solidFill>
                  <a:srgbClr val="1C4587"/>
                </a:solidFill>
                <a:latin typeface="Calibri"/>
                <a:ea typeface="Calibri"/>
                <a:cs typeface="Calibri"/>
                <a:sym typeface="Calibri"/>
              </a:rPr>
              <a:t>Paws</a:t>
            </a:r>
            <a:endParaRPr b="1" i="0" sz="1200" u="none" cap="none" strike="noStrike">
              <a:solidFill>
                <a:srgbClr val="1C4587"/>
              </a:solidFill>
              <a:latin typeface="Calibri"/>
              <a:ea typeface="Calibri"/>
              <a:cs typeface="Calibri"/>
              <a:sym typeface="Calibri"/>
            </a:endParaRPr>
          </a:p>
        </p:txBody>
      </p:sp>
      <p:sp>
        <p:nvSpPr>
          <p:cNvPr id="409" name="Google Shape;409;p41"/>
          <p:cNvSpPr/>
          <p:nvPr/>
        </p:nvSpPr>
        <p:spPr>
          <a:xfrm>
            <a:off x="178300" y="3771900"/>
            <a:ext cx="8785200" cy="731400"/>
          </a:xfrm>
          <a:prstGeom prst="rect">
            <a:avLst/>
          </a:prstGeom>
          <a:solidFill>
            <a:srgbClr val="0070C0"/>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410" name="Google Shape;410;p41"/>
          <p:cNvSpPr txBox="1"/>
          <p:nvPr/>
        </p:nvSpPr>
        <p:spPr>
          <a:xfrm>
            <a:off x="274320" y="3833622"/>
            <a:ext cx="41148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GB" sz="900" u="none" cap="none" strike="noStrike">
                <a:solidFill>
                  <a:schemeClr val="lt1"/>
                </a:solidFill>
                <a:latin typeface="Calibri"/>
                <a:ea typeface="Calibri"/>
                <a:cs typeface="Calibri"/>
                <a:sym typeface="Calibri"/>
              </a:rPr>
              <a:t>WHAT CHANGES ON THE DAY IT MATTERS  ·  A DEPRESSION FORMS IN THE BAY</a:t>
            </a:r>
            <a:endParaRPr b="0" i="0" sz="1200" u="none" cap="none" strike="noStrike">
              <a:solidFill>
                <a:schemeClr val="lt1"/>
              </a:solidFill>
              <a:latin typeface="Arial"/>
              <a:ea typeface="Arial"/>
              <a:cs typeface="Arial"/>
              <a:sym typeface="Arial"/>
            </a:endParaRPr>
          </a:p>
        </p:txBody>
      </p:sp>
      <p:sp>
        <p:nvSpPr>
          <p:cNvPr id="411" name="Google Shape;411;p41"/>
          <p:cNvSpPr/>
          <p:nvPr/>
        </p:nvSpPr>
        <p:spPr>
          <a:xfrm>
            <a:off x="274320" y="3986784"/>
            <a:ext cx="2210700" cy="658500"/>
          </a:xfrm>
          <a:prstGeom prst="chevron">
            <a:avLst>
              <a:gd fmla="val 50000" name="adj"/>
            </a:avLst>
          </a:prstGeom>
          <a:solidFill>
            <a:srgbClr val="1F4E79"/>
          </a:solidFill>
          <a:ln>
            <a:noFill/>
          </a:ln>
        </p:spPr>
        <p:txBody>
          <a:bodyPr anchorCtr="0" anchor="ctr" bIns="18275" lIns="91425" spcFirstLastPara="1" rIns="73150" wrap="square" tIns="18275">
            <a:noAutofit/>
          </a:bodyPr>
          <a:lstStyle/>
          <a:p>
            <a:pPr indent="0" lvl="0" marL="0" marR="0" rtl="0" algn="l">
              <a:lnSpc>
                <a:spcPct val="92000"/>
              </a:lnSpc>
              <a:spcBef>
                <a:spcPts val="0"/>
              </a:spcBef>
              <a:spcAft>
                <a:spcPts val="0"/>
              </a:spcAft>
              <a:buNone/>
            </a:pPr>
            <a:r>
              <a:rPr b="1" i="0" lang="en-GB" sz="800" u="none" cap="none" strike="noStrike">
                <a:solidFill>
                  <a:srgbClr val="FFFFFF"/>
                </a:solidFill>
                <a:latin typeface="Arial"/>
                <a:ea typeface="Arial"/>
                <a:cs typeface="Arial"/>
                <a:sym typeface="Arial"/>
              </a:rPr>
              <a:t>1   SEE THE HEAT</a:t>
            </a:r>
            <a:endParaRPr/>
          </a:p>
          <a:p>
            <a:pPr indent="0" lvl="0" marL="0" marR="0" rtl="0" algn="l">
              <a:lnSpc>
                <a:spcPct val="92000"/>
              </a:lnSpc>
              <a:spcBef>
                <a:spcPts val="0"/>
              </a:spcBef>
              <a:spcAft>
                <a:spcPts val="0"/>
              </a:spcAft>
              <a:buNone/>
            </a:pPr>
            <a:r>
              <a:rPr b="0" i="0" lang="en-GB" sz="800" u="none" cap="none" strike="noStrike">
                <a:solidFill>
                  <a:srgbClr val="FFFFFF"/>
                </a:solidFill>
                <a:latin typeface="Arial"/>
                <a:ea typeface="Arial"/>
                <a:cs typeface="Arial"/>
                <a:sym typeface="Arial"/>
              </a:rPr>
              <a:t>Switch to the depth of the </a:t>
            </a:r>
            <a:r>
              <a:rPr lang="en-GB" sz="800">
                <a:solidFill>
                  <a:srgbClr val="FFFFFF"/>
                </a:solidFill>
              </a:rPr>
              <a:t>26°C</a:t>
            </a:r>
            <a:r>
              <a:rPr b="0" i="0" lang="en-GB" sz="800" u="none" cap="none" strike="noStrike">
                <a:solidFill>
                  <a:srgbClr val="FFFFFF"/>
                </a:solidFill>
                <a:latin typeface="Arial"/>
                <a:ea typeface="Arial"/>
                <a:cs typeface="Arial"/>
                <a:sym typeface="Arial"/>
              </a:rPr>
              <a:t> isotherm, the layer a cyclone feeds on.</a:t>
            </a:r>
            <a:endParaRPr/>
          </a:p>
        </p:txBody>
      </p:sp>
      <p:sp>
        <p:nvSpPr>
          <p:cNvPr id="412" name="Google Shape;412;p41"/>
          <p:cNvSpPr/>
          <p:nvPr/>
        </p:nvSpPr>
        <p:spPr>
          <a:xfrm>
            <a:off x="2402586" y="3986784"/>
            <a:ext cx="2210700" cy="658500"/>
          </a:xfrm>
          <a:prstGeom prst="chevron">
            <a:avLst>
              <a:gd fmla="val 50000" name="adj"/>
            </a:avLst>
          </a:prstGeom>
          <a:solidFill>
            <a:srgbClr val="11777A"/>
          </a:solidFill>
          <a:ln>
            <a:noFill/>
          </a:ln>
        </p:spPr>
        <p:txBody>
          <a:bodyPr anchorCtr="0" anchor="ctr" bIns="18275" lIns="146300" spcFirstLastPara="1" rIns="73150" wrap="square" tIns="18275">
            <a:noAutofit/>
          </a:bodyPr>
          <a:lstStyle/>
          <a:p>
            <a:pPr indent="0" lvl="0" marL="0" marR="0" rtl="0" algn="l">
              <a:lnSpc>
                <a:spcPct val="92000"/>
              </a:lnSpc>
              <a:spcBef>
                <a:spcPts val="0"/>
              </a:spcBef>
              <a:spcAft>
                <a:spcPts val="0"/>
              </a:spcAft>
              <a:buNone/>
            </a:pPr>
            <a:r>
              <a:rPr b="1" i="0" lang="en-GB" sz="800" u="none" cap="none" strike="noStrike">
                <a:solidFill>
                  <a:srgbClr val="FFFFFF"/>
                </a:solidFill>
                <a:latin typeface="Arial"/>
                <a:ea typeface="Arial"/>
                <a:cs typeface="Arial"/>
                <a:sym typeface="Arial"/>
              </a:rPr>
              <a:t>2   CHECK THE MODEL</a:t>
            </a:r>
            <a:endParaRPr/>
          </a:p>
          <a:p>
            <a:pPr indent="0" lvl="0" marL="0" marR="0" rtl="0" algn="l">
              <a:lnSpc>
                <a:spcPct val="92000"/>
              </a:lnSpc>
              <a:spcBef>
                <a:spcPts val="0"/>
              </a:spcBef>
              <a:spcAft>
                <a:spcPts val="0"/>
              </a:spcAft>
              <a:buNone/>
            </a:pPr>
            <a:r>
              <a:rPr b="0" i="0" lang="en-GB" sz="800" u="none" cap="none" strike="noStrike">
                <a:solidFill>
                  <a:srgbClr val="FFFFFF"/>
                </a:solidFill>
                <a:latin typeface="Arial"/>
                <a:ea typeface="Arial"/>
                <a:cs typeface="Arial"/>
                <a:sym typeface="Arial"/>
              </a:rPr>
              <a:t>The card says the field is </a:t>
            </a:r>
            <a:r>
              <a:rPr lang="en-GB" sz="800">
                <a:solidFill>
                  <a:srgbClr val="FFFFFF"/>
                </a:solidFill>
              </a:rPr>
              <a:t>2.07°C</a:t>
            </a:r>
            <a:r>
              <a:rPr b="0" i="0" lang="en-GB" sz="800" u="none" cap="none" strike="noStrike">
                <a:solidFill>
                  <a:srgbClr val="FFFFFF"/>
                </a:solidFill>
                <a:latin typeface="Arial"/>
                <a:ea typeface="Arial"/>
                <a:cs typeface="Arial"/>
                <a:sym typeface="Arial"/>
              </a:rPr>
              <a:t> off across 50 to 100 m.</a:t>
            </a:r>
            <a:endParaRPr/>
          </a:p>
        </p:txBody>
      </p:sp>
      <p:sp>
        <p:nvSpPr>
          <p:cNvPr id="413" name="Google Shape;413;p41"/>
          <p:cNvSpPr/>
          <p:nvPr/>
        </p:nvSpPr>
        <p:spPr>
          <a:xfrm>
            <a:off x="4530852" y="3986784"/>
            <a:ext cx="2210700" cy="658500"/>
          </a:xfrm>
          <a:prstGeom prst="chevron">
            <a:avLst>
              <a:gd fmla="val 50000" name="adj"/>
            </a:avLst>
          </a:prstGeom>
          <a:solidFill>
            <a:srgbClr val="11777A"/>
          </a:solidFill>
          <a:ln>
            <a:noFill/>
          </a:ln>
        </p:spPr>
        <p:txBody>
          <a:bodyPr anchorCtr="0" anchor="ctr" bIns="18275" lIns="146300" spcFirstLastPara="1" rIns="73150" wrap="square" tIns="18275">
            <a:noAutofit/>
          </a:bodyPr>
          <a:lstStyle/>
          <a:p>
            <a:pPr indent="0" lvl="0" marL="0" marR="0" rtl="0" algn="l">
              <a:lnSpc>
                <a:spcPct val="92000"/>
              </a:lnSpc>
              <a:spcBef>
                <a:spcPts val="0"/>
              </a:spcBef>
              <a:spcAft>
                <a:spcPts val="0"/>
              </a:spcAft>
              <a:buNone/>
            </a:pPr>
            <a:r>
              <a:rPr b="1" i="0" lang="en-GB" sz="800" u="none" cap="none" strike="noStrike">
                <a:solidFill>
                  <a:srgbClr val="FFFFFF"/>
                </a:solidFill>
                <a:latin typeface="Arial"/>
                <a:ea typeface="Arial"/>
                <a:cs typeface="Arial"/>
                <a:sym typeface="Arial"/>
              </a:rPr>
              <a:t>3   CONFIRM AGAINST THE WATER</a:t>
            </a:r>
            <a:endParaRPr/>
          </a:p>
          <a:p>
            <a:pPr indent="0" lvl="0" marL="0" marR="0" rtl="0" algn="l">
              <a:lnSpc>
                <a:spcPct val="92000"/>
              </a:lnSpc>
              <a:spcBef>
                <a:spcPts val="0"/>
              </a:spcBef>
              <a:spcAft>
                <a:spcPts val="0"/>
              </a:spcAft>
              <a:buNone/>
            </a:pPr>
            <a:r>
              <a:rPr b="0" i="0" lang="en-GB" sz="800" u="none" cap="none" strike="noStrike">
                <a:solidFill>
                  <a:srgbClr val="FFFFFF"/>
                </a:solidFill>
                <a:latin typeface="Arial"/>
                <a:ea typeface="Arial"/>
                <a:cs typeface="Arial"/>
                <a:sym typeface="Arial"/>
              </a:rPr>
              <a:t>Click the nearest Argo float. Its measured profile against the model.</a:t>
            </a:r>
            <a:endParaRPr/>
          </a:p>
        </p:txBody>
      </p:sp>
      <p:sp>
        <p:nvSpPr>
          <p:cNvPr id="414" name="Google Shape;414;p41"/>
          <p:cNvSpPr/>
          <p:nvPr/>
        </p:nvSpPr>
        <p:spPr>
          <a:xfrm>
            <a:off x="6659118" y="3986784"/>
            <a:ext cx="2210700" cy="658500"/>
          </a:xfrm>
          <a:prstGeom prst="chevron">
            <a:avLst>
              <a:gd fmla="val 50000" name="adj"/>
            </a:avLst>
          </a:prstGeom>
          <a:solidFill>
            <a:srgbClr val="C03A2B"/>
          </a:solidFill>
          <a:ln>
            <a:noFill/>
          </a:ln>
        </p:spPr>
        <p:txBody>
          <a:bodyPr anchorCtr="0" anchor="ctr" bIns="18275" lIns="146300" spcFirstLastPara="1" rIns="73150" wrap="square" tIns="18275">
            <a:noAutofit/>
          </a:bodyPr>
          <a:lstStyle/>
          <a:p>
            <a:pPr indent="0" lvl="0" marL="0" marR="0" rtl="0" algn="l">
              <a:lnSpc>
                <a:spcPct val="92000"/>
              </a:lnSpc>
              <a:spcBef>
                <a:spcPts val="0"/>
              </a:spcBef>
              <a:spcAft>
                <a:spcPts val="0"/>
              </a:spcAft>
              <a:buNone/>
            </a:pPr>
            <a:r>
              <a:rPr b="1" i="0" lang="en-GB" sz="800" u="none" cap="none" strike="noStrike">
                <a:solidFill>
                  <a:srgbClr val="FFFFFF"/>
                </a:solidFill>
                <a:latin typeface="Arial"/>
                <a:ea typeface="Arial"/>
                <a:cs typeface="Arial"/>
                <a:sym typeface="Arial"/>
              </a:rPr>
              <a:t>4   PUT THE WARNING IN CONTEXT</a:t>
            </a:r>
            <a:endParaRPr/>
          </a:p>
          <a:p>
            <a:pPr indent="0" lvl="0" marL="0" marR="0" rtl="0" algn="l">
              <a:lnSpc>
                <a:spcPct val="92000"/>
              </a:lnSpc>
              <a:spcBef>
                <a:spcPts val="0"/>
              </a:spcBef>
              <a:spcAft>
                <a:spcPts val="0"/>
              </a:spcAft>
              <a:buNone/>
            </a:pPr>
            <a:r>
              <a:rPr b="0" i="0" lang="en-GB" sz="800" u="none" cap="none" strike="noStrike">
                <a:solidFill>
                  <a:srgbClr val="FFFFFF"/>
                </a:solidFill>
                <a:latin typeface="Arial"/>
                <a:ea typeface="Arial"/>
                <a:cs typeface="Arial"/>
                <a:sym typeface="Arial"/>
              </a:rPr>
              <a:t>The CAP bulletin is drawn over the water it concerns. Network off.</a:t>
            </a:r>
            <a:endParaRPr/>
          </a:p>
        </p:txBody>
      </p:sp>
      <p:sp>
        <p:nvSpPr>
          <p:cNvPr id="415" name="Google Shape;415;p41"/>
          <p:cNvSpPr/>
          <p:nvPr/>
        </p:nvSpPr>
        <p:spPr>
          <a:xfrm>
            <a:off x="6392112" y="2208276"/>
            <a:ext cx="2263200" cy="205800"/>
          </a:xfrm>
          <a:prstGeom prst="roundRect">
            <a:avLst>
              <a:gd fmla="val 32000" name="adj"/>
            </a:avLst>
          </a:prstGeom>
          <a:solidFill>
            <a:srgbClr val="0B2E4F"/>
          </a:solidFill>
          <a:ln>
            <a:noFill/>
          </a:ln>
        </p:spPr>
        <p:txBody>
          <a:bodyPr anchorCtr="0" anchor="ctr" bIns="0" lIns="68575" spcFirstLastPara="1" rIns="4115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GB" sz="900" u="none" cap="none" strike="noStrike">
                <a:solidFill>
                  <a:srgbClr val="FFFFFF"/>
                </a:solidFill>
                <a:latin typeface="Calibri"/>
                <a:ea typeface="Calibri"/>
                <a:cs typeface="Calibri"/>
                <a:sym typeface="Calibri"/>
              </a:rPr>
              <a:t>                   NATIONAL ALIGNMENT</a:t>
            </a:r>
            <a:endParaRPr b="0" i="0" sz="1100" u="none" cap="none" strike="noStrike">
              <a:solidFill>
                <a:srgbClr val="000000"/>
              </a:solidFill>
              <a:latin typeface="Arial"/>
              <a:ea typeface="Arial"/>
              <a:cs typeface="Arial"/>
              <a:sym typeface="Arial"/>
            </a:endParaRPr>
          </a:p>
        </p:txBody>
      </p:sp>
      <p:sp>
        <p:nvSpPr>
          <p:cNvPr id="416" name="Google Shape;416;p41"/>
          <p:cNvSpPr/>
          <p:nvPr/>
        </p:nvSpPr>
        <p:spPr>
          <a:xfrm>
            <a:off x="6083045" y="2455164"/>
            <a:ext cx="2880300" cy="1193400"/>
          </a:xfrm>
          <a:prstGeom prst="rect">
            <a:avLst/>
          </a:prstGeom>
          <a:solidFill>
            <a:srgbClr val="FFFFFF"/>
          </a:solidFill>
          <a:ln cap="flat" cmpd="sng" w="9525">
            <a:solidFill>
              <a:srgbClr val="C3D0D9"/>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417" name="Google Shape;417;p41"/>
          <p:cNvSpPr/>
          <p:nvPr/>
        </p:nvSpPr>
        <p:spPr>
          <a:xfrm>
            <a:off x="6165341" y="2537460"/>
            <a:ext cx="1316700" cy="219600"/>
          </a:xfrm>
          <a:prstGeom prst="roundRect">
            <a:avLst>
              <a:gd fmla="val 22000" name="adj"/>
            </a:avLst>
          </a:prstGeom>
          <a:solidFill>
            <a:srgbClr val="E4ECF1"/>
          </a:solidFill>
          <a:ln>
            <a:noFill/>
          </a:ln>
        </p:spPr>
        <p:txBody>
          <a:bodyPr anchorCtr="0" anchor="ctr" bIns="0" lIns="27425" spcFirstLastPara="1" rIns="27425"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GB" sz="900" u="none" cap="none" strike="noStrike">
                <a:solidFill>
                  <a:srgbClr val="0B2E4F"/>
                </a:solidFill>
                <a:latin typeface="Calibri"/>
                <a:ea typeface="Calibri"/>
                <a:cs typeface="Calibri"/>
                <a:sym typeface="Calibri"/>
              </a:rPr>
              <a:t>Digital India</a:t>
            </a:r>
            <a:endParaRPr b="0" i="0" sz="1300" u="none" cap="none" strike="noStrike">
              <a:solidFill>
                <a:srgbClr val="000000"/>
              </a:solidFill>
              <a:latin typeface="Arial"/>
              <a:ea typeface="Arial"/>
              <a:cs typeface="Arial"/>
              <a:sym typeface="Arial"/>
            </a:endParaRPr>
          </a:p>
        </p:txBody>
      </p:sp>
      <p:sp>
        <p:nvSpPr>
          <p:cNvPr id="418" name="Google Shape;418;p41"/>
          <p:cNvSpPr/>
          <p:nvPr/>
        </p:nvSpPr>
        <p:spPr>
          <a:xfrm>
            <a:off x="7564374" y="2537460"/>
            <a:ext cx="1316700" cy="219600"/>
          </a:xfrm>
          <a:prstGeom prst="roundRect">
            <a:avLst>
              <a:gd fmla="val 22000" name="adj"/>
            </a:avLst>
          </a:prstGeom>
          <a:solidFill>
            <a:srgbClr val="E4ECF1"/>
          </a:solidFill>
          <a:ln>
            <a:noFill/>
          </a:ln>
        </p:spPr>
        <p:txBody>
          <a:bodyPr anchorCtr="0" anchor="ctr" bIns="0" lIns="27425" spcFirstLastPara="1" rIns="27425"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GB" sz="900" u="none" cap="none" strike="noStrike">
                <a:solidFill>
                  <a:srgbClr val="0B2E4F"/>
                </a:solidFill>
                <a:latin typeface="Calibri"/>
                <a:ea typeface="Calibri"/>
                <a:cs typeface="Calibri"/>
                <a:sym typeface="Calibri"/>
              </a:rPr>
              <a:t>Deep Ocean Mission</a:t>
            </a:r>
            <a:endParaRPr b="0" i="0" sz="1300" u="none" cap="none" strike="noStrike">
              <a:solidFill>
                <a:srgbClr val="000000"/>
              </a:solidFill>
              <a:latin typeface="Arial"/>
              <a:ea typeface="Arial"/>
              <a:cs typeface="Arial"/>
              <a:sym typeface="Arial"/>
            </a:endParaRPr>
          </a:p>
        </p:txBody>
      </p:sp>
      <p:sp>
        <p:nvSpPr>
          <p:cNvPr id="419" name="Google Shape;419;p41"/>
          <p:cNvSpPr/>
          <p:nvPr/>
        </p:nvSpPr>
        <p:spPr>
          <a:xfrm>
            <a:off x="6165341" y="2811780"/>
            <a:ext cx="1316700" cy="219600"/>
          </a:xfrm>
          <a:prstGeom prst="roundRect">
            <a:avLst>
              <a:gd fmla="val 22000" name="adj"/>
            </a:avLst>
          </a:prstGeom>
          <a:solidFill>
            <a:srgbClr val="E4ECF1"/>
          </a:solidFill>
          <a:ln>
            <a:noFill/>
          </a:ln>
        </p:spPr>
        <p:txBody>
          <a:bodyPr anchorCtr="0" anchor="ctr" bIns="0" lIns="27425" spcFirstLastPara="1" rIns="27425"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GB" sz="900" u="none" cap="none" strike="noStrike">
                <a:solidFill>
                  <a:srgbClr val="0B2E4F"/>
                </a:solidFill>
                <a:latin typeface="Calibri"/>
                <a:ea typeface="Calibri"/>
                <a:cs typeface="Calibri"/>
                <a:sym typeface="Calibri"/>
              </a:rPr>
              <a:t>Blue Economy</a:t>
            </a:r>
            <a:endParaRPr b="0" i="0" sz="1300" u="none" cap="none" strike="noStrike">
              <a:solidFill>
                <a:srgbClr val="000000"/>
              </a:solidFill>
              <a:latin typeface="Arial"/>
              <a:ea typeface="Arial"/>
              <a:cs typeface="Arial"/>
              <a:sym typeface="Arial"/>
            </a:endParaRPr>
          </a:p>
        </p:txBody>
      </p:sp>
      <p:sp>
        <p:nvSpPr>
          <p:cNvPr id="420" name="Google Shape;420;p41"/>
          <p:cNvSpPr/>
          <p:nvPr/>
        </p:nvSpPr>
        <p:spPr>
          <a:xfrm>
            <a:off x="7564374" y="2811780"/>
            <a:ext cx="1316700" cy="219600"/>
          </a:xfrm>
          <a:prstGeom prst="roundRect">
            <a:avLst>
              <a:gd fmla="val 22000" name="adj"/>
            </a:avLst>
          </a:prstGeom>
          <a:solidFill>
            <a:srgbClr val="E4ECF1"/>
          </a:solidFill>
          <a:ln>
            <a:noFill/>
          </a:ln>
        </p:spPr>
        <p:txBody>
          <a:bodyPr anchorCtr="0" anchor="ctr" bIns="0" lIns="27425" spcFirstLastPara="1" rIns="27425"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GB" sz="900" u="none" cap="none" strike="noStrike">
                <a:solidFill>
                  <a:srgbClr val="0B2E4F"/>
                </a:solidFill>
                <a:latin typeface="Calibri"/>
                <a:ea typeface="Calibri"/>
                <a:cs typeface="Calibri"/>
                <a:sym typeface="Calibri"/>
              </a:rPr>
              <a:t>SAGAR / MoES mandate</a:t>
            </a:r>
            <a:endParaRPr b="0" i="0" sz="1300" u="none" cap="none" strike="noStrike">
              <a:solidFill>
                <a:srgbClr val="000000"/>
              </a:solidFill>
              <a:latin typeface="Arial"/>
              <a:ea typeface="Arial"/>
              <a:cs typeface="Arial"/>
              <a:sym typeface="Arial"/>
            </a:endParaRPr>
          </a:p>
        </p:txBody>
      </p:sp>
      <p:sp>
        <p:nvSpPr>
          <p:cNvPr id="421" name="Google Shape;421;p41"/>
          <p:cNvSpPr/>
          <p:nvPr/>
        </p:nvSpPr>
        <p:spPr>
          <a:xfrm>
            <a:off x="6165341" y="3086100"/>
            <a:ext cx="1316700" cy="219600"/>
          </a:xfrm>
          <a:prstGeom prst="roundRect">
            <a:avLst>
              <a:gd fmla="val 22000" name="adj"/>
            </a:avLst>
          </a:prstGeom>
          <a:solidFill>
            <a:srgbClr val="E4ECF1"/>
          </a:solidFill>
          <a:ln>
            <a:noFill/>
          </a:ln>
        </p:spPr>
        <p:txBody>
          <a:bodyPr anchorCtr="0" anchor="ctr" bIns="0" lIns="27425" spcFirstLastPara="1" rIns="27425"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GB" sz="900" u="none" cap="none" strike="noStrike">
                <a:solidFill>
                  <a:srgbClr val="0B2E4F"/>
                </a:solidFill>
                <a:latin typeface="Calibri"/>
                <a:ea typeface="Calibri"/>
                <a:cs typeface="Calibri"/>
                <a:sym typeface="Calibri"/>
              </a:rPr>
              <a:t>UN SDG 14: Life Below Water</a:t>
            </a:r>
            <a:endParaRPr b="0" i="0" sz="1300" u="none" cap="none" strike="noStrike">
              <a:solidFill>
                <a:srgbClr val="000000"/>
              </a:solidFill>
              <a:latin typeface="Arial"/>
              <a:ea typeface="Arial"/>
              <a:cs typeface="Arial"/>
              <a:sym typeface="Arial"/>
            </a:endParaRPr>
          </a:p>
        </p:txBody>
      </p:sp>
      <p:sp>
        <p:nvSpPr>
          <p:cNvPr id="422" name="Google Shape;422;p41"/>
          <p:cNvSpPr/>
          <p:nvPr/>
        </p:nvSpPr>
        <p:spPr>
          <a:xfrm>
            <a:off x="7564374" y="3086100"/>
            <a:ext cx="1316700" cy="219600"/>
          </a:xfrm>
          <a:prstGeom prst="roundRect">
            <a:avLst>
              <a:gd fmla="val 22000" name="adj"/>
            </a:avLst>
          </a:prstGeom>
          <a:solidFill>
            <a:srgbClr val="E4ECF1"/>
          </a:solidFill>
          <a:ln>
            <a:noFill/>
          </a:ln>
        </p:spPr>
        <p:txBody>
          <a:bodyPr anchorCtr="0" anchor="ctr" bIns="0" lIns="27425" spcFirstLastPara="1" rIns="27425"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GB" sz="900" u="none" cap="none" strike="noStrike">
                <a:solidFill>
                  <a:srgbClr val="0B2E4F"/>
                </a:solidFill>
                <a:latin typeface="Calibri"/>
                <a:ea typeface="Calibri"/>
                <a:cs typeface="Calibri"/>
                <a:sym typeface="Calibri"/>
              </a:rPr>
              <a:t>Deployable on INCOIS infrastructure</a:t>
            </a:r>
            <a:endParaRPr b="0" i="0" sz="1100" u="none" cap="none" strike="noStrike">
              <a:solidFill>
                <a:srgbClr val="000000"/>
              </a:solidFill>
              <a:latin typeface="Arial"/>
              <a:ea typeface="Arial"/>
              <a:cs typeface="Arial"/>
              <a:sym typeface="Arial"/>
            </a:endParaRPr>
          </a:p>
        </p:txBody>
      </p:sp>
      <p:sp>
        <p:nvSpPr>
          <p:cNvPr id="423" name="Google Shape;423;p41"/>
          <p:cNvSpPr txBox="1"/>
          <p:nvPr/>
        </p:nvSpPr>
        <p:spPr>
          <a:xfrm>
            <a:off x="6165341" y="3362027"/>
            <a:ext cx="27159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0" i="0" lang="en-GB" sz="900" u="none" cap="none" strike="noStrike">
                <a:solidFill>
                  <a:srgbClr val="556471"/>
                </a:solidFill>
                <a:latin typeface="Calibri"/>
                <a:ea typeface="Calibri"/>
                <a:cs typeface="Calibri"/>
                <a:sym typeface="Calibri"/>
              </a:rPr>
              <a:t>The PS is an internal INCOIS tooling request, so the deployment story is native rather than argued.</a:t>
            </a:r>
            <a:endParaRPr b="0" i="0" sz="1200" u="none" cap="none" strike="noStrike">
              <a:solidFill>
                <a:srgbClr val="000000"/>
              </a:solidFill>
              <a:latin typeface="Arial"/>
              <a:ea typeface="Arial"/>
              <a:cs typeface="Arial"/>
              <a:sym typeface="Arial"/>
            </a:endParaRPr>
          </a:p>
        </p:txBody>
      </p:sp>
      <p:sp>
        <p:nvSpPr>
          <p:cNvPr id="424" name="Google Shape;424;p41"/>
          <p:cNvSpPr/>
          <p:nvPr/>
        </p:nvSpPr>
        <p:spPr>
          <a:xfrm>
            <a:off x="178308" y="1083564"/>
            <a:ext cx="1680300" cy="1001400"/>
          </a:xfrm>
          <a:prstGeom prst="rect">
            <a:avLst/>
          </a:prstGeom>
          <a:solidFill>
            <a:srgbClr val="FFFFFF"/>
          </a:solidFill>
          <a:ln cap="flat" cmpd="sng" w="9525">
            <a:solidFill>
              <a:srgbClr val="C3D0D9"/>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425" name="Google Shape;425;p41"/>
          <p:cNvSpPr/>
          <p:nvPr/>
        </p:nvSpPr>
        <p:spPr>
          <a:xfrm>
            <a:off x="178308" y="1083564"/>
            <a:ext cx="1680300" cy="41100"/>
          </a:xfrm>
          <a:prstGeom prst="rect">
            <a:avLst/>
          </a:prstGeom>
          <a:solidFill>
            <a:srgbClr val="C44528"/>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426" name="Google Shape;426;p41"/>
          <p:cNvSpPr txBox="1"/>
          <p:nvPr/>
        </p:nvSpPr>
        <p:spPr>
          <a:xfrm>
            <a:off x="253750" y="1193300"/>
            <a:ext cx="1604700" cy="570900"/>
          </a:xfrm>
          <a:prstGeom prst="rect">
            <a:avLst/>
          </a:prstGeom>
          <a:noFill/>
          <a:ln>
            <a:noFill/>
          </a:ln>
        </p:spPr>
        <p:txBody>
          <a:bodyPr anchorCtr="0" anchor="t" bIns="0" lIns="0" spcFirstLastPara="1" rIns="0" wrap="square" tIns="0">
            <a:spAutoFit/>
          </a:bodyPr>
          <a:lstStyle/>
          <a:p>
            <a:pPr indent="0" lvl="0" marL="0" marR="0" rtl="0" algn="l">
              <a:lnSpc>
                <a:spcPct val="92000"/>
              </a:lnSpc>
              <a:spcBef>
                <a:spcPts val="0"/>
              </a:spcBef>
              <a:spcAft>
                <a:spcPts val="0"/>
              </a:spcAft>
              <a:buClr>
                <a:srgbClr val="000000"/>
              </a:buClr>
              <a:buSzPts val="1000"/>
              <a:buFont typeface="Arial"/>
              <a:buNone/>
            </a:pPr>
            <a:r>
              <a:rPr b="1" i="0" lang="en-GB" sz="1000" u="none" cap="none" strike="noStrike">
                <a:solidFill>
                  <a:srgbClr val="C44528"/>
                </a:solidFill>
                <a:latin typeface="Calibri"/>
                <a:ea typeface="Calibri"/>
                <a:cs typeface="Calibri"/>
                <a:sym typeface="Calibri"/>
              </a:rPr>
              <a:t>DISASTER MANAGERS</a:t>
            </a:r>
            <a:endParaRPr b="1" i="0" sz="1400" u="none" cap="none" strike="noStrike">
              <a:solidFill>
                <a:srgbClr val="000000"/>
              </a:solidFill>
              <a:latin typeface="Arial"/>
              <a:ea typeface="Arial"/>
              <a:cs typeface="Arial"/>
              <a:sym typeface="Arial"/>
            </a:endParaRPr>
          </a:p>
          <a:p>
            <a:pPr indent="0" lvl="0" marL="0" marR="0" rtl="0" algn="l">
              <a:lnSpc>
                <a:spcPct val="94000"/>
              </a:lnSpc>
              <a:spcBef>
                <a:spcPts val="300"/>
              </a:spcBef>
              <a:spcAft>
                <a:spcPts val="0"/>
              </a:spcAft>
              <a:buClr>
                <a:srgbClr val="000000"/>
              </a:buClr>
              <a:buSzPts val="900"/>
              <a:buFont typeface="Arial"/>
              <a:buNone/>
            </a:pPr>
            <a:r>
              <a:rPr b="1" i="0" lang="en-GB" sz="900" u="none" cap="none" strike="noStrike">
                <a:solidFill>
                  <a:srgbClr val="14202B"/>
                </a:solidFill>
                <a:latin typeface="Calibri"/>
                <a:ea typeface="Calibri"/>
                <a:cs typeface="Calibri"/>
                <a:sym typeface="Calibri"/>
              </a:rPr>
              <a:t>A tsunami or high-wave CAP bulletin becomes a shape on the water.</a:t>
            </a:r>
            <a:endParaRPr b="0" i="0" sz="1300" u="none" cap="none" strike="noStrike">
              <a:solidFill>
                <a:srgbClr val="000000"/>
              </a:solidFill>
              <a:latin typeface="Arial"/>
              <a:ea typeface="Arial"/>
              <a:cs typeface="Arial"/>
              <a:sym typeface="Arial"/>
            </a:endParaRPr>
          </a:p>
        </p:txBody>
      </p:sp>
      <p:sp>
        <p:nvSpPr>
          <p:cNvPr id="427" name="Google Shape;427;p41"/>
          <p:cNvSpPr/>
          <p:nvPr/>
        </p:nvSpPr>
        <p:spPr>
          <a:xfrm>
            <a:off x="1954530" y="1083564"/>
            <a:ext cx="1680300" cy="1001400"/>
          </a:xfrm>
          <a:prstGeom prst="rect">
            <a:avLst/>
          </a:prstGeom>
          <a:solidFill>
            <a:srgbClr val="FFFFFF"/>
          </a:solidFill>
          <a:ln cap="flat" cmpd="sng" w="9525">
            <a:solidFill>
              <a:srgbClr val="C3D0D9"/>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428" name="Google Shape;428;p41"/>
          <p:cNvSpPr/>
          <p:nvPr/>
        </p:nvSpPr>
        <p:spPr>
          <a:xfrm>
            <a:off x="1954530" y="1083564"/>
            <a:ext cx="1680300" cy="41100"/>
          </a:xfrm>
          <a:prstGeom prst="rect">
            <a:avLst/>
          </a:prstGeom>
          <a:solidFill>
            <a:srgbClr val="0B2E4F"/>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429" name="Google Shape;429;p41"/>
          <p:cNvSpPr txBox="1"/>
          <p:nvPr/>
        </p:nvSpPr>
        <p:spPr>
          <a:xfrm>
            <a:off x="2029968" y="1193292"/>
            <a:ext cx="1529400" cy="440400"/>
          </a:xfrm>
          <a:prstGeom prst="rect">
            <a:avLst/>
          </a:prstGeom>
          <a:noFill/>
          <a:ln>
            <a:noFill/>
          </a:ln>
        </p:spPr>
        <p:txBody>
          <a:bodyPr anchorCtr="0" anchor="t" bIns="0" lIns="0" spcFirstLastPara="1" rIns="0" wrap="square" tIns="0">
            <a:spAutoFit/>
          </a:bodyPr>
          <a:lstStyle/>
          <a:p>
            <a:pPr indent="0" lvl="0" marL="0" marR="0" rtl="0" algn="l">
              <a:lnSpc>
                <a:spcPct val="92000"/>
              </a:lnSpc>
              <a:spcBef>
                <a:spcPts val="0"/>
              </a:spcBef>
              <a:spcAft>
                <a:spcPts val="0"/>
              </a:spcAft>
              <a:buClr>
                <a:srgbClr val="000000"/>
              </a:buClr>
              <a:buSzPts val="1000"/>
              <a:buFont typeface="Arial"/>
              <a:buNone/>
            </a:pPr>
            <a:r>
              <a:rPr b="1" i="0" lang="en-GB" sz="1000" u="none" cap="none" strike="noStrike">
                <a:solidFill>
                  <a:srgbClr val="0B2E4F"/>
                </a:solidFill>
                <a:latin typeface="Calibri"/>
                <a:ea typeface="Calibri"/>
                <a:cs typeface="Calibri"/>
                <a:sym typeface="Calibri"/>
              </a:rPr>
              <a:t>OPERATIONAL FORECASTERS</a:t>
            </a:r>
            <a:endParaRPr b="0" i="0" sz="1400" u="none" cap="none" strike="noStrike">
              <a:solidFill>
                <a:srgbClr val="000000"/>
              </a:solidFill>
              <a:latin typeface="Arial"/>
              <a:ea typeface="Arial"/>
              <a:cs typeface="Arial"/>
              <a:sym typeface="Arial"/>
            </a:endParaRPr>
          </a:p>
          <a:p>
            <a:pPr indent="0" lvl="0" marL="0" marR="0" rtl="0" algn="l">
              <a:lnSpc>
                <a:spcPct val="94000"/>
              </a:lnSpc>
              <a:spcBef>
                <a:spcPts val="300"/>
              </a:spcBef>
              <a:spcAft>
                <a:spcPts val="0"/>
              </a:spcAft>
              <a:buClr>
                <a:srgbClr val="000000"/>
              </a:buClr>
              <a:buSzPts val="900"/>
              <a:buFont typeface="Arial"/>
              <a:buNone/>
            </a:pPr>
            <a:r>
              <a:rPr b="0" i="0" lang="en-GB" sz="900" u="none" cap="none" strike="noStrike">
                <a:solidFill>
                  <a:srgbClr val="14202B"/>
                </a:solidFill>
                <a:latin typeface="Calibri"/>
                <a:ea typeface="Calibri"/>
                <a:cs typeface="Calibri"/>
                <a:sym typeface="Calibri"/>
              </a:rPr>
              <a:t>“Can I trust today's field?” answered per depth band.</a:t>
            </a:r>
            <a:endParaRPr b="0" i="0" sz="1300" u="none" cap="none" strike="noStrike">
              <a:solidFill>
                <a:srgbClr val="000000"/>
              </a:solidFill>
              <a:latin typeface="Arial"/>
              <a:ea typeface="Arial"/>
              <a:cs typeface="Arial"/>
              <a:sym typeface="Arial"/>
            </a:endParaRPr>
          </a:p>
        </p:txBody>
      </p:sp>
      <p:sp>
        <p:nvSpPr>
          <p:cNvPr id="430" name="Google Shape;430;p41"/>
          <p:cNvSpPr/>
          <p:nvPr/>
        </p:nvSpPr>
        <p:spPr>
          <a:xfrm>
            <a:off x="3730752" y="1083564"/>
            <a:ext cx="1680300" cy="1001400"/>
          </a:xfrm>
          <a:prstGeom prst="rect">
            <a:avLst/>
          </a:prstGeom>
          <a:solidFill>
            <a:srgbClr val="FFFFFF"/>
          </a:solidFill>
          <a:ln cap="flat" cmpd="sng" w="9525">
            <a:solidFill>
              <a:srgbClr val="C3D0D9"/>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431" name="Google Shape;431;p41"/>
          <p:cNvSpPr/>
          <p:nvPr/>
        </p:nvSpPr>
        <p:spPr>
          <a:xfrm>
            <a:off x="3730752" y="1083564"/>
            <a:ext cx="1680300" cy="41100"/>
          </a:xfrm>
          <a:prstGeom prst="rect">
            <a:avLst/>
          </a:prstGeom>
          <a:solidFill>
            <a:srgbClr val="12688F"/>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432" name="Google Shape;432;p41"/>
          <p:cNvSpPr txBox="1"/>
          <p:nvPr/>
        </p:nvSpPr>
        <p:spPr>
          <a:xfrm>
            <a:off x="3806190" y="1193292"/>
            <a:ext cx="1529400" cy="440400"/>
          </a:xfrm>
          <a:prstGeom prst="rect">
            <a:avLst/>
          </a:prstGeom>
          <a:noFill/>
          <a:ln>
            <a:noFill/>
          </a:ln>
        </p:spPr>
        <p:txBody>
          <a:bodyPr anchorCtr="0" anchor="t" bIns="0" lIns="0" spcFirstLastPara="1" rIns="0" wrap="square" tIns="0">
            <a:spAutoFit/>
          </a:bodyPr>
          <a:lstStyle/>
          <a:p>
            <a:pPr indent="0" lvl="0" marL="0" marR="0" rtl="0" algn="l">
              <a:lnSpc>
                <a:spcPct val="92000"/>
              </a:lnSpc>
              <a:spcBef>
                <a:spcPts val="0"/>
              </a:spcBef>
              <a:spcAft>
                <a:spcPts val="0"/>
              </a:spcAft>
              <a:buClr>
                <a:srgbClr val="000000"/>
              </a:buClr>
              <a:buSzPts val="1000"/>
              <a:buFont typeface="Arial"/>
              <a:buNone/>
            </a:pPr>
            <a:r>
              <a:rPr b="1" i="0" lang="en-GB" sz="1000" u="none" cap="none" strike="noStrike">
                <a:solidFill>
                  <a:srgbClr val="12688F"/>
                </a:solidFill>
                <a:latin typeface="Calibri"/>
                <a:ea typeface="Calibri"/>
                <a:cs typeface="Calibri"/>
                <a:sym typeface="Calibri"/>
              </a:rPr>
              <a:t>SEARCH AND RESCUE</a:t>
            </a:r>
            <a:endParaRPr b="1" i="0" sz="1400" u="none" cap="none" strike="noStrike">
              <a:solidFill>
                <a:srgbClr val="000000"/>
              </a:solidFill>
              <a:latin typeface="Arial"/>
              <a:ea typeface="Arial"/>
              <a:cs typeface="Arial"/>
              <a:sym typeface="Arial"/>
            </a:endParaRPr>
          </a:p>
          <a:p>
            <a:pPr indent="0" lvl="0" marL="0" marR="0" rtl="0" algn="l">
              <a:lnSpc>
                <a:spcPct val="94000"/>
              </a:lnSpc>
              <a:spcBef>
                <a:spcPts val="300"/>
              </a:spcBef>
              <a:spcAft>
                <a:spcPts val="0"/>
              </a:spcAft>
              <a:buClr>
                <a:srgbClr val="000000"/>
              </a:buClr>
              <a:buSzPts val="900"/>
              <a:buFont typeface="Arial"/>
              <a:buNone/>
            </a:pPr>
            <a:r>
              <a:rPr b="0" i="0" lang="en-GB" sz="900" u="none" cap="none" strike="noStrike">
                <a:solidFill>
                  <a:srgbClr val="14202B"/>
                </a:solidFill>
                <a:latin typeface="Calibri"/>
                <a:ea typeface="Calibri"/>
                <a:cs typeface="Calibri"/>
                <a:sym typeface="Calibri"/>
              </a:rPr>
              <a:t>Depth-resolved currents, which is what a drifting object follows.</a:t>
            </a:r>
            <a:endParaRPr b="0" i="0" sz="1300" u="none" cap="none" strike="noStrike">
              <a:solidFill>
                <a:srgbClr val="000000"/>
              </a:solidFill>
              <a:latin typeface="Arial"/>
              <a:ea typeface="Arial"/>
              <a:cs typeface="Arial"/>
              <a:sym typeface="Arial"/>
            </a:endParaRPr>
          </a:p>
        </p:txBody>
      </p:sp>
      <p:sp>
        <p:nvSpPr>
          <p:cNvPr id="433" name="Google Shape;433;p41"/>
          <p:cNvSpPr/>
          <p:nvPr/>
        </p:nvSpPr>
        <p:spPr>
          <a:xfrm>
            <a:off x="5506974" y="1083564"/>
            <a:ext cx="1680300" cy="1001400"/>
          </a:xfrm>
          <a:prstGeom prst="rect">
            <a:avLst/>
          </a:prstGeom>
          <a:solidFill>
            <a:srgbClr val="FFFFFF"/>
          </a:solidFill>
          <a:ln cap="flat" cmpd="sng" w="9525">
            <a:solidFill>
              <a:srgbClr val="C3D0D9"/>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434" name="Google Shape;434;p41"/>
          <p:cNvSpPr/>
          <p:nvPr/>
        </p:nvSpPr>
        <p:spPr>
          <a:xfrm>
            <a:off x="5506974" y="1083564"/>
            <a:ext cx="1680300" cy="41100"/>
          </a:xfrm>
          <a:prstGeom prst="rect">
            <a:avLst/>
          </a:prstGeom>
          <a:solidFill>
            <a:srgbClr val="0E8C9A"/>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435" name="Google Shape;435;p41"/>
          <p:cNvSpPr txBox="1"/>
          <p:nvPr/>
        </p:nvSpPr>
        <p:spPr>
          <a:xfrm>
            <a:off x="5582412" y="1193292"/>
            <a:ext cx="1529400" cy="570900"/>
          </a:xfrm>
          <a:prstGeom prst="rect">
            <a:avLst/>
          </a:prstGeom>
          <a:noFill/>
          <a:ln>
            <a:noFill/>
          </a:ln>
        </p:spPr>
        <p:txBody>
          <a:bodyPr anchorCtr="0" anchor="t" bIns="0" lIns="0" spcFirstLastPara="1" rIns="0" wrap="square" tIns="0">
            <a:spAutoFit/>
          </a:bodyPr>
          <a:lstStyle/>
          <a:p>
            <a:pPr indent="0" lvl="0" marL="0" marR="0" rtl="0" algn="l">
              <a:lnSpc>
                <a:spcPct val="92000"/>
              </a:lnSpc>
              <a:spcBef>
                <a:spcPts val="0"/>
              </a:spcBef>
              <a:spcAft>
                <a:spcPts val="0"/>
              </a:spcAft>
              <a:buClr>
                <a:srgbClr val="000000"/>
              </a:buClr>
              <a:buSzPts val="1000"/>
              <a:buFont typeface="Arial"/>
              <a:buNone/>
            </a:pPr>
            <a:r>
              <a:rPr b="1" i="0" lang="en-GB" sz="1000" u="none" cap="none" strike="noStrike">
                <a:solidFill>
                  <a:srgbClr val="0E8C9A"/>
                </a:solidFill>
                <a:latin typeface="Calibri"/>
                <a:ea typeface="Calibri"/>
                <a:cs typeface="Calibri"/>
                <a:sym typeface="Calibri"/>
              </a:rPr>
              <a:t>FISHERY ADVISORIES</a:t>
            </a:r>
            <a:endParaRPr b="1" i="0" sz="1400" u="none" cap="none" strike="noStrike">
              <a:solidFill>
                <a:srgbClr val="000000"/>
              </a:solidFill>
              <a:latin typeface="Arial"/>
              <a:ea typeface="Arial"/>
              <a:cs typeface="Arial"/>
              <a:sym typeface="Arial"/>
            </a:endParaRPr>
          </a:p>
          <a:p>
            <a:pPr indent="0" lvl="0" marL="0" marR="0" rtl="0" algn="l">
              <a:lnSpc>
                <a:spcPct val="94000"/>
              </a:lnSpc>
              <a:spcBef>
                <a:spcPts val="300"/>
              </a:spcBef>
              <a:spcAft>
                <a:spcPts val="0"/>
              </a:spcAft>
              <a:buClr>
                <a:srgbClr val="000000"/>
              </a:buClr>
              <a:buSzPts val="900"/>
              <a:buFont typeface="Arial"/>
              <a:buNone/>
            </a:pPr>
            <a:r>
              <a:rPr b="0" i="0" lang="en-GB" sz="900" u="none" cap="none" strike="noStrike">
                <a:solidFill>
                  <a:srgbClr val="14202B"/>
                </a:solidFill>
                <a:latin typeface="Calibri"/>
                <a:ea typeface="Calibri"/>
                <a:cs typeface="Calibri"/>
                <a:sym typeface="Calibri"/>
              </a:rPr>
              <a:t>Subsurface temperature behind advisories reaching ~9 lakh households.</a:t>
            </a:r>
            <a:endParaRPr b="0" i="0" sz="1300" u="none" cap="none" strike="noStrike">
              <a:solidFill>
                <a:srgbClr val="000000"/>
              </a:solidFill>
              <a:latin typeface="Arial"/>
              <a:ea typeface="Arial"/>
              <a:cs typeface="Arial"/>
              <a:sym typeface="Arial"/>
            </a:endParaRPr>
          </a:p>
        </p:txBody>
      </p:sp>
      <p:sp>
        <p:nvSpPr>
          <p:cNvPr id="436" name="Google Shape;436;p41"/>
          <p:cNvSpPr/>
          <p:nvPr/>
        </p:nvSpPr>
        <p:spPr>
          <a:xfrm>
            <a:off x="7283196" y="1083564"/>
            <a:ext cx="1680300" cy="1001400"/>
          </a:xfrm>
          <a:prstGeom prst="rect">
            <a:avLst/>
          </a:prstGeom>
          <a:solidFill>
            <a:srgbClr val="FFFFFF"/>
          </a:solidFill>
          <a:ln cap="flat" cmpd="sng" w="9525">
            <a:solidFill>
              <a:srgbClr val="C3D0D9"/>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437" name="Google Shape;437;p41"/>
          <p:cNvSpPr/>
          <p:nvPr/>
        </p:nvSpPr>
        <p:spPr>
          <a:xfrm>
            <a:off x="7283196" y="1083564"/>
            <a:ext cx="1680300" cy="41100"/>
          </a:xfrm>
          <a:prstGeom prst="rect">
            <a:avLst/>
          </a:prstGeom>
          <a:solidFill>
            <a:srgbClr val="B87A1F"/>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438" name="Google Shape;438;p41"/>
          <p:cNvSpPr txBox="1"/>
          <p:nvPr/>
        </p:nvSpPr>
        <p:spPr>
          <a:xfrm>
            <a:off x="7358634" y="1193292"/>
            <a:ext cx="1529400" cy="582000"/>
          </a:xfrm>
          <a:prstGeom prst="rect">
            <a:avLst/>
          </a:prstGeom>
          <a:noFill/>
          <a:ln>
            <a:noFill/>
          </a:ln>
        </p:spPr>
        <p:txBody>
          <a:bodyPr anchorCtr="0" anchor="t" bIns="0" lIns="0" spcFirstLastPara="1" rIns="0" wrap="square" tIns="0">
            <a:spAutoFit/>
          </a:bodyPr>
          <a:lstStyle/>
          <a:p>
            <a:pPr indent="0" lvl="0" marL="0" marR="0" rtl="0" algn="l">
              <a:lnSpc>
                <a:spcPct val="92000"/>
              </a:lnSpc>
              <a:spcBef>
                <a:spcPts val="0"/>
              </a:spcBef>
              <a:spcAft>
                <a:spcPts val="0"/>
              </a:spcAft>
              <a:buClr>
                <a:srgbClr val="000000"/>
              </a:buClr>
              <a:buSzPts val="1000"/>
              <a:buFont typeface="Arial"/>
              <a:buNone/>
            </a:pPr>
            <a:r>
              <a:rPr b="1" i="0" lang="en-GB" sz="1000" u="none" cap="none" strike="noStrike">
                <a:solidFill>
                  <a:srgbClr val="B87A1F"/>
                </a:solidFill>
                <a:latin typeface="Calibri"/>
                <a:ea typeface="Calibri"/>
                <a:cs typeface="Calibri"/>
                <a:sym typeface="Calibri"/>
              </a:rPr>
              <a:t>RESEARCH, EDUCATION, OUTREACH</a:t>
            </a:r>
            <a:endParaRPr b="0" i="0" sz="1400" u="none" cap="none" strike="noStrike">
              <a:solidFill>
                <a:srgbClr val="000000"/>
              </a:solidFill>
              <a:latin typeface="Arial"/>
              <a:ea typeface="Arial"/>
              <a:cs typeface="Arial"/>
              <a:sym typeface="Arial"/>
            </a:endParaRPr>
          </a:p>
          <a:p>
            <a:pPr indent="0" lvl="0" marL="0" marR="0" rtl="0" algn="l">
              <a:lnSpc>
                <a:spcPct val="94000"/>
              </a:lnSpc>
              <a:spcBef>
                <a:spcPts val="300"/>
              </a:spcBef>
              <a:spcAft>
                <a:spcPts val="0"/>
              </a:spcAft>
              <a:buClr>
                <a:srgbClr val="000000"/>
              </a:buClr>
              <a:buSzPts val="900"/>
              <a:buFont typeface="Arial"/>
              <a:buNone/>
            </a:pPr>
            <a:r>
              <a:rPr b="0" i="0" lang="en-GB" sz="900" u="none" cap="none" strike="noStrike">
                <a:solidFill>
                  <a:srgbClr val="14202B"/>
                </a:solidFill>
                <a:latin typeface="Calibri"/>
                <a:ea typeface="Calibri"/>
                <a:cs typeface="Calibri"/>
                <a:sym typeface="Calibri"/>
              </a:rPr>
              <a:t>Guided tours narrate the ocean for schools and exhibitions.</a:t>
            </a:r>
            <a:endParaRPr b="0" i="0" sz="1300" u="none" cap="none" strike="noStrike">
              <a:solidFill>
                <a:srgbClr val="000000"/>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3" name="Shape 443"/>
        <p:cNvGrpSpPr/>
        <p:nvPr/>
      </p:nvGrpSpPr>
      <p:grpSpPr>
        <a:xfrm>
          <a:off x="0" y="0"/>
          <a:ext cx="0" cy="0"/>
          <a:chOff x="0" y="0"/>
          <a:chExt cx="0" cy="0"/>
        </a:xfrm>
      </p:grpSpPr>
      <p:sp>
        <p:nvSpPr>
          <p:cNvPr id="444" name="Google Shape;444;p42"/>
          <p:cNvSpPr txBox="1"/>
          <p:nvPr/>
        </p:nvSpPr>
        <p:spPr>
          <a:xfrm>
            <a:off x="45720" y="5074920"/>
            <a:ext cx="9052560" cy="45720"/>
          </a:xfrm>
          <a:prstGeom prst="rect">
            <a:avLst/>
          </a:prstGeom>
          <a:noFill/>
          <a:ln>
            <a:noFill/>
          </a:ln>
        </p:spPr>
        <p:txBody>
          <a:bodyPr anchorCtr="0" anchor="t" bIns="18275" lIns="27425" spcFirstLastPara="1" rIns="27425" wrap="square" tIns="18275">
            <a:spAutoFit/>
          </a:bodyPr>
          <a:lstStyle/>
          <a:p>
            <a:pPr indent="0" lvl="0" marL="0" marR="0" rtl="0" algn="l">
              <a:lnSpc>
                <a:spcPct val="50000"/>
              </a:lnSpc>
              <a:spcBef>
                <a:spcPts val="0"/>
              </a:spcBef>
              <a:spcAft>
                <a:spcPts val="0"/>
              </a:spcAft>
              <a:buNone/>
            </a:pPr>
            <a:r>
              <a:rPr b="0" i="0" lang="en-GB" sz="100" u="none" cap="none" strike="noStrike">
                <a:solidFill>
                  <a:srgbClr val="FFFFFF"/>
                </a:solidFill>
                <a:latin typeface="Arial"/>
                <a:ea typeface="Arial"/>
                <a:cs typeface="Arial"/>
                <a:sym typeface="Arial"/>
              </a:rPr>
              <a:t>GODAE OceanView Class 4 verification Ryan 2015 Wong 2020 Argo quality control TEOS-10 equation of seawater Qin 2021 Yu 2025 Argovis pyParaOcean Signell 2019 CF Conventions OASIS CAP v1.2 interoperability national international ocean data portals</a:t>
            </a:r>
            <a:endParaRPr/>
          </a:p>
        </p:txBody>
      </p:sp>
      <p:sp>
        <p:nvSpPr>
          <p:cNvPr id="445" name="Google Shape;445;p42"/>
          <p:cNvSpPr/>
          <p:nvPr/>
        </p:nvSpPr>
        <p:spPr>
          <a:xfrm>
            <a:off x="0" y="4869575"/>
            <a:ext cx="9144000" cy="273900"/>
          </a:xfrm>
          <a:prstGeom prst="rect">
            <a:avLst/>
          </a:prstGeom>
          <a:solidFill>
            <a:srgbClr val="0070C0"/>
          </a:solidFill>
          <a:ln>
            <a:noFill/>
          </a:ln>
          <a:effectLst>
            <a:outerShdw rotWithShape="0" dir="5400000" dist="23000">
              <a:srgbClr val="808080">
                <a:alpha val="34902"/>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400"/>
              <a:buFont typeface="Calibri"/>
              <a:buNone/>
            </a:pPr>
            <a:r>
              <a:t/>
            </a:r>
            <a:endParaRPr b="0" i="0" sz="1400" u="none" cap="none" strike="noStrike">
              <a:solidFill>
                <a:srgbClr val="953734"/>
              </a:solidFill>
              <a:latin typeface="Calibri"/>
              <a:ea typeface="Calibri"/>
              <a:cs typeface="Calibri"/>
              <a:sym typeface="Calibri"/>
            </a:endParaRPr>
          </a:p>
        </p:txBody>
      </p:sp>
      <p:sp>
        <p:nvSpPr>
          <p:cNvPr id="446" name="Google Shape;446;p42"/>
          <p:cNvSpPr txBox="1"/>
          <p:nvPr>
            <p:ph type="title"/>
          </p:nvPr>
        </p:nvSpPr>
        <p:spPr>
          <a:xfrm>
            <a:off x="1275588" y="41148"/>
            <a:ext cx="7338000" cy="630900"/>
          </a:xfrm>
          <a:prstGeom prst="rect">
            <a:avLst/>
          </a:prstGeom>
          <a:noFill/>
          <a:ln>
            <a:noFill/>
          </a:ln>
        </p:spPr>
        <p:txBody>
          <a:bodyPr anchorCtr="0" anchor="ctr" bIns="34275" lIns="68575" spcFirstLastPara="1" rIns="68575" wrap="square" tIns="34275">
            <a:noAutofit/>
          </a:bodyPr>
          <a:lstStyle/>
          <a:p>
            <a:pPr indent="0" lvl="0" marL="0" rtl="0" algn="l">
              <a:lnSpc>
                <a:spcPct val="100000"/>
              </a:lnSpc>
              <a:spcBef>
                <a:spcPts val="0"/>
              </a:spcBef>
              <a:spcAft>
                <a:spcPts val="0"/>
              </a:spcAft>
              <a:buSzPts val="1100"/>
              <a:buNone/>
            </a:pPr>
            <a:r>
              <a:rPr b="1" i="0" lang="en-GB" sz="2000">
                <a:solidFill>
                  <a:srgbClr val="0B2E4F"/>
                </a:solidFill>
                <a:latin typeface="Times New Roman"/>
                <a:ea typeface="Times New Roman"/>
                <a:cs typeface="Times New Roman"/>
                <a:sym typeface="Times New Roman"/>
              </a:rPr>
              <a:t>RESEARCH AND REFERENCES</a:t>
            </a:r>
            <a:endParaRPr sz="1100"/>
          </a:p>
        </p:txBody>
      </p:sp>
      <p:sp>
        <p:nvSpPr>
          <p:cNvPr id="447" name="Google Shape;447;p42"/>
          <p:cNvSpPr txBox="1"/>
          <p:nvPr>
            <p:ph idx="12" type="sldNum"/>
          </p:nvPr>
        </p:nvSpPr>
        <p:spPr>
          <a:xfrm>
            <a:off x="6553200" y="4867347"/>
            <a:ext cx="2133600" cy="273900"/>
          </a:xfrm>
          <a:prstGeom prst="rect">
            <a:avLst/>
          </a:prstGeom>
          <a:noFill/>
          <a:ln>
            <a:noFill/>
          </a:ln>
        </p:spPr>
        <p:txBody>
          <a:bodyPr anchorCtr="0" anchor="ctr" bIns="34275" lIns="68575" spcFirstLastPara="1" rIns="68575" wrap="square" tIns="34275">
            <a:noAutofit/>
          </a:bodyPr>
          <a:lstStyle/>
          <a:p>
            <a:pPr indent="0" lvl="0" marL="0" marR="0" rtl="0" algn="r">
              <a:lnSpc>
                <a:spcPct val="100000"/>
              </a:lnSpc>
              <a:spcBef>
                <a:spcPts val="0"/>
              </a:spcBef>
              <a:spcAft>
                <a:spcPts val="0"/>
              </a:spcAft>
              <a:buClr>
                <a:srgbClr val="FFFFFF"/>
              </a:buClr>
              <a:buSzPts val="900"/>
              <a:buFont typeface="Oswald"/>
              <a:buNone/>
            </a:pPr>
            <a:fld id="{00000000-1234-1234-1234-123412341234}" type="slidenum">
              <a:rPr b="1" i="0" lang="en-GB" sz="900" u="none" cap="none" strike="noStrike">
                <a:solidFill>
                  <a:srgbClr val="FFFFFF"/>
                </a:solidFill>
                <a:latin typeface="Oswald"/>
                <a:ea typeface="Oswald"/>
                <a:cs typeface="Oswald"/>
                <a:sym typeface="Oswald"/>
              </a:rPr>
              <a:t>‹#›</a:t>
            </a:fld>
            <a:endParaRPr b="1" i="0" sz="900" u="none" cap="none" strike="noStrike">
              <a:solidFill>
                <a:srgbClr val="FFFFFF"/>
              </a:solidFill>
              <a:latin typeface="Oswald"/>
              <a:ea typeface="Oswald"/>
              <a:cs typeface="Oswald"/>
              <a:sym typeface="Oswald"/>
            </a:endParaRPr>
          </a:p>
        </p:txBody>
      </p:sp>
      <p:sp>
        <p:nvSpPr>
          <p:cNvPr id="448" name="Google Shape;448;p42"/>
          <p:cNvSpPr txBox="1"/>
          <p:nvPr>
            <p:ph idx="11" type="ftr"/>
          </p:nvPr>
        </p:nvSpPr>
        <p:spPr>
          <a:xfrm>
            <a:off x="3396599" y="4846738"/>
            <a:ext cx="2403000" cy="273900"/>
          </a:xfrm>
          <a:prstGeom prst="rect">
            <a:avLst/>
          </a:prstGeom>
          <a:no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FFFFFF"/>
              </a:buClr>
              <a:buSzPts val="800"/>
              <a:buFont typeface="Calibri"/>
              <a:buNone/>
            </a:pPr>
            <a:r>
              <a:rPr b="1" i="0" lang="en-GB" sz="700">
                <a:solidFill>
                  <a:srgbClr val="FFFFFF"/>
                </a:solidFill>
                <a:latin typeface="Calibri"/>
                <a:ea typeface="Calibri"/>
                <a:cs typeface="Calibri"/>
                <a:sym typeface="Calibri"/>
              </a:rPr>
              <a:t>SagarDrishti  ·  PS SIH26067  ·  @SIH Idea Submission</a:t>
            </a:r>
            <a:endParaRPr b="0" i="0" sz="900" u="none" cap="none" strike="noStrike">
              <a:solidFill>
                <a:srgbClr val="FFFFFF"/>
              </a:solidFill>
              <a:latin typeface="Oswald"/>
              <a:ea typeface="Oswald"/>
              <a:cs typeface="Oswald"/>
              <a:sym typeface="Oswald"/>
            </a:endParaRPr>
          </a:p>
        </p:txBody>
      </p:sp>
      <p:pic>
        <p:nvPicPr>
          <p:cNvPr id="449" name="Google Shape;449;p42"/>
          <p:cNvPicPr preferRelativeResize="0"/>
          <p:nvPr/>
        </p:nvPicPr>
        <p:blipFill rotWithShape="1">
          <a:blip r:embed="rId3">
            <a:alphaModFix/>
          </a:blip>
          <a:srcRect b="0" l="0" r="0" t="0"/>
          <a:stretch/>
        </p:blipFill>
        <p:spPr>
          <a:xfrm>
            <a:off x="7813772" y="-6708"/>
            <a:ext cx="1282120" cy="605400"/>
          </a:xfrm>
          <a:prstGeom prst="rect">
            <a:avLst/>
          </a:prstGeom>
          <a:noFill/>
          <a:ln>
            <a:noFill/>
          </a:ln>
        </p:spPr>
      </p:pic>
      <p:sp>
        <p:nvSpPr>
          <p:cNvPr id="450" name="Google Shape;450;p42"/>
          <p:cNvSpPr/>
          <p:nvPr/>
        </p:nvSpPr>
        <p:spPr>
          <a:xfrm>
            <a:off x="188775" y="798057"/>
            <a:ext cx="3497700" cy="205800"/>
          </a:xfrm>
          <a:prstGeom prst="roundRect">
            <a:avLst>
              <a:gd fmla="val 32000" name="adj"/>
            </a:avLst>
          </a:prstGeom>
          <a:solidFill>
            <a:srgbClr val="0B2E4F"/>
          </a:solidFill>
          <a:ln>
            <a:noFill/>
          </a:ln>
        </p:spPr>
        <p:txBody>
          <a:bodyPr anchorCtr="0" anchor="ctr" bIns="0" lIns="68575" spcFirstLastPara="1" rIns="4115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GB" sz="900" u="none" cap="none" strike="noStrike">
                <a:solidFill>
                  <a:srgbClr val="FFFFFF"/>
                </a:solidFill>
                <a:latin typeface="Calibri"/>
                <a:ea typeface="Calibri"/>
                <a:cs typeface="Calibri"/>
                <a:sym typeface="Calibri"/>
              </a:rPr>
              <a:t>DETAILS AND LINKS OF THE REFERENCE AND RESEARCH WORK</a:t>
            </a:r>
            <a:endParaRPr b="0" i="0" sz="1100" u="none" cap="none" strike="noStrike">
              <a:solidFill>
                <a:srgbClr val="000000"/>
              </a:solidFill>
              <a:latin typeface="Arial"/>
              <a:ea typeface="Arial"/>
              <a:cs typeface="Arial"/>
              <a:sym typeface="Arial"/>
            </a:endParaRPr>
          </a:p>
        </p:txBody>
      </p:sp>
      <p:sp>
        <p:nvSpPr>
          <p:cNvPr id="451" name="Google Shape;451;p42"/>
          <p:cNvSpPr txBox="1"/>
          <p:nvPr/>
        </p:nvSpPr>
        <p:spPr>
          <a:xfrm>
            <a:off x="178308" y="1110996"/>
            <a:ext cx="5898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GB" sz="900" u="none" cap="none" strike="noStrike">
                <a:solidFill>
                  <a:srgbClr val="0E8C9A"/>
                </a:solidFill>
                <a:latin typeface="Calibri"/>
                <a:ea typeface="Calibri"/>
                <a:cs typeface="Calibri"/>
                <a:sym typeface="Calibri"/>
              </a:rPr>
              <a:t>METHOD AND VERIFICATION</a:t>
            </a:r>
            <a:endParaRPr b="0" i="0" sz="1300" u="none" cap="none" strike="noStrike">
              <a:solidFill>
                <a:srgbClr val="000000"/>
              </a:solidFill>
              <a:latin typeface="Arial"/>
              <a:ea typeface="Arial"/>
              <a:cs typeface="Arial"/>
              <a:sym typeface="Arial"/>
            </a:endParaRPr>
          </a:p>
        </p:txBody>
      </p:sp>
      <p:sp>
        <p:nvSpPr>
          <p:cNvPr id="452" name="Google Shape;452;p42"/>
          <p:cNvSpPr txBox="1"/>
          <p:nvPr/>
        </p:nvSpPr>
        <p:spPr>
          <a:xfrm>
            <a:off x="178308" y="1241298"/>
            <a:ext cx="5898000" cy="110700"/>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0000"/>
              </a:buClr>
              <a:buSzPts val="700"/>
              <a:buFont typeface="Arial"/>
              <a:buNone/>
            </a:pPr>
            <a:r>
              <a:rPr b="1" i="0" lang="en-GB" sz="700" u="none" cap="none" strike="noStrike">
                <a:solidFill>
                  <a:srgbClr val="0E8C9A"/>
                </a:solidFill>
                <a:latin typeface="Calibri"/>
                <a:ea typeface="Calibri"/>
                <a:cs typeface="Calibri"/>
                <a:sym typeface="Calibri"/>
              </a:rPr>
              <a:t>▪ </a:t>
            </a:r>
            <a:r>
              <a:rPr b="0" i="0" lang="en-GB" sz="800" u="sng" cap="none" strike="noStrike">
                <a:solidFill>
                  <a:schemeClr val="hlink"/>
                </a:solidFill>
                <a:latin typeface="Calibri"/>
                <a:ea typeface="Calibri"/>
                <a:cs typeface="Calibri"/>
                <a:sym typeface="Calibri"/>
                <a:hlinkClick r:id="rId4"/>
              </a:rPr>
              <a:t>Ryan et al. 2015: GODAE OceanView Class 4 verification, J. Op. Oceanogr. 8</a:t>
            </a:r>
            <a:r>
              <a:rPr b="0" i="1" lang="en-GB" sz="800" u="none" cap="none" strike="noStrike">
                <a:solidFill>
                  <a:srgbClr val="556471"/>
                </a:solidFill>
                <a:latin typeface="Calibri"/>
                <a:ea typeface="Calibri"/>
                <a:cs typeface="Calibri"/>
                <a:sym typeface="Calibri"/>
              </a:rPr>
              <a:t>   ·  the method behind our scorecard</a:t>
            </a:r>
            <a:endParaRPr b="0" i="0" sz="1300" u="none" cap="none" strike="noStrike">
              <a:solidFill>
                <a:srgbClr val="000000"/>
              </a:solidFill>
              <a:latin typeface="Arial"/>
              <a:ea typeface="Arial"/>
              <a:cs typeface="Arial"/>
              <a:sym typeface="Arial"/>
            </a:endParaRPr>
          </a:p>
        </p:txBody>
      </p:sp>
      <p:sp>
        <p:nvSpPr>
          <p:cNvPr id="453" name="Google Shape;453;p42"/>
          <p:cNvSpPr txBox="1"/>
          <p:nvPr/>
        </p:nvSpPr>
        <p:spPr>
          <a:xfrm>
            <a:off x="178308" y="1349654"/>
            <a:ext cx="5898000" cy="110700"/>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0000"/>
              </a:buClr>
              <a:buSzPts val="700"/>
              <a:buFont typeface="Arial"/>
              <a:buNone/>
            </a:pPr>
            <a:r>
              <a:rPr b="1" i="0" lang="en-GB" sz="700" u="none" cap="none" strike="noStrike">
                <a:solidFill>
                  <a:srgbClr val="0E8C9A"/>
                </a:solidFill>
                <a:latin typeface="Calibri"/>
                <a:ea typeface="Calibri"/>
                <a:cs typeface="Calibri"/>
                <a:sym typeface="Calibri"/>
              </a:rPr>
              <a:t>▪ </a:t>
            </a:r>
            <a:r>
              <a:rPr b="0" i="0" lang="en-GB" sz="800" u="sng" cap="none" strike="noStrike">
                <a:solidFill>
                  <a:schemeClr val="hlink"/>
                </a:solidFill>
                <a:latin typeface="Calibri"/>
                <a:ea typeface="Calibri"/>
                <a:cs typeface="Calibri"/>
                <a:sym typeface="Calibri"/>
                <a:hlinkClick r:id="rId5"/>
              </a:rPr>
              <a:t>Wong et al. 2020: Argo data and its QC flags, Front. Mar. Sci. 7:700</a:t>
            </a:r>
            <a:r>
              <a:rPr b="0" i="1" lang="en-GB" sz="800" u="none" cap="none" strike="noStrike">
                <a:solidFill>
                  <a:srgbClr val="556471"/>
                </a:solidFill>
                <a:latin typeface="Calibri"/>
                <a:ea typeface="Calibri"/>
                <a:cs typeface="Calibri"/>
                <a:sym typeface="Calibri"/>
              </a:rPr>
              <a:t>   ·  why we keep only flags 1 and 2</a:t>
            </a:r>
            <a:endParaRPr b="0" i="0" sz="1300" u="none" cap="none" strike="noStrike">
              <a:solidFill>
                <a:srgbClr val="000000"/>
              </a:solidFill>
              <a:latin typeface="Arial"/>
              <a:ea typeface="Arial"/>
              <a:cs typeface="Arial"/>
              <a:sym typeface="Arial"/>
            </a:endParaRPr>
          </a:p>
        </p:txBody>
      </p:sp>
      <p:sp>
        <p:nvSpPr>
          <p:cNvPr id="454" name="Google Shape;454;p42"/>
          <p:cNvSpPr txBox="1"/>
          <p:nvPr/>
        </p:nvSpPr>
        <p:spPr>
          <a:xfrm>
            <a:off x="178308" y="1458011"/>
            <a:ext cx="5898000" cy="110700"/>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0000"/>
              </a:buClr>
              <a:buSzPts val="700"/>
              <a:buFont typeface="Arial"/>
              <a:buNone/>
            </a:pPr>
            <a:r>
              <a:rPr b="1" i="0" lang="en-GB" sz="700" u="none" cap="none" strike="noStrike">
                <a:solidFill>
                  <a:srgbClr val="0E8C9A"/>
                </a:solidFill>
                <a:latin typeface="Calibri"/>
                <a:ea typeface="Calibri"/>
                <a:cs typeface="Calibri"/>
                <a:sym typeface="Calibri"/>
              </a:rPr>
              <a:t>▪ </a:t>
            </a:r>
            <a:r>
              <a:rPr b="0" i="0" lang="en-GB" sz="800" u="sng" cap="none" strike="noStrike">
                <a:solidFill>
                  <a:schemeClr val="hlink"/>
                </a:solidFill>
                <a:latin typeface="Calibri"/>
                <a:ea typeface="Calibri"/>
                <a:cs typeface="Calibri"/>
                <a:sym typeface="Calibri"/>
                <a:hlinkClick r:id="rId6"/>
              </a:rPr>
              <a:t>IOC, SCOR, IAPSO: TEOS-10 thermodynamic equation of seawater</a:t>
            </a:r>
            <a:r>
              <a:rPr b="0" i="1" lang="en-GB" sz="800" u="none" cap="none" strike="noStrike">
                <a:solidFill>
                  <a:srgbClr val="556471"/>
                </a:solidFill>
                <a:latin typeface="Calibri"/>
                <a:ea typeface="Calibri"/>
                <a:cs typeface="Calibri"/>
                <a:sym typeface="Calibri"/>
              </a:rPr>
              <a:t>   ·  our density field</a:t>
            </a:r>
            <a:endParaRPr b="0" i="0" sz="1300" u="none" cap="none" strike="noStrike">
              <a:solidFill>
                <a:srgbClr val="000000"/>
              </a:solidFill>
              <a:latin typeface="Arial"/>
              <a:ea typeface="Arial"/>
              <a:cs typeface="Arial"/>
              <a:sym typeface="Arial"/>
            </a:endParaRPr>
          </a:p>
        </p:txBody>
      </p:sp>
      <p:sp>
        <p:nvSpPr>
          <p:cNvPr id="455" name="Google Shape;455;p42"/>
          <p:cNvSpPr txBox="1"/>
          <p:nvPr/>
        </p:nvSpPr>
        <p:spPr>
          <a:xfrm>
            <a:off x="178308" y="1566367"/>
            <a:ext cx="5898000" cy="110700"/>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0000"/>
              </a:buClr>
              <a:buSzPts val="700"/>
              <a:buFont typeface="Arial"/>
              <a:buNone/>
            </a:pPr>
            <a:r>
              <a:rPr b="1" i="0" lang="en-GB" sz="700" u="none" cap="none" strike="noStrike">
                <a:solidFill>
                  <a:srgbClr val="0E8C9A"/>
                </a:solidFill>
                <a:latin typeface="Calibri"/>
                <a:ea typeface="Calibri"/>
                <a:cs typeface="Calibri"/>
                <a:sym typeface="Calibri"/>
              </a:rPr>
              <a:t>▪ </a:t>
            </a:r>
            <a:r>
              <a:rPr b="0" i="0" lang="en-GB" sz="800" u="sng" cap="none" strike="noStrike">
                <a:solidFill>
                  <a:schemeClr val="hlink"/>
                </a:solidFill>
                <a:latin typeface="Calibri"/>
                <a:ea typeface="Calibri"/>
                <a:cs typeface="Calibri"/>
                <a:sym typeface="Calibri"/>
                <a:hlinkClick r:id="rId7"/>
              </a:rPr>
              <a:t>Balakrishnan Nair et al. 2013: INCOIS Ocean State Forecast validation, Current Science 105(2)</a:t>
            </a:r>
            <a:r>
              <a:rPr b="0" i="1" lang="en-GB" sz="800" u="none" cap="none" strike="noStrike">
                <a:solidFill>
                  <a:srgbClr val="556471"/>
                </a:solidFill>
                <a:latin typeface="Calibri"/>
                <a:ea typeface="Calibri"/>
                <a:cs typeface="Calibri"/>
                <a:sym typeface="Calibri"/>
              </a:rPr>
              <a:t>   ·  the Indian validation precedent</a:t>
            </a:r>
            <a:endParaRPr b="0" i="0" sz="1300" u="none" cap="none" strike="noStrike">
              <a:solidFill>
                <a:srgbClr val="000000"/>
              </a:solidFill>
              <a:latin typeface="Arial"/>
              <a:ea typeface="Arial"/>
              <a:cs typeface="Arial"/>
              <a:sym typeface="Arial"/>
            </a:endParaRPr>
          </a:p>
        </p:txBody>
      </p:sp>
      <p:sp>
        <p:nvSpPr>
          <p:cNvPr id="456" name="Google Shape;456;p42"/>
          <p:cNvSpPr txBox="1"/>
          <p:nvPr/>
        </p:nvSpPr>
        <p:spPr>
          <a:xfrm>
            <a:off x="178308" y="1753590"/>
            <a:ext cx="5898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GB" sz="800" u="none" cap="none" strike="noStrike">
                <a:solidFill>
                  <a:srgbClr val="12688F"/>
                </a:solidFill>
                <a:latin typeface="Calibri"/>
                <a:ea typeface="Calibri"/>
                <a:cs typeface="Calibri"/>
                <a:sym typeface="Calibri"/>
              </a:rPr>
              <a:t>WEB 3D OCEAN VISUALISATION</a:t>
            </a:r>
            <a:endParaRPr b="0" i="0" sz="1300" u="none" cap="none" strike="noStrike">
              <a:solidFill>
                <a:srgbClr val="000000"/>
              </a:solidFill>
              <a:latin typeface="Arial"/>
              <a:ea typeface="Arial"/>
              <a:cs typeface="Arial"/>
              <a:sym typeface="Arial"/>
            </a:endParaRPr>
          </a:p>
        </p:txBody>
      </p:sp>
      <p:sp>
        <p:nvSpPr>
          <p:cNvPr id="457" name="Google Shape;457;p42"/>
          <p:cNvSpPr txBox="1"/>
          <p:nvPr/>
        </p:nvSpPr>
        <p:spPr>
          <a:xfrm>
            <a:off x="178308" y="1883892"/>
            <a:ext cx="5898000" cy="110700"/>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0000"/>
              </a:buClr>
              <a:buSzPts val="700"/>
              <a:buFont typeface="Arial"/>
              <a:buNone/>
            </a:pPr>
            <a:r>
              <a:rPr b="1" i="0" lang="en-GB" sz="700" u="none" cap="none" strike="noStrike">
                <a:solidFill>
                  <a:srgbClr val="12688F"/>
                </a:solidFill>
                <a:latin typeface="Calibri"/>
                <a:ea typeface="Calibri"/>
                <a:cs typeface="Calibri"/>
                <a:sym typeface="Calibri"/>
              </a:rPr>
              <a:t>▪ </a:t>
            </a:r>
            <a:r>
              <a:rPr b="0" i="0" lang="en-GB" sz="800" u="sng" cap="none" strike="noStrike">
                <a:solidFill>
                  <a:schemeClr val="hlink"/>
                </a:solidFill>
                <a:latin typeface="Calibri"/>
                <a:ea typeface="Calibri"/>
                <a:cs typeface="Calibri"/>
                <a:sym typeface="Calibri"/>
                <a:hlinkClick r:id="rId8"/>
              </a:rPr>
              <a:t>Qin et al. 2021: Web 3D framework for time-varying ocean forecast data, Env. Modelling &amp; Software 135</a:t>
            </a:r>
            <a:r>
              <a:rPr b="0" i="1" lang="en-GB" sz="800" u="none" cap="none" strike="noStrike">
                <a:solidFill>
                  <a:srgbClr val="556471"/>
                </a:solidFill>
                <a:latin typeface="Calibri"/>
                <a:ea typeface="Calibri"/>
                <a:cs typeface="Calibri"/>
                <a:sym typeface="Calibri"/>
              </a:rPr>
              <a:t>   ·  the closest ancestor</a:t>
            </a:r>
            <a:endParaRPr b="0" i="0" sz="1300" u="none" cap="none" strike="noStrike">
              <a:solidFill>
                <a:srgbClr val="000000"/>
              </a:solidFill>
              <a:latin typeface="Arial"/>
              <a:ea typeface="Arial"/>
              <a:cs typeface="Arial"/>
              <a:sym typeface="Arial"/>
            </a:endParaRPr>
          </a:p>
        </p:txBody>
      </p:sp>
      <p:sp>
        <p:nvSpPr>
          <p:cNvPr id="458" name="Google Shape;458;p42"/>
          <p:cNvSpPr txBox="1"/>
          <p:nvPr/>
        </p:nvSpPr>
        <p:spPr>
          <a:xfrm>
            <a:off x="178308" y="1992249"/>
            <a:ext cx="5898000" cy="110700"/>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0000"/>
              </a:buClr>
              <a:buSzPts val="700"/>
              <a:buFont typeface="Arial"/>
              <a:buNone/>
            </a:pPr>
            <a:r>
              <a:rPr b="1" i="0" lang="en-GB" sz="700" u="none" cap="none" strike="noStrike">
                <a:solidFill>
                  <a:srgbClr val="12688F"/>
                </a:solidFill>
                <a:latin typeface="Calibri"/>
                <a:ea typeface="Calibri"/>
                <a:cs typeface="Calibri"/>
                <a:sym typeface="Calibri"/>
              </a:rPr>
              <a:t>▪ </a:t>
            </a:r>
            <a:r>
              <a:rPr b="0" i="0" lang="en-GB" sz="800" u="sng" cap="none" strike="noStrike">
                <a:solidFill>
                  <a:schemeClr val="hlink"/>
                </a:solidFill>
                <a:latin typeface="Calibri"/>
                <a:ea typeface="Calibri"/>
                <a:cs typeface="Calibri"/>
                <a:sym typeface="Calibri"/>
                <a:hlinkClick r:id="rId9"/>
              </a:rPr>
              <a:t>Yu, Qin &amp; Xu 2025: WebGPU volume rendering of ocean scalars, Applied Sciences 15(5):2782</a:t>
            </a:r>
            <a:r>
              <a:rPr b="0" i="1" lang="en-GB" sz="800" u="none" cap="none" strike="noStrike">
                <a:solidFill>
                  <a:srgbClr val="556471"/>
                </a:solidFill>
                <a:latin typeface="Calibri"/>
                <a:ea typeface="Calibri"/>
                <a:cs typeface="Calibri"/>
                <a:sym typeface="Calibri"/>
              </a:rPr>
              <a:t>   ·  our rendering optimisations</a:t>
            </a:r>
            <a:endParaRPr b="0" i="0" sz="1300" u="none" cap="none" strike="noStrike">
              <a:solidFill>
                <a:srgbClr val="000000"/>
              </a:solidFill>
              <a:latin typeface="Arial"/>
              <a:ea typeface="Arial"/>
              <a:cs typeface="Arial"/>
              <a:sym typeface="Arial"/>
            </a:endParaRPr>
          </a:p>
        </p:txBody>
      </p:sp>
      <p:sp>
        <p:nvSpPr>
          <p:cNvPr id="459" name="Google Shape;459;p42"/>
          <p:cNvSpPr txBox="1"/>
          <p:nvPr/>
        </p:nvSpPr>
        <p:spPr>
          <a:xfrm>
            <a:off x="178308" y="2100605"/>
            <a:ext cx="5898000" cy="110700"/>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0000"/>
              </a:buClr>
              <a:buSzPts val="700"/>
              <a:buFont typeface="Arial"/>
              <a:buNone/>
            </a:pPr>
            <a:r>
              <a:rPr b="1" i="0" lang="en-GB" sz="700" u="none" cap="none" strike="noStrike">
                <a:solidFill>
                  <a:srgbClr val="12688F"/>
                </a:solidFill>
                <a:latin typeface="Calibri"/>
                <a:ea typeface="Calibri"/>
                <a:cs typeface="Calibri"/>
                <a:sym typeface="Calibri"/>
              </a:rPr>
              <a:t>▪ </a:t>
            </a:r>
            <a:r>
              <a:rPr b="0" i="0" lang="en-GB" sz="800" u="sng" cap="none" strike="noStrike">
                <a:solidFill>
                  <a:schemeClr val="hlink"/>
                </a:solidFill>
                <a:latin typeface="Calibri"/>
                <a:ea typeface="Calibri"/>
                <a:cs typeface="Calibri"/>
                <a:sym typeface="Calibri"/>
                <a:hlinkClick r:id="rId10"/>
              </a:rPr>
              <a:t>Tucker et al. 2020: Argovis, J. Atmos. Ocean. Tech. 37(3):401</a:t>
            </a:r>
            <a:r>
              <a:rPr b="0" i="1" lang="en-GB" sz="800" u="none" cap="none" strike="noStrike">
                <a:solidFill>
                  <a:srgbClr val="556471"/>
                </a:solidFill>
                <a:latin typeface="Calibri"/>
                <a:ea typeface="Calibri"/>
                <a:cs typeface="Calibri"/>
                <a:sym typeface="Calibri"/>
              </a:rPr>
              <a:t>   ·  the API contract we follow</a:t>
            </a:r>
            <a:endParaRPr b="0" i="0" sz="1300" u="none" cap="none" strike="noStrike">
              <a:solidFill>
                <a:srgbClr val="000000"/>
              </a:solidFill>
              <a:latin typeface="Arial"/>
              <a:ea typeface="Arial"/>
              <a:cs typeface="Arial"/>
              <a:sym typeface="Arial"/>
            </a:endParaRPr>
          </a:p>
        </p:txBody>
      </p:sp>
      <p:sp>
        <p:nvSpPr>
          <p:cNvPr id="460" name="Google Shape;460;p42"/>
          <p:cNvSpPr txBox="1"/>
          <p:nvPr/>
        </p:nvSpPr>
        <p:spPr>
          <a:xfrm>
            <a:off x="178308" y="2208962"/>
            <a:ext cx="5898000" cy="110700"/>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0000"/>
              </a:buClr>
              <a:buSzPts val="700"/>
              <a:buFont typeface="Arial"/>
              <a:buNone/>
            </a:pPr>
            <a:r>
              <a:rPr b="1" i="0" lang="en-GB" sz="700" u="none" cap="none" strike="noStrike">
                <a:solidFill>
                  <a:srgbClr val="12688F"/>
                </a:solidFill>
                <a:latin typeface="Calibri"/>
                <a:ea typeface="Calibri"/>
                <a:cs typeface="Calibri"/>
                <a:sym typeface="Calibri"/>
              </a:rPr>
              <a:t>▪ </a:t>
            </a:r>
            <a:r>
              <a:rPr b="0" i="0" lang="en-GB" sz="800" u="sng" cap="none" strike="noStrike">
                <a:solidFill>
                  <a:schemeClr val="hlink"/>
                </a:solidFill>
                <a:latin typeface="Calibri"/>
                <a:ea typeface="Calibri"/>
                <a:cs typeface="Calibri"/>
                <a:sym typeface="Calibri"/>
                <a:hlinkClick r:id="rId11"/>
              </a:rPr>
              <a:t>Blower et al. 2013: ncWMS, Env. Modelling &amp; Software 47</a:t>
            </a:r>
            <a:r>
              <a:rPr b="0" i="1" lang="en-GB" sz="800" u="none" cap="none" strike="noStrike">
                <a:solidFill>
                  <a:srgbClr val="556471"/>
                </a:solidFill>
                <a:latin typeface="Calibri"/>
                <a:ea typeface="Calibri"/>
                <a:cs typeface="Calibri"/>
                <a:sym typeface="Calibri"/>
              </a:rPr>
              <a:t>   ·  OGC WMS over CF-NetCDF</a:t>
            </a:r>
            <a:endParaRPr b="0" i="0" sz="1300" u="none" cap="none" strike="noStrike">
              <a:solidFill>
                <a:srgbClr val="000000"/>
              </a:solidFill>
              <a:latin typeface="Arial"/>
              <a:ea typeface="Arial"/>
              <a:cs typeface="Arial"/>
              <a:sym typeface="Arial"/>
            </a:endParaRPr>
          </a:p>
        </p:txBody>
      </p:sp>
      <p:sp>
        <p:nvSpPr>
          <p:cNvPr id="461" name="Google Shape;461;p42"/>
          <p:cNvSpPr txBox="1"/>
          <p:nvPr/>
        </p:nvSpPr>
        <p:spPr>
          <a:xfrm>
            <a:off x="178308" y="2317318"/>
            <a:ext cx="5898000" cy="110700"/>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0000"/>
              </a:buClr>
              <a:buSzPts val="700"/>
              <a:buFont typeface="Arial"/>
              <a:buNone/>
            </a:pPr>
            <a:r>
              <a:rPr b="1" i="0" lang="en-GB" sz="700" u="none" cap="none" strike="noStrike">
                <a:solidFill>
                  <a:srgbClr val="12688F"/>
                </a:solidFill>
                <a:latin typeface="Calibri"/>
                <a:ea typeface="Calibri"/>
                <a:cs typeface="Calibri"/>
                <a:sym typeface="Calibri"/>
              </a:rPr>
              <a:t>▪ </a:t>
            </a:r>
            <a:r>
              <a:rPr b="0" i="0" lang="en-GB" sz="800" u="sng" cap="none" strike="noStrike">
                <a:solidFill>
                  <a:schemeClr val="hlink"/>
                </a:solidFill>
                <a:latin typeface="Calibri"/>
                <a:ea typeface="Calibri"/>
                <a:cs typeface="Calibri"/>
                <a:sym typeface="Calibri"/>
                <a:hlinkClick r:id="rId12"/>
              </a:rPr>
              <a:t>Signell &amp; Pothina 2019: Cloud coastal model analysis, JMSE 7(4):110</a:t>
            </a:r>
            <a:r>
              <a:rPr b="0" i="1" lang="en-GB" sz="800" u="none" cap="none" strike="noStrike">
                <a:solidFill>
                  <a:srgbClr val="556471"/>
                </a:solidFill>
                <a:latin typeface="Calibri"/>
                <a:ea typeface="Calibri"/>
                <a:cs typeface="Calibri"/>
                <a:sym typeface="Calibri"/>
              </a:rPr>
              <a:t>   ·  why Zarr rather than whole NetCDF files</a:t>
            </a:r>
            <a:endParaRPr b="0" i="0" sz="1300" u="none" cap="none" strike="noStrike">
              <a:solidFill>
                <a:srgbClr val="000000"/>
              </a:solidFill>
              <a:latin typeface="Arial"/>
              <a:ea typeface="Arial"/>
              <a:cs typeface="Arial"/>
              <a:sym typeface="Arial"/>
            </a:endParaRPr>
          </a:p>
        </p:txBody>
      </p:sp>
      <p:sp>
        <p:nvSpPr>
          <p:cNvPr id="462" name="Google Shape;462;p42"/>
          <p:cNvSpPr txBox="1"/>
          <p:nvPr/>
        </p:nvSpPr>
        <p:spPr>
          <a:xfrm>
            <a:off x="178308" y="2425674"/>
            <a:ext cx="5898000" cy="110700"/>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0000"/>
              </a:buClr>
              <a:buSzPts val="700"/>
              <a:buFont typeface="Arial"/>
              <a:buNone/>
            </a:pPr>
            <a:r>
              <a:rPr b="1" i="0" lang="en-GB" sz="700" u="none" cap="none" strike="noStrike">
                <a:solidFill>
                  <a:srgbClr val="12688F"/>
                </a:solidFill>
                <a:latin typeface="Calibri"/>
                <a:ea typeface="Calibri"/>
                <a:cs typeface="Calibri"/>
                <a:sym typeface="Calibri"/>
              </a:rPr>
              <a:t>▪ </a:t>
            </a:r>
            <a:r>
              <a:rPr b="0" i="0" lang="en-GB" sz="800" u="sng" cap="none" strike="noStrike">
                <a:solidFill>
                  <a:schemeClr val="hlink"/>
                </a:solidFill>
                <a:latin typeface="Calibri"/>
                <a:ea typeface="Calibri"/>
                <a:cs typeface="Calibri"/>
                <a:sym typeface="Calibri"/>
                <a:hlinkClick r:id="rId13"/>
              </a:rPr>
              <a:t>pyParaOcean (IISc): desktop ocean volumetrics we bring to the browser</a:t>
            </a:r>
            <a:r>
              <a:rPr b="0" i="0" lang="en-GB" sz="800" u="none" cap="none" strike="noStrike">
                <a:solidFill>
                  <a:srgbClr val="556471"/>
                </a:solidFill>
                <a:latin typeface="Calibri"/>
                <a:ea typeface="Calibri"/>
                <a:cs typeface="Calibri"/>
                <a:sym typeface="Calibri"/>
              </a:rPr>
              <a:t> </a:t>
            </a:r>
            <a:endParaRPr b="0" i="0" sz="1300" u="none" cap="none" strike="noStrike">
              <a:solidFill>
                <a:srgbClr val="000000"/>
              </a:solidFill>
              <a:latin typeface="Arial"/>
              <a:ea typeface="Arial"/>
              <a:cs typeface="Arial"/>
              <a:sym typeface="Arial"/>
            </a:endParaRPr>
          </a:p>
        </p:txBody>
      </p:sp>
      <p:sp>
        <p:nvSpPr>
          <p:cNvPr id="463" name="Google Shape;463;p42"/>
          <p:cNvSpPr txBox="1"/>
          <p:nvPr/>
        </p:nvSpPr>
        <p:spPr>
          <a:xfrm>
            <a:off x="178308" y="2612897"/>
            <a:ext cx="5898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GB" sz="800" u="none" cap="none" strike="noStrike">
                <a:solidFill>
                  <a:srgbClr val="0B2E4F"/>
                </a:solidFill>
                <a:latin typeface="Calibri"/>
                <a:ea typeface="Calibri"/>
                <a:cs typeface="Calibri"/>
                <a:sym typeface="Calibri"/>
              </a:rPr>
              <a:t>DATA SOURCES WE INGEST</a:t>
            </a:r>
            <a:endParaRPr b="0" i="0" sz="1300" u="none" cap="none" strike="noStrike">
              <a:solidFill>
                <a:srgbClr val="000000"/>
              </a:solidFill>
              <a:latin typeface="Arial"/>
              <a:ea typeface="Arial"/>
              <a:cs typeface="Arial"/>
              <a:sym typeface="Arial"/>
            </a:endParaRPr>
          </a:p>
        </p:txBody>
      </p:sp>
      <p:sp>
        <p:nvSpPr>
          <p:cNvPr id="464" name="Google Shape;464;p42"/>
          <p:cNvSpPr txBox="1"/>
          <p:nvPr/>
        </p:nvSpPr>
        <p:spPr>
          <a:xfrm>
            <a:off x="178308" y="2743199"/>
            <a:ext cx="5898000" cy="110700"/>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0000"/>
              </a:buClr>
              <a:buSzPts val="700"/>
              <a:buFont typeface="Arial"/>
              <a:buNone/>
            </a:pPr>
            <a:r>
              <a:rPr b="1" i="0" lang="en-GB" sz="700" u="none" cap="none" strike="noStrike">
                <a:solidFill>
                  <a:srgbClr val="0B2E4F"/>
                </a:solidFill>
                <a:latin typeface="Calibri"/>
                <a:ea typeface="Calibri"/>
                <a:cs typeface="Calibri"/>
                <a:sym typeface="Calibri"/>
              </a:rPr>
              <a:t>▪ </a:t>
            </a:r>
            <a:r>
              <a:rPr b="0" i="0" lang="en-GB" sz="800" u="sng" cap="none" strike="noStrike">
                <a:solidFill>
                  <a:schemeClr val="hlink"/>
                </a:solidFill>
                <a:latin typeface="Calibri"/>
                <a:ea typeface="Calibri"/>
                <a:cs typeface="Calibri"/>
                <a:sym typeface="Calibri"/>
                <a:hlinkClick r:id="rId14"/>
              </a:rPr>
              <a:t>INCOIS ERDDAP: the analysis field, 24 levels, 5 to 2000 m</a:t>
            </a:r>
            <a:r>
              <a:rPr b="0" i="0" lang="en-GB" sz="800" u="none" cap="none" strike="noStrike">
                <a:solidFill>
                  <a:srgbClr val="556471"/>
                </a:solidFill>
                <a:latin typeface="Calibri"/>
                <a:ea typeface="Calibri"/>
                <a:cs typeface="Calibri"/>
                <a:sym typeface="Calibri"/>
              </a:rPr>
              <a:t> </a:t>
            </a:r>
            <a:endParaRPr b="0" i="0" sz="1300" u="none" cap="none" strike="noStrike">
              <a:solidFill>
                <a:srgbClr val="000000"/>
              </a:solidFill>
              <a:latin typeface="Arial"/>
              <a:ea typeface="Arial"/>
              <a:cs typeface="Arial"/>
              <a:sym typeface="Arial"/>
            </a:endParaRPr>
          </a:p>
        </p:txBody>
      </p:sp>
      <p:sp>
        <p:nvSpPr>
          <p:cNvPr id="465" name="Google Shape;465;p42"/>
          <p:cNvSpPr txBox="1"/>
          <p:nvPr/>
        </p:nvSpPr>
        <p:spPr>
          <a:xfrm>
            <a:off x="178308" y="2851556"/>
            <a:ext cx="5898000" cy="110700"/>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0000"/>
              </a:buClr>
              <a:buSzPts val="700"/>
              <a:buFont typeface="Arial"/>
              <a:buNone/>
            </a:pPr>
            <a:r>
              <a:rPr b="1" i="0" lang="en-GB" sz="700" u="none" cap="none" strike="noStrike">
                <a:solidFill>
                  <a:srgbClr val="0B2E4F"/>
                </a:solidFill>
                <a:latin typeface="Calibri"/>
                <a:ea typeface="Calibri"/>
                <a:cs typeface="Calibri"/>
                <a:sym typeface="Calibri"/>
              </a:rPr>
              <a:t>▪ </a:t>
            </a:r>
            <a:r>
              <a:rPr b="0" i="0" lang="en-GB" sz="800" u="sng" cap="none" strike="noStrike">
                <a:solidFill>
                  <a:schemeClr val="hlink"/>
                </a:solidFill>
                <a:latin typeface="Calibri"/>
                <a:ea typeface="Calibri"/>
                <a:cs typeface="Calibri"/>
                <a:sym typeface="Calibri"/>
                <a:hlinkClick r:id="rId15"/>
              </a:rPr>
              <a:t>Argo GDAC (Ifremer): Indian Ocean profile files</a:t>
            </a:r>
            <a:r>
              <a:rPr b="0" i="0" lang="en-GB" sz="800" u="none" cap="none" strike="noStrike">
                <a:solidFill>
                  <a:srgbClr val="556471"/>
                </a:solidFill>
                <a:latin typeface="Calibri"/>
                <a:ea typeface="Calibri"/>
                <a:cs typeface="Calibri"/>
                <a:sym typeface="Calibri"/>
              </a:rPr>
              <a:t> </a:t>
            </a:r>
            <a:endParaRPr b="0" i="0" sz="1300" u="none" cap="none" strike="noStrike">
              <a:solidFill>
                <a:srgbClr val="000000"/>
              </a:solidFill>
              <a:latin typeface="Arial"/>
              <a:ea typeface="Arial"/>
              <a:cs typeface="Arial"/>
              <a:sym typeface="Arial"/>
            </a:endParaRPr>
          </a:p>
        </p:txBody>
      </p:sp>
      <p:sp>
        <p:nvSpPr>
          <p:cNvPr id="466" name="Google Shape;466;p42"/>
          <p:cNvSpPr txBox="1"/>
          <p:nvPr/>
        </p:nvSpPr>
        <p:spPr>
          <a:xfrm>
            <a:off x="178308" y="2959913"/>
            <a:ext cx="5898000" cy="110700"/>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0000"/>
              </a:buClr>
              <a:buSzPts val="700"/>
              <a:buFont typeface="Arial"/>
              <a:buNone/>
            </a:pPr>
            <a:r>
              <a:rPr b="1" i="0" lang="en-GB" sz="700" u="none" cap="none" strike="noStrike">
                <a:solidFill>
                  <a:srgbClr val="0B2E4F"/>
                </a:solidFill>
                <a:latin typeface="Calibri"/>
                <a:ea typeface="Calibri"/>
                <a:cs typeface="Calibri"/>
                <a:sym typeface="Calibri"/>
              </a:rPr>
              <a:t>▪ </a:t>
            </a:r>
            <a:r>
              <a:rPr b="0" i="0" lang="en-GB" sz="800" u="sng" cap="none" strike="noStrike">
                <a:solidFill>
                  <a:schemeClr val="hlink"/>
                </a:solidFill>
                <a:latin typeface="Calibri"/>
                <a:ea typeface="Calibri"/>
                <a:cs typeface="Calibri"/>
                <a:sym typeface="Calibri"/>
                <a:hlinkClick r:id="rId16"/>
              </a:rPr>
              <a:t>Copernicus Marine: GLOBAL_ANALYSISFORECAST_PHY_001_024 currents</a:t>
            </a:r>
            <a:r>
              <a:rPr b="0" i="0" lang="en-GB" sz="800" u="none" cap="none" strike="noStrike">
                <a:solidFill>
                  <a:srgbClr val="556471"/>
                </a:solidFill>
                <a:latin typeface="Calibri"/>
                <a:ea typeface="Calibri"/>
                <a:cs typeface="Calibri"/>
                <a:sym typeface="Calibri"/>
              </a:rPr>
              <a:t> </a:t>
            </a:r>
            <a:endParaRPr b="0" i="0" sz="1300" u="none" cap="none" strike="noStrike">
              <a:solidFill>
                <a:srgbClr val="000000"/>
              </a:solidFill>
              <a:latin typeface="Arial"/>
              <a:ea typeface="Arial"/>
              <a:cs typeface="Arial"/>
              <a:sym typeface="Arial"/>
            </a:endParaRPr>
          </a:p>
        </p:txBody>
      </p:sp>
      <p:sp>
        <p:nvSpPr>
          <p:cNvPr id="467" name="Google Shape;467;p42"/>
          <p:cNvSpPr txBox="1"/>
          <p:nvPr/>
        </p:nvSpPr>
        <p:spPr>
          <a:xfrm>
            <a:off x="178308" y="3068269"/>
            <a:ext cx="5898000" cy="110700"/>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0000"/>
              </a:buClr>
              <a:buSzPts val="700"/>
              <a:buFont typeface="Arial"/>
              <a:buNone/>
            </a:pPr>
            <a:r>
              <a:rPr b="1" i="0" lang="en-GB" sz="700" u="none" cap="none" strike="noStrike">
                <a:solidFill>
                  <a:srgbClr val="0B2E4F"/>
                </a:solidFill>
                <a:latin typeface="Calibri"/>
                <a:ea typeface="Calibri"/>
                <a:cs typeface="Calibri"/>
                <a:sym typeface="Calibri"/>
              </a:rPr>
              <a:t>▪ </a:t>
            </a:r>
            <a:r>
              <a:rPr b="0" i="0" lang="en-GB" sz="800" u="sng" cap="none" strike="noStrike">
                <a:solidFill>
                  <a:schemeClr val="hlink"/>
                </a:solidFill>
                <a:latin typeface="Calibri"/>
                <a:ea typeface="Calibri"/>
                <a:cs typeface="Calibri"/>
                <a:sym typeface="Calibri"/>
                <a:hlinkClick r:id="rId17"/>
              </a:rPr>
              <a:t>NOAA PMEL: RAMA moored buoy array, Indian Ocean</a:t>
            </a:r>
            <a:r>
              <a:rPr b="0" i="0" lang="en-GB" sz="800" u="none" cap="none" strike="noStrike">
                <a:solidFill>
                  <a:srgbClr val="556471"/>
                </a:solidFill>
                <a:latin typeface="Calibri"/>
                <a:ea typeface="Calibri"/>
                <a:cs typeface="Calibri"/>
                <a:sym typeface="Calibri"/>
              </a:rPr>
              <a:t> </a:t>
            </a:r>
            <a:endParaRPr b="0" i="0" sz="1300" u="none" cap="none" strike="noStrike">
              <a:solidFill>
                <a:srgbClr val="000000"/>
              </a:solidFill>
              <a:latin typeface="Arial"/>
              <a:ea typeface="Arial"/>
              <a:cs typeface="Arial"/>
              <a:sym typeface="Arial"/>
            </a:endParaRPr>
          </a:p>
        </p:txBody>
      </p:sp>
      <p:sp>
        <p:nvSpPr>
          <p:cNvPr id="468" name="Google Shape;468;p42"/>
          <p:cNvSpPr txBox="1"/>
          <p:nvPr/>
        </p:nvSpPr>
        <p:spPr>
          <a:xfrm>
            <a:off x="178308" y="3176625"/>
            <a:ext cx="5898000" cy="110700"/>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0000"/>
              </a:buClr>
              <a:buSzPts val="700"/>
              <a:buFont typeface="Arial"/>
              <a:buNone/>
            </a:pPr>
            <a:r>
              <a:rPr b="1" i="0" lang="en-GB" sz="700" u="none" cap="none" strike="noStrike">
                <a:solidFill>
                  <a:srgbClr val="0B2E4F"/>
                </a:solidFill>
                <a:latin typeface="Calibri"/>
                <a:ea typeface="Calibri"/>
                <a:cs typeface="Calibri"/>
                <a:sym typeface="Calibri"/>
              </a:rPr>
              <a:t>▪ </a:t>
            </a:r>
            <a:r>
              <a:rPr b="0" i="0" lang="en-GB" sz="800" u="sng" cap="none" strike="noStrike">
                <a:solidFill>
                  <a:schemeClr val="hlink"/>
                </a:solidFill>
                <a:latin typeface="Calibri"/>
                <a:ea typeface="Calibri"/>
                <a:cs typeface="Calibri"/>
                <a:sym typeface="Calibri"/>
                <a:hlinkClick r:id="rId18"/>
              </a:rPr>
              <a:t>NDMA SACHET: India's national CAP alert backbone</a:t>
            </a:r>
            <a:r>
              <a:rPr b="0" i="0" lang="en-GB" sz="800" u="none" cap="none" strike="noStrike">
                <a:solidFill>
                  <a:srgbClr val="556471"/>
                </a:solidFill>
                <a:latin typeface="Calibri"/>
                <a:ea typeface="Calibri"/>
                <a:cs typeface="Calibri"/>
                <a:sym typeface="Calibri"/>
              </a:rPr>
              <a:t> </a:t>
            </a:r>
            <a:endParaRPr b="0" i="0" sz="1300" u="none" cap="none" strike="noStrike">
              <a:solidFill>
                <a:srgbClr val="000000"/>
              </a:solidFill>
              <a:latin typeface="Arial"/>
              <a:ea typeface="Arial"/>
              <a:cs typeface="Arial"/>
              <a:sym typeface="Arial"/>
            </a:endParaRPr>
          </a:p>
        </p:txBody>
      </p:sp>
      <p:sp>
        <p:nvSpPr>
          <p:cNvPr id="469" name="Google Shape;469;p42"/>
          <p:cNvSpPr txBox="1"/>
          <p:nvPr/>
        </p:nvSpPr>
        <p:spPr>
          <a:xfrm>
            <a:off x="178308" y="3284981"/>
            <a:ext cx="5898000" cy="110700"/>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0000"/>
              </a:buClr>
              <a:buSzPts val="700"/>
              <a:buFont typeface="Arial"/>
              <a:buNone/>
            </a:pPr>
            <a:r>
              <a:rPr b="1" i="0" lang="en-GB" sz="700" u="none" cap="none" strike="noStrike">
                <a:solidFill>
                  <a:srgbClr val="0B2E4F"/>
                </a:solidFill>
                <a:latin typeface="Calibri"/>
                <a:ea typeface="Calibri"/>
                <a:cs typeface="Calibri"/>
                <a:sym typeface="Calibri"/>
              </a:rPr>
              <a:t>▪ </a:t>
            </a:r>
            <a:r>
              <a:rPr b="0" i="0" lang="en-GB" sz="800" u="sng" cap="none" strike="noStrike">
                <a:solidFill>
                  <a:schemeClr val="hlink"/>
                </a:solidFill>
                <a:latin typeface="Calibri"/>
                <a:ea typeface="Calibri"/>
                <a:cs typeface="Calibri"/>
                <a:sym typeface="Calibri"/>
                <a:hlinkClick r:id="rId19"/>
              </a:rPr>
              <a:t>INCOIS: Indian National Centre for Ocean Information Services</a:t>
            </a:r>
            <a:r>
              <a:rPr b="0" i="0" lang="en-GB" sz="800" u="none" cap="none" strike="noStrike">
                <a:solidFill>
                  <a:srgbClr val="556471"/>
                </a:solidFill>
                <a:latin typeface="Calibri"/>
                <a:ea typeface="Calibri"/>
                <a:cs typeface="Calibri"/>
                <a:sym typeface="Calibri"/>
              </a:rPr>
              <a:t> </a:t>
            </a:r>
            <a:endParaRPr b="0" i="0" sz="1300" u="none" cap="none" strike="noStrike">
              <a:solidFill>
                <a:srgbClr val="000000"/>
              </a:solidFill>
              <a:latin typeface="Arial"/>
              <a:ea typeface="Arial"/>
              <a:cs typeface="Arial"/>
              <a:sym typeface="Arial"/>
            </a:endParaRPr>
          </a:p>
        </p:txBody>
      </p:sp>
      <p:sp>
        <p:nvSpPr>
          <p:cNvPr id="470" name="Google Shape;470;p42"/>
          <p:cNvSpPr txBox="1"/>
          <p:nvPr/>
        </p:nvSpPr>
        <p:spPr>
          <a:xfrm>
            <a:off x="178308" y="3472205"/>
            <a:ext cx="5898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GB" sz="800" u="none" cap="none" strike="noStrike">
                <a:solidFill>
                  <a:srgbClr val="B87A1F"/>
                </a:solidFill>
                <a:latin typeface="Calibri"/>
                <a:ea typeface="Calibri"/>
                <a:cs typeface="Calibri"/>
                <a:sym typeface="Calibri"/>
              </a:rPr>
              <a:t>OPEN STANDARDS IMPLEMENTED</a:t>
            </a:r>
            <a:endParaRPr b="0" i="0" sz="1300" u="none" cap="none" strike="noStrike">
              <a:solidFill>
                <a:srgbClr val="000000"/>
              </a:solidFill>
              <a:latin typeface="Arial"/>
              <a:ea typeface="Arial"/>
              <a:cs typeface="Arial"/>
              <a:sym typeface="Arial"/>
            </a:endParaRPr>
          </a:p>
        </p:txBody>
      </p:sp>
      <p:sp>
        <p:nvSpPr>
          <p:cNvPr id="471" name="Google Shape;471;p42"/>
          <p:cNvSpPr txBox="1"/>
          <p:nvPr/>
        </p:nvSpPr>
        <p:spPr>
          <a:xfrm>
            <a:off x="178308" y="3602507"/>
            <a:ext cx="5898000" cy="110700"/>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0000"/>
              </a:buClr>
              <a:buSzPts val="700"/>
              <a:buFont typeface="Arial"/>
              <a:buNone/>
            </a:pPr>
            <a:r>
              <a:rPr b="1" i="0" lang="en-GB" sz="700" u="none" cap="none" strike="noStrike">
                <a:solidFill>
                  <a:srgbClr val="B87A1F"/>
                </a:solidFill>
                <a:latin typeface="Calibri"/>
                <a:ea typeface="Calibri"/>
                <a:cs typeface="Calibri"/>
                <a:sym typeface="Calibri"/>
              </a:rPr>
              <a:t>▪ </a:t>
            </a:r>
            <a:r>
              <a:rPr b="0" i="0" lang="en-GB" sz="800" u="sng" cap="none" strike="noStrike">
                <a:solidFill>
                  <a:schemeClr val="hlink"/>
                </a:solidFill>
                <a:latin typeface="Calibri"/>
                <a:ea typeface="Calibri"/>
                <a:cs typeface="Calibri"/>
                <a:sym typeface="Calibri"/>
                <a:hlinkClick r:id="rId20"/>
              </a:rPr>
              <a:t>CF Conventions for climate and forecast metadata</a:t>
            </a:r>
            <a:r>
              <a:rPr b="0" i="0" lang="en-GB" sz="800" u="none" cap="none" strike="noStrike">
                <a:solidFill>
                  <a:srgbClr val="556471"/>
                </a:solidFill>
                <a:latin typeface="Calibri"/>
                <a:ea typeface="Calibri"/>
                <a:cs typeface="Calibri"/>
                <a:sym typeface="Calibri"/>
              </a:rPr>
              <a:t> </a:t>
            </a:r>
            <a:endParaRPr b="0" i="0" sz="1300" u="none" cap="none" strike="noStrike">
              <a:solidFill>
                <a:srgbClr val="000000"/>
              </a:solidFill>
              <a:latin typeface="Arial"/>
              <a:ea typeface="Arial"/>
              <a:cs typeface="Arial"/>
              <a:sym typeface="Arial"/>
            </a:endParaRPr>
          </a:p>
        </p:txBody>
      </p:sp>
      <p:sp>
        <p:nvSpPr>
          <p:cNvPr id="472" name="Google Shape;472;p42"/>
          <p:cNvSpPr txBox="1"/>
          <p:nvPr/>
        </p:nvSpPr>
        <p:spPr>
          <a:xfrm>
            <a:off x="178308" y="3710864"/>
            <a:ext cx="5898000" cy="110700"/>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0000"/>
              </a:buClr>
              <a:buSzPts val="700"/>
              <a:buFont typeface="Arial"/>
              <a:buNone/>
            </a:pPr>
            <a:r>
              <a:rPr b="1" i="0" lang="en-GB" sz="700" u="none" cap="none" strike="noStrike">
                <a:solidFill>
                  <a:srgbClr val="B87A1F"/>
                </a:solidFill>
                <a:latin typeface="Calibri"/>
                <a:ea typeface="Calibri"/>
                <a:cs typeface="Calibri"/>
                <a:sym typeface="Calibri"/>
              </a:rPr>
              <a:t>▪ </a:t>
            </a:r>
            <a:r>
              <a:rPr b="0" i="0" lang="en-GB" sz="800" u="sng" cap="none" strike="noStrike">
                <a:solidFill>
                  <a:schemeClr val="hlink"/>
                </a:solidFill>
                <a:latin typeface="Calibri"/>
                <a:ea typeface="Calibri"/>
                <a:cs typeface="Calibri"/>
                <a:sym typeface="Calibri"/>
                <a:hlinkClick r:id="rId21"/>
              </a:rPr>
              <a:t>OGC Web Map Service (WMS) 1.3.0</a:t>
            </a:r>
            <a:r>
              <a:rPr b="0" i="0" lang="en-GB" sz="800" u="none" cap="none" strike="noStrike">
                <a:solidFill>
                  <a:srgbClr val="556471"/>
                </a:solidFill>
                <a:latin typeface="Calibri"/>
                <a:ea typeface="Calibri"/>
                <a:cs typeface="Calibri"/>
                <a:sym typeface="Calibri"/>
              </a:rPr>
              <a:t> </a:t>
            </a:r>
            <a:endParaRPr b="0" i="0" sz="1300" u="none" cap="none" strike="noStrike">
              <a:solidFill>
                <a:srgbClr val="000000"/>
              </a:solidFill>
              <a:latin typeface="Arial"/>
              <a:ea typeface="Arial"/>
              <a:cs typeface="Arial"/>
              <a:sym typeface="Arial"/>
            </a:endParaRPr>
          </a:p>
        </p:txBody>
      </p:sp>
      <p:sp>
        <p:nvSpPr>
          <p:cNvPr id="473" name="Google Shape;473;p42"/>
          <p:cNvSpPr txBox="1"/>
          <p:nvPr/>
        </p:nvSpPr>
        <p:spPr>
          <a:xfrm>
            <a:off x="178308" y="3819220"/>
            <a:ext cx="5898000" cy="110700"/>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0000"/>
              </a:buClr>
              <a:buSzPts val="700"/>
              <a:buFont typeface="Arial"/>
              <a:buNone/>
            </a:pPr>
            <a:r>
              <a:rPr b="1" i="0" lang="en-GB" sz="700" u="none" cap="none" strike="noStrike">
                <a:solidFill>
                  <a:srgbClr val="B87A1F"/>
                </a:solidFill>
                <a:latin typeface="Calibri"/>
                <a:ea typeface="Calibri"/>
                <a:cs typeface="Calibri"/>
                <a:sym typeface="Calibri"/>
              </a:rPr>
              <a:t>▪ </a:t>
            </a:r>
            <a:r>
              <a:rPr b="0" i="0" lang="en-GB" sz="800" u="sng" cap="none" strike="noStrike">
                <a:solidFill>
                  <a:schemeClr val="hlink"/>
                </a:solidFill>
                <a:latin typeface="Calibri"/>
                <a:ea typeface="Calibri"/>
                <a:cs typeface="Calibri"/>
                <a:sym typeface="Calibri"/>
                <a:hlinkClick r:id="rId22"/>
              </a:rPr>
              <a:t>OGC Web Coverage Service (WCS) 1.0.0</a:t>
            </a:r>
            <a:r>
              <a:rPr b="0" i="0" lang="en-GB" sz="800" u="none" cap="none" strike="noStrike">
                <a:solidFill>
                  <a:srgbClr val="556471"/>
                </a:solidFill>
                <a:latin typeface="Calibri"/>
                <a:ea typeface="Calibri"/>
                <a:cs typeface="Calibri"/>
                <a:sym typeface="Calibri"/>
              </a:rPr>
              <a:t> </a:t>
            </a:r>
            <a:endParaRPr b="0" i="0" sz="1300" u="none" cap="none" strike="noStrike">
              <a:solidFill>
                <a:srgbClr val="000000"/>
              </a:solidFill>
              <a:latin typeface="Arial"/>
              <a:ea typeface="Arial"/>
              <a:cs typeface="Arial"/>
              <a:sym typeface="Arial"/>
            </a:endParaRPr>
          </a:p>
        </p:txBody>
      </p:sp>
      <p:sp>
        <p:nvSpPr>
          <p:cNvPr id="474" name="Google Shape;474;p42"/>
          <p:cNvSpPr txBox="1"/>
          <p:nvPr/>
        </p:nvSpPr>
        <p:spPr>
          <a:xfrm>
            <a:off x="178308" y="3927576"/>
            <a:ext cx="5898000" cy="110700"/>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0000"/>
              </a:buClr>
              <a:buSzPts val="700"/>
              <a:buFont typeface="Arial"/>
              <a:buNone/>
            </a:pPr>
            <a:r>
              <a:rPr b="1" i="0" lang="en-GB" sz="700" u="none" cap="none" strike="noStrike">
                <a:solidFill>
                  <a:srgbClr val="B87A1F"/>
                </a:solidFill>
                <a:latin typeface="Calibri"/>
                <a:ea typeface="Calibri"/>
                <a:cs typeface="Calibri"/>
                <a:sym typeface="Calibri"/>
              </a:rPr>
              <a:t>▪ </a:t>
            </a:r>
            <a:r>
              <a:rPr b="0" i="0" lang="en-GB" sz="800" u="sng" cap="none" strike="noStrike">
                <a:solidFill>
                  <a:schemeClr val="hlink"/>
                </a:solidFill>
                <a:latin typeface="Calibri"/>
                <a:ea typeface="Calibri"/>
                <a:cs typeface="Calibri"/>
                <a:sym typeface="Calibri"/>
                <a:hlinkClick r:id="rId23"/>
              </a:rPr>
              <a:t>OASIS Common Alerting Protocol (CAP) v1.2</a:t>
            </a:r>
            <a:r>
              <a:rPr b="0" i="0" lang="en-GB" sz="800" u="none" cap="none" strike="noStrike">
                <a:solidFill>
                  <a:srgbClr val="556471"/>
                </a:solidFill>
                <a:latin typeface="Calibri"/>
                <a:ea typeface="Calibri"/>
                <a:cs typeface="Calibri"/>
                <a:sym typeface="Calibri"/>
              </a:rPr>
              <a:t> </a:t>
            </a:r>
            <a:endParaRPr b="0" i="0" sz="1300" u="none" cap="none" strike="noStrike">
              <a:solidFill>
                <a:srgbClr val="000000"/>
              </a:solidFill>
              <a:latin typeface="Arial"/>
              <a:ea typeface="Arial"/>
              <a:cs typeface="Arial"/>
              <a:sym typeface="Arial"/>
            </a:endParaRPr>
          </a:p>
        </p:txBody>
      </p:sp>
      <p:sp>
        <p:nvSpPr>
          <p:cNvPr id="475" name="Google Shape;475;p42"/>
          <p:cNvSpPr/>
          <p:nvPr/>
        </p:nvSpPr>
        <p:spPr>
          <a:xfrm>
            <a:off x="178301" y="4155950"/>
            <a:ext cx="5181900" cy="635505"/>
          </a:xfrm>
          <a:prstGeom prst="rect">
            <a:avLst/>
          </a:prstGeom>
          <a:solidFill>
            <a:srgbClr val="EFF4F7"/>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476" name="Google Shape;476;p42"/>
          <p:cNvSpPr txBox="1"/>
          <p:nvPr/>
        </p:nvSpPr>
        <p:spPr>
          <a:xfrm>
            <a:off x="274320" y="4217669"/>
            <a:ext cx="4114800" cy="92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GB" sz="900" u="none" cap="none" strike="noStrike">
                <a:solidFill>
                  <a:srgbClr val="0B2E4F"/>
                </a:solidFill>
                <a:latin typeface="Calibri"/>
                <a:ea typeface="Calibri"/>
                <a:cs typeface="Calibri"/>
                <a:sym typeface="Calibri"/>
              </a:rPr>
              <a:t>HOW THE RESEARCH CHANGED THE BUILD  ·  not a bibliography, a set of decisions</a:t>
            </a:r>
            <a:endParaRPr b="0" i="0" sz="1100" u="none" cap="none" strike="noStrike">
              <a:solidFill>
                <a:srgbClr val="000000"/>
              </a:solidFill>
              <a:latin typeface="Arial"/>
              <a:ea typeface="Arial"/>
              <a:cs typeface="Arial"/>
              <a:sym typeface="Arial"/>
            </a:endParaRPr>
          </a:p>
        </p:txBody>
      </p:sp>
      <p:sp>
        <p:nvSpPr>
          <p:cNvPr id="477" name="Google Shape;477;p42"/>
          <p:cNvSpPr txBox="1"/>
          <p:nvPr/>
        </p:nvSpPr>
        <p:spPr>
          <a:xfrm>
            <a:off x="310896" y="4389120"/>
            <a:ext cx="2468880" cy="201168"/>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0000"/>
              </a:buClr>
              <a:buSzPts val="800"/>
              <a:buFont typeface="Arial"/>
              <a:buNone/>
            </a:pPr>
            <a:r>
              <a:rPr b="1" i="0" lang="en-GB" sz="800" u="none" cap="none" strike="noStrike">
                <a:solidFill>
                  <a:srgbClr val="C44528"/>
                </a:solidFill>
                <a:latin typeface="Calibri"/>
                <a:ea typeface="Calibri"/>
                <a:cs typeface="Calibri"/>
                <a:sym typeface="Calibri"/>
              </a:rPr>
              <a:t>Ryan 2015  →  verify in observation space</a:t>
            </a:r>
            <a:endParaRPr b="0" i="0" sz="1100" u="none" cap="none" strike="noStrike">
              <a:solidFill>
                <a:srgbClr val="000000"/>
              </a:solidFill>
              <a:latin typeface="Arial"/>
              <a:ea typeface="Arial"/>
              <a:cs typeface="Arial"/>
              <a:sym typeface="Arial"/>
            </a:endParaRPr>
          </a:p>
        </p:txBody>
      </p:sp>
      <p:sp>
        <p:nvSpPr>
          <p:cNvPr id="478" name="Google Shape;478;p42"/>
          <p:cNvSpPr txBox="1"/>
          <p:nvPr/>
        </p:nvSpPr>
        <p:spPr>
          <a:xfrm>
            <a:off x="2834640" y="4389120"/>
            <a:ext cx="2468880" cy="201168"/>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0000"/>
              </a:buClr>
              <a:buSzPts val="800"/>
              <a:buFont typeface="Arial"/>
              <a:buNone/>
            </a:pPr>
            <a:r>
              <a:rPr b="1" i="0" lang="en-GB" sz="800" u="none" cap="none" strike="noStrike">
                <a:solidFill>
                  <a:srgbClr val="C44528"/>
                </a:solidFill>
                <a:latin typeface="Calibri"/>
                <a:ea typeface="Calibri"/>
                <a:cs typeface="Calibri"/>
                <a:sym typeface="Calibri"/>
              </a:rPr>
              <a:t>Wong 2020  →  QC flags 1 and 2 only</a:t>
            </a:r>
            <a:endParaRPr b="0" i="0" sz="1100" u="none" cap="none" strike="noStrike">
              <a:solidFill>
                <a:srgbClr val="000000"/>
              </a:solidFill>
              <a:latin typeface="Arial"/>
              <a:ea typeface="Arial"/>
              <a:cs typeface="Arial"/>
              <a:sym typeface="Arial"/>
            </a:endParaRPr>
          </a:p>
        </p:txBody>
      </p:sp>
      <p:sp>
        <p:nvSpPr>
          <p:cNvPr id="479" name="Google Shape;479;p42"/>
          <p:cNvSpPr txBox="1"/>
          <p:nvPr/>
        </p:nvSpPr>
        <p:spPr>
          <a:xfrm>
            <a:off x="310896" y="4590288"/>
            <a:ext cx="2468880" cy="201168"/>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0000"/>
              </a:buClr>
              <a:buSzPts val="800"/>
              <a:buFont typeface="Arial"/>
              <a:buNone/>
            </a:pPr>
            <a:r>
              <a:rPr b="1" i="0" lang="en-GB" sz="800" u="none" cap="none" strike="noStrike">
                <a:solidFill>
                  <a:srgbClr val="C44528"/>
                </a:solidFill>
                <a:latin typeface="Calibri"/>
                <a:ea typeface="Calibri"/>
                <a:cs typeface="Calibri"/>
                <a:sym typeface="Calibri"/>
              </a:rPr>
              <a:t>Yu 2025  →  drop a slice that cannot change the picture</a:t>
            </a:r>
            <a:endParaRPr b="0" i="0" sz="1100" u="none" cap="none" strike="noStrike">
              <a:solidFill>
                <a:srgbClr val="000000"/>
              </a:solidFill>
              <a:latin typeface="Arial"/>
              <a:ea typeface="Arial"/>
              <a:cs typeface="Arial"/>
              <a:sym typeface="Arial"/>
            </a:endParaRPr>
          </a:p>
        </p:txBody>
      </p:sp>
      <p:sp>
        <p:nvSpPr>
          <p:cNvPr id="480" name="Google Shape;480;p42"/>
          <p:cNvSpPr txBox="1"/>
          <p:nvPr/>
        </p:nvSpPr>
        <p:spPr>
          <a:xfrm>
            <a:off x="2834640" y="4590288"/>
            <a:ext cx="2468880" cy="201168"/>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0000"/>
              </a:buClr>
              <a:buSzPts val="800"/>
              <a:buFont typeface="Arial"/>
              <a:buNone/>
            </a:pPr>
            <a:r>
              <a:rPr b="1" i="0" lang="en-GB" sz="800" u="none" cap="none" strike="noStrike">
                <a:solidFill>
                  <a:srgbClr val="C44528"/>
                </a:solidFill>
                <a:latin typeface="Calibri"/>
                <a:ea typeface="Calibri"/>
                <a:cs typeface="Calibri"/>
                <a:sym typeface="Calibri"/>
              </a:rPr>
              <a:t>Signell 2019  →  Zarr chunks over HTTP range reads</a:t>
            </a:r>
            <a:endParaRPr b="0" i="0" sz="1100" u="none" cap="none" strike="noStrike">
              <a:solidFill>
                <a:srgbClr val="000000"/>
              </a:solidFill>
              <a:latin typeface="Arial"/>
              <a:ea typeface="Arial"/>
              <a:cs typeface="Arial"/>
              <a:sym typeface="Arial"/>
            </a:endParaRPr>
          </a:p>
        </p:txBody>
      </p:sp>
      <p:sp>
        <p:nvSpPr>
          <p:cNvPr id="481" name="Google Shape;481;p42"/>
          <p:cNvSpPr/>
          <p:nvPr/>
        </p:nvSpPr>
        <p:spPr>
          <a:xfrm>
            <a:off x="5618027" y="625399"/>
            <a:ext cx="3295800" cy="231000"/>
          </a:xfrm>
          <a:prstGeom prst="roundRect">
            <a:avLst>
              <a:gd fmla="val 32000" name="adj"/>
            </a:avLst>
          </a:prstGeom>
          <a:solidFill>
            <a:srgbClr val="C44528"/>
          </a:solidFill>
          <a:ln>
            <a:noFill/>
          </a:ln>
        </p:spPr>
        <p:txBody>
          <a:bodyPr anchorCtr="0" anchor="ctr" bIns="0" lIns="68575" spcFirstLastPara="1" rIns="4115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GB" sz="900" u="none" cap="none" strike="noStrike">
                <a:solidFill>
                  <a:srgbClr val="FFFFFF"/>
                </a:solidFill>
                <a:latin typeface="Calibri"/>
                <a:ea typeface="Calibri"/>
                <a:cs typeface="Calibri"/>
                <a:sym typeface="Calibri"/>
              </a:rPr>
              <a:t>                             WHERE WE SIT  ·  GAP ANALYSIS</a:t>
            </a:r>
            <a:endParaRPr b="0" i="0" sz="1200" u="none" cap="none" strike="noStrike">
              <a:solidFill>
                <a:srgbClr val="000000"/>
              </a:solidFill>
              <a:latin typeface="Arial"/>
              <a:ea typeface="Arial"/>
              <a:cs typeface="Arial"/>
              <a:sym typeface="Arial"/>
            </a:endParaRPr>
          </a:p>
        </p:txBody>
      </p:sp>
      <p:graphicFrame>
        <p:nvGraphicFramePr>
          <p:cNvPr id="482" name="Google Shape;482;p42"/>
          <p:cNvGraphicFramePr/>
          <p:nvPr/>
        </p:nvGraphicFramePr>
        <p:xfrm>
          <a:off x="5618020" y="941212"/>
          <a:ext cx="3000000" cy="3000000"/>
        </p:xfrm>
        <a:graphic>
          <a:graphicData uri="http://schemas.openxmlformats.org/drawingml/2006/table">
            <a:tbl>
              <a:tblPr bandRow="1" firstRow="1">
                <a:noFill/>
                <a:tableStyleId>{BD5BD6F1-D5D9-4BC6-827C-F8875A3E09ED}</a:tableStyleId>
              </a:tblPr>
              <a:tblGrid>
                <a:gridCol w="1321225"/>
                <a:gridCol w="506025"/>
                <a:gridCol w="506025"/>
                <a:gridCol w="506025"/>
                <a:gridCol w="506025"/>
              </a:tblGrid>
              <a:tr h="319400">
                <a:tc>
                  <a:txBody>
                    <a:bodyPr/>
                    <a:lstStyle/>
                    <a:p>
                      <a:pPr indent="0" lvl="0" marL="0" marR="0" rtl="0" algn="l">
                        <a:lnSpc>
                          <a:spcPct val="88000"/>
                        </a:lnSpc>
                        <a:spcBef>
                          <a:spcPts val="0"/>
                        </a:spcBef>
                        <a:spcAft>
                          <a:spcPts val="0"/>
                        </a:spcAft>
                        <a:buClr>
                          <a:srgbClr val="000000"/>
                        </a:buClr>
                        <a:buSzPts val="600"/>
                        <a:buFont typeface="Arial"/>
                        <a:buNone/>
                      </a:pPr>
                      <a:r>
                        <a:rPr b="1" i="0" lang="en-GB" sz="600" u="none" cap="none" strike="noStrike">
                          <a:solidFill>
                            <a:srgbClr val="FFFFFF"/>
                          </a:solidFill>
                          <a:latin typeface="Calibri"/>
                          <a:ea typeface="Calibri"/>
                          <a:cs typeface="Calibri"/>
                          <a:sym typeface="Calibri"/>
                        </a:rPr>
                        <a:t>Capability</a:t>
                      </a:r>
                      <a:endParaRPr sz="1100" u="none" cap="none" strike="noStrike"/>
                    </a:p>
                  </a:txBody>
                  <a:tcPr marT="0" marB="0" marR="20575" marL="34300" anchor="ctr">
                    <a:solidFill>
                      <a:srgbClr val="0B2E4F"/>
                    </a:solidFill>
                  </a:tcPr>
                </a:tc>
                <a:tc>
                  <a:txBody>
                    <a:bodyPr/>
                    <a:lstStyle/>
                    <a:p>
                      <a:pPr indent="0" lvl="0" marL="0" marR="0" rtl="0" algn="ctr">
                        <a:lnSpc>
                          <a:spcPct val="88000"/>
                        </a:lnSpc>
                        <a:spcBef>
                          <a:spcPts val="0"/>
                        </a:spcBef>
                        <a:spcAft>
                          <a:spcPts val="0"/>
                        </a:spcAft>
                        <a:buClr>
                          <a:srgbClr val="000000"/>
                        </a:buClr>
                        <a:buSzPts val="600"/>
                        <a:buFont typeface="Arial"/>
                        <a:buNone/>
                      </a:pPr>
                      <a:r>
                        <a:rPr b="1" i="0" lang="en-GB" sz="600" u="none" cap="none" strike="noStrike">
                          <a:solidFill>
                            <a:srgbClr val="FFFFFF"/>
                          </a:solidFill>
                          <a:latin typeface="Calibri"/>
                          <a:ea typeface="Calibri"/>
                          <a:cs typeface="Calibri"/>
                          <a:sym typeface="Calibri"/>
                        </a:rPr>
                        <a:t>Desktop</a:t>
                      </a:r>
                      <a:br>
                        <a:rPr b="1" i="0" lang="en-GB" sz="600" u="none" cap="none" strike="noStrike">
                          <a:solidFill>
                            <a:srgbClr val="FFFFFF"/>
                          </a:solidFill>
                          <a:latin typeface="Calibri"/>
                          <a:ea typeface="Calibri"/>
                          <a:cs typeface="Calibri"/>
                          <a:sym typeface="Calibri"/>
                        </a:rPr>
                      </a:br>
                      <a:r>
                        <a:rPr b="1" i="0" lang="en-GB" sz="600" u="none" cap="none" strike="noStrike">
                          <a:solidFill>
                            <a:srgbClr val="FFFFFF"/>
                          </a:solidFill>
                          <a:latin typeface="Calibri"/>
                          <a:ea typeface="Calibri"/>
                          <a:cs typeface="Calibri"/>
                          <a:sym typeface="Calibri"/>
                        </a:rPr>
                        <a:t>tools</a:t>
                      </a:r>
                      <a:endParaRPr sz="1100" u="none" cap="none" strike="noStrike"/>
                    </a:p>
                  </a:txBody>
                  <a:tcPr marT="0" marB="0" marR="20575" marL="34300" anchor="ctr">
                    <a:solidFill>
                      <a:srgbClr val="0B2E4F"/>
                    </a:solidFill>
                  </a:tcPr>
                </a:tc>
                <a:tc>
                  <a:txBody>
                    <a:bodyPr/>
                    <a:lstStyle/>
                    <a:p>
                      <a:pPr indent="0" lvl="0" marL="0" marR="0" rtl="0" algn="ctr">
                        <a:lnSpc>
                          <a:spcPct val="88000"/>
                        </a:lnSpc>
                        <a:spcBef>
                          <a:spcPts val="0"/>
                        </a:spcBef>
                        <a:spcAft>
                          <a:spcPts val="0"/>
                        </a:spcAft>
                        <a:buClr>
                          <a:srgbClr val="000000"/>
                        </a:buClr>
                        <a:buSzPts val="600"/>
                        <a:buFont typeface="Arial"/>
                        <a:buNone/>
                      </a:pPr>
                      <a:r>
                        <a:rPr b="1" i="0" lang="en-GB" sz="600" u="none" cap="none" strike="noStrike">
                          <a:solidFill>
                            <a:srgbClr val="FFFFFF"/>
                          </a:solidFill>
                          <a:latin typeface="Calibri"/>
                          <a:ea typeface="Calibri"/>
                          <a:cs typeface="Calibri"/>
                          <a:sym typeface="Calibri"/>
                        </a:rPr>
                        <a:t>Web</a:t>
                      </a:r>
                      <a:br>
                        <a:rPr b="1" i="0" lang="en-GB" sz="600" u="none" cap="none" strike="noStrike">
                          <a:solidFill>
                            <a:srgbClr val="FFFFFF"/>
                          </a:solidFill>
                          <a:latin typeface="Calibri"/>
                          <a:ea typeface="Calibri"/>
                          <a:cs typeface="Calibri"/>
                          <a:sym typeface="Calibri"/>
                        </a:rPr>
                      </a:br>
                      <a:r>
                        <a:rPr b="1" i="0" lang="en-GB" sz="600" u="none" cap="none" strike="noStrike">
                          <a:solidFill>
                            <a:srgbClr val="FFFFFF"/>
                          </a:solidFill>
                          <a:latin typeface="Calibri"/>
                          <a:ea typeface="Calibri"/>
                          <a:cs typeface="Calibri"/>
                          <a:sym typeface="Calibri"/>
                        </a:rPr>
                        <a:t>viewers</a:t>
                      </a:r>
                      <a:endParaRPr sz="1100" u="none" cap="none" strike="noStrike"/>
                    </a:p>
                  </a:txBody>
                  <a:tcPr marT="0" marB="0" marR="20575" marL="34300" anchor="ctr">
                    <a:solidFill>
                      <a:srgbClr val="0B2E4F"/>
                    </a:solidFill>
                  </a:tcPr>
                </a:tc>
                <a:tc>
                  <a:txBody>
                    <a:bodyPr/>
                    <a:lstStyle/>
                    <a:p>
                      <a:pPr indent="0" lvl="0" marL="0" marR="0" rtl="0" algn="ctr">
                        <a:lnSpc>
                          <a:spcPct val="88000"/>
                        </a:lnSpc>
                        <a:spcBef>
                          <a:spcPts val="0"/>
                        </a:spcBef>
                        <a:spcAft>
                          <a:spcPts val="0"/>
                        </a:spcAft>
                        <a:buClr>
                          <a:srgbClr val="000000"/>
                        </a:buClr>
                        <a:buSzPts val="600"/>
                        <a:buFont typeface="Arial"/>
                        <a:buNone/>
                      </a:pPr>
                      <a:r>
                        <a:rPr b="1" i="0" lang="en-GB" sz="600" u="none" cap="none" strike="noStrike">
                          <a:solidFill>
                            <a:srgbClr val="FFFFFF"/>
                          </a:solidFill>
                          <a:latin typeface="Calibri"/>
                          <a:ea typeface="Calibri"/>
                          <a:cs typeface="Calibri"/>
                          <a:sym typeface="Calibri"/>
                        </a:rPr>
                        <a:t>Digital</a:t>
                      </a:r>
                      <a:br>
                        <a:rPr b="1" i="0" lang="en-GB" sz="600" u="none" cap="none" strike="noStrike">
                          <a:solidFill>
                            <a:srgbClr val="FFFFFF"/>
                          </a:solidFill>
                          <a:latin typeface="Calibri"/>
                          <a:ea typeface="Calibri"/>
                          <a:cs typeface="Calibri"/>
                          <a:sym typeface="Calibri"/>
                        </a:rPr>
                      </a:br>
                      <a:r>
                        <a:rPr b="1" i="0" lang="en-GB" sz="600" u="none" cap="none" strike="noStrike">
                          <a:solidFill>
                            <a:srgbClr val="FFFFFF"/>
                          </a:solidFill>
                          <a:latin typeface="Calibri"/>
                          <a:ea typeface="Calibri"/>
                          <a:cs typeface="Calibri"/>
                          <a:sym typeface="Calibri"/>
                        </a:rPr>
                        <a:t>Ocean</a:t>
                      </a:r>
                      <a:endParaRPr sz="1100" u="none" cap="none" strike="noStrike"/>
                    </a:p>
                  </a:txBody>
                  <a:tcPr marT="0" marB="0" marR="20575" marL="34300" anchor="ctr">
                    <a:solidFill>
                      <a:srgbClr val="0B2E4F"/>
                    </a:solidFill>
                  </a:tcPr>
                </a:tc>
                <a:tc>
                  <a:txBody>
                    <a:bodyPr/>
                    <a:lstStyle/>
                    <a:p>
                      <a:pPr indent="0" lvl="0" marL="0" marR="0" rtl="0" algn="ctr">
                        <a:lnSpc>
                          <a:spcPct val="88000"/>
                        </a:lnSpc>
                        <a:spcBef>
                          <a:spcPts val="0"/>
                        </a:spcBef>
                        <a:spcAft>
                          <a:spcPts val="0"/>
                        </a:spcAft>
                        <a:buClr>
                          <a:srgbClr val="000000"/>
                        </a:buClr>
                        <a:buSzPts val="600"/>
                        <a:buFont typeface="Arial"/>
                        <a:buNone/>
                      </a:pPr>
                      <a:r>
                        <a:rPr b="1" i="0" lang="en-GB" sz="600" u="none" cap="none" strike="noStrike">
                          <a:solidFill>
                            <a:srgbClr val="FFFFFF"/>
                          </a:solidFill>
                          <a:latin typeface="Calibri"/>
                          <a:ea typeface="Calibri"/>
                          <a:cs typeface="Calibri"/>
                          <a:sym typeface="Calibri"/>
                        </a:rPr>
                        <a:t>Sagar</a:t>
                      </a:r>
                      <a:br>
                        <a:rPr b="1" i="0" lang="en-GB" sz="600" u="none" cap="none" strike="noStrike">
                          <a:solidFill>
                            <a:srgbClr val="FFFFFF"/>
                          </a:solidFill>
                          <a:latin typeface="Calibri"/>
                          <a:ea typeface="Calibri"/>
                          <a:cs typeface="Calibri"/>
                          <a:sym typeface="Calibri"/>
                        </a:rPr>
                      </a:br>
                      <a:r>
                        <a:rPr b="1" i="0" lang="en-GB" sz="600" u="none" cap="none" strike="noStrike">
                          <a:solidFill>
                            <a:srgbClr val="FFFFFF"/>
                          </a:solidFill>
                          <a:latin typeface="Calibri"/>
                          <a:ea typeface="Calibri"/>
                          <a:cs typeface="Calibri"/>
                          <a:sym typeface="Calibri"/>
                        </a:rPr>
                        <a:t>Drishti</a:t>
                      </a:r>
                      <a:endParaRPr sz="1100" u="none" cap="none" strike="noStrike"/>
                    </a:p>
                  </a:txBody>
                  <a:tcPr marT="0" marB="0" marR="20575" marL="34300" anchor="ctr">
                    <a:solidFill>
                      <a:srgbClr val="C44528"/>
                    </a:solidFill>
                  </a:tcPr>
                </a:tc>
              </a:tr>
              <a:tr h="208025">
                <a:tc>
                  <a:txBody>
                    <a:bodyPr/>
                    <a:lstStyle/>
                    <a:p>
                      <a:pPr indent="0" lvl="0" marL="0" marR="0" rtl="0" algn="l">
                        <a:lnSpc>
                          <a:spcPct val="88000"/>
                        </a:lnSpc>
                        <a:spcBef>
                          <a:spcPts val="0"/>
                        </a:spcBef>
                        <a:spcAft>
                          <a:spcPts val="0"/>
                        </a:spcAft>
                        <a:buClr>
                          <a:srgbClr val="000000"/>
                        </a:buClr>
                        <a:buSzPts val="700"/>
                        <a:buFont typeface="Arial"/>
                        <a:buNone/>
                      </a:pPr>
                      <a:r>
                        <a:rPr b="0" i="0" lang="en-GB" sz="700" u="none" cap="none" strike="noStrike">
                          <a:solidFill>
                            <a:srgbClr val="14202B"/>
                          </a:solidFill>
                          <a:latin typeface="Calibri"/>
                          <a:ea typeface="Calibri"/>
                          <a:cs typeface="Calibri"/>
                          <a:sym typeface="Calibri"/>
                        </a:rPr>
                        <a:t>Browser-native, no install</a:t>
                      </a:r>
                      <a:endParaRPr sz="1200" u="none" cap="none" strike="noStrike"/>
                    </a:p>
                  </a:txBody>
                  <a:tcPr marT="0" marB="0" marR="20575" marL="34300" anchor="ctr">
                    <a:solidFill>
                      <a:srgbClr val="FFFFFF"/>
                    </a:solidFill>
                  </a:tcPr>
                </a:tc>
                <a:tc>
                  <a:txBody>
                    <a:bodyPr/>
                    <a:lstStyle/>
                    <a:p>
                      <a:pPr indent="0" lvl="0" marL="0" marR="0" rtl="0" algn="ctr">
                        <a:lnSpc>
                          <a:spcPct val="88000"/>
                        </a:lnSpc>
                        <a:spcBef>
                          <a:spcPts val="0"/>
                        </a:spcBef>
                        <a:spcAft>
                          <a:spcPts val="0"/>
                        </a:spcAft>
                        <a:buClr>
                          <a:srgbClr val="000000"/>
                        </a:buClr>
                        <a:buSzPts val="800"/>
                        <a:buFont typeface="Arial"/>
                        <a:buNone/>
                      </a:pPr>
                      <a:r>
                        <a:rPr b="1" i="0" lang="en-GB" sz="800" u="none" cap="none" strike="noStrike">
                          <a:solidFill>
                            <a:srgbClr val="B03A28"/>
                          </a:solidFill>
                          <a:latin typeface="Calibri"/>
                          <a:ea typeface="Calibri"/>
                          <a:cs typeface="Calibri"/>
                          <a:sym typeface="Calibri"/>
                        </a:rPr>
                        <a:t>✘</a:t>
                      </a:r>
                      <a:endParaRPr sz="1100" u="none" cap="none" strike="noStrike"/>
                    </a:p>
                  </a:txBody>
                  <a:tcPr marT="0" marB="0" marR="20575" marL="34300" anchor="ctr">
                    <a:solidFill>
                      <a:srgbClr val="FFFFFF"/>
                    </a:solidFill>
                  </a:tcPr>
                </a:tc>
                <a:tc>
                  <a:txBody>
                    <a:bodyPr/>
                    <a:lstStyle/>
                    <a:p>
                      <a:pPr indent="0" lvl="0" marL="0" marR="0" rtl="0" algn="ctr">
                        <a:lnSpc>
                          <a:spcPct val="88000"/>
                        </a:lnSpc>
                        <a:spcBef>
                          <a:spcPts val="0"/>
                        </a:spcBef>
                        <a:spcAft>
                          <a:spcPts val="0"/>
                        </a:spcAft>
                        <a:buClr>
                          <a:srgbClr val="000000"/>
                        </a:buClr>
                        <a:buSzPts val="800"/>
                        <a:buFont typeface="Arial"/>
                        <a:buNone/>
                      </a:pPr>
                      <a:r>
                        <a:rPr b="1" i="0" lang="en-GB" sz="800" u="none" cap="none" strike="noStrike">
                          <a:solidFill>
                            <a:srgbClr val="0E7A5F"/>
                          </a:solidFill>
                          <a:latin typeface="Calibri"/>
                          <a:ea typeface="Calibri"/>
                          <a:cs typeface="Calibri"/>
                          <a:sym typeface="Calibri"/>
                        </a:rPr>
                        <a:t>✔</a:t>
                      </a:r>
                      <a:endParaRPr sz="1100" u="none" cap="none" strike="noStrike"/>
                    </a:p>
                  </a:txBody>
                  <a:tcPr marT="0" marB="0" marR="20575" marL="34300" anchor="ctr">
                    <a:solidFill>
                      <a:srgbClr val="FFFFFF"/>
                    </a:solidFill>
                  </a:tcPr>
                </a:tc>
                <a:tc>
                  <a:txBody>
                    <a:bodyPr/>
                    <a:lstStyle/>
                    <a:p>
                      <a:pPr indent="0" lvl="0" marL="0" marR="0" rtl="0" algn="ctr">
                        <a:lnSpc>
                          <a:spcPct val="88000"/>
                        </a:lnSpc>
                        <a:spcBef>
                          <a:spcPts val="0"/>
                        </a:spcBef>
                        <a:spcAft>
                          <a:spcPts val="0"/>
                        </a:spcAft>
                        <a:buClr>
                          <a:srgbClr val="000000"/>
                        </a:buClr>
                        <a:buSzPts val="800"/>
                        <a:buFont typeface="Arial"/>
                        <a:buNone/>
                      </a:pPr>
                      <a:r>
                        <a:rPr b="1" i="0" lang="en-GB" sz="800" u="none" cap="none" strike="noStrike">
                          <a:solidFill>
                            <a:srgbClr val="0E7A5F"/>
                          </a:solidFill>
                          <a:latin typeface="Calibri"/>
                          <a:ea typeface="Calibri"/>
                          <a:cs typeface="Calibri"/>
                          <a:sym typeface="Calibri"/>
                        </a:rPr>
                        <a:t>✔</a:t>
                      </a:r>
                      <a:endParaRPr sz="1100" u="none" cap="none" strike="noStrike"/>
                    </a:p>
                  </a:txBody>
                  <a:tcPr marT="0" marB="0" marR="20575" marL="34300" anchor="ctr">
                    <a:solidFill>
                      <a:srgbClr val="FFFFFF"/>
                    </a:solidFill>
                  </a:tcPr>
                </a:tc>
                <a:tc>
                  <a:txBody>
                    <a:bodyPr/>
                    <a:lstStyle/>
                    <a:p>
                      <a:pPr indent="0" lvl="0" marL="0" marR="0" rtl="0" algn="ctr">
                        <a:lnSpc>
                          <a:spcPct val="88000"/>
                        </a:lnSpc>
                        <a:spcBef>
                          <a:spcPts val="0"/>
                        </a:spcBef>
                        <a:spcAft>
                          <a:spcPts val="0"/>
                        </a:spcAft>
                        <a:buClr>
                          <a:srgbClr val="000000"/>
                        </a:buClr>
                        <a:buSzPts val="800"/>
                        <a:buFont typeface="Arial"/>
                        <a:buNone/>
                      </a:pPr>
                      <a:r>
                        <a:rPr b="1" i="0" lang="en-GB" sz="800" u="none" cap="none" strike="noStrike">
                          <a:solidFill>
                            <a:srgbClr val="0E7A5F"/>
                          </a:solidFill>
                          <a:latin typeface="Calibri"/>
                          <a:ea typeface="Calibri"/>
                          <a:cs typeface="Calibri"/>
                          <a:sym typeface="Calibri"/>
                        </a:rPr>
                        <a:t>✔</a:t>
                      </a:r>
                      <a:endParaRPr sz="1100" u="none" cap="none" strike="noStrike"/>
                    </a:p>
                  </a:txBody>
                  <a:tcPr marT="0" marB="0" marR="20575" marL="34300" anchor="ctr">
                    <a:solidFill>
                      <a:srgbClr val="FBEEEA"/>
                    </a:solidFill>
                  </a:tcPr>
                </a:tc>
              </a:tr>
              <a:tr h="208025">
                <a:tc>
                  <a:txBody>
                    <a:bodyPr/>
                    <a:lstStyle/>
                    <a:p>
                      <a:pPr indent="0" lvl="0" marL="0" marR="0" rtl="0" algn="l">
                        <a:lnSpc>
                          <a:spcPct val="88000"/>
                        </a:lnSpc>
                        <a:spcBef>
                          <a:spcPts val="0"/>
                        </a:spcBef>
                        <a:spcAft>
                          <a:spcPts val="0"/>
                        </a:spcAft>
                        <a:buClr>
                          <a:srgbClr val="000000"/>
                        </a:buClr>
                        <a:buSzPts val="700"/>
                        <a:buFont typeface="Arial"/>
                        <a:buNone/>
                      </a:pPr>
                      <a:r>
                        <a:rPr b="0" i="0" lang="en-GB" sz="700" u="none" cap="none" strike="noStrike">
                          <a:solidFill>
                            <a:srgbClr val="14202B"/>
                          </a:solidFill>
                          <a:latin typeface="Calibri"/>
                          <a:ea typeface="Calibri"/>
                          <a:cs typeface="Calibri"/>
                          <a:sym typeface="Calibri"/>
                        </a:rPr>
                        <a:t>True volumetric water column</a:t>
                      </a:r>
                      <a:endParaRPr sz="1200" u="none" cap="none" strike="noStrike"/>
                    </a:p>
                  </a:txBody>
                  <a:tcPr marT="0" marB="0" marR="20575" marL="34300" anchor="ctr">
                    <a:solidFill>
                      <a:srgbClr val="EFF4F7"/>
                    </a:solidFill>
                  </a:tcPr>
                </a:tc>
                <a:tc>
                  <a:txBody>
                    <a:bodyPr/>
                    <a:lstStyle/>
                    <a:p>
                      <a:pPr indent="0" lvl="0" marL="0" marR="0" rtl="0" algn="ctr">
                        <a:lnSpc>
                          <a:spcPct val="88000"/>
                        </a:lnSpc>
                        <a:spcBef>
                          <a:spcPts val="0"/>
                        </a:spcBef>
                        <a:spcAft>
                          <a:spcPts val="0"/>
                        </a:spcAft>
                        <a:buClr>
                          <a:srgbClr val="000000"/>
                        </a:buClr>
                        <a:buSzPts val="800"/>
                        <a:buFont typeface="Arial"/>
                        <a:buNone/>
                      </a:pPr>
                      <a:r>
                        <a:rPr b="1" i="0" lang="en-GB" sz="800" u="none" cap="none" strike="noStrike">
                          <a:solidFill>
                            <a:srgbClr val="0E7A5F"/>
                          </a:solidFill>
                          <a:latin typeface="Calibri"/>
                          <a:ea typeface="Calibri"/>
                          <a:cs typeface="Calibri"/>
                          <a:sym typeface="Calibri"/>
                        </a:rPr>
                        <a:t>✔</a:t>
                      </a:r>
                      <a:endParaRPr sz="1100" u="none" cap="none" strike="noStrike"/>
                    </a:p>
                  </a:txBody>
                  <a:tcPr marT="0" marB="0" marR="20575" marL="34300" anchor="ctr">
                    <a:solidFill>
                      <a:srgbClr val="EFF4F7"/>
                    </a:solidFill>
                  </a:tcPr>
                </a:tc>
                <a:tc>
                  <a:txBody>
                    <a:bodyPr/>
                    <a:lstStyle/>
                    <a:p>
                      <a:pPr indent="0" lvl="0" marL="0" marR="0" rtl="0" algn="ctr">
                        <a:lnSpc>
                          <a:spcPct val="88000"/>
                        </a:lnSpc>
                        <a:spcBef>
                          <a:spcPts val="0"/>
                        </a:spcBef>
                        <a:spcAft>
                          <a:spcPts val="0"/>
                        </a:spcAft>
                        <a:buClr>
                          <a:srgbClr val="000000"/>
                        </a:buClr>
                        <a:buSzPts val="800"/>
                        <a:buFont typeface="Arial"/>
                        <a:buNone/>
                      </a:pPr>
                      <a:r>
                        <a:rPr b="1" i="0" lang="en-GB" sz="800" u="none" cap="none" strike="noStrike">
                          <a:solidFill>
                            <a:srgbClr val="B03A28"/>
                          </a:solidFill>
                          <a:latin typeface="Calibri"/>
                          <a:ea typeface="Calibri"/>
                          <a:cs typeface="Calibri"/>
                          <a:sym typeface="Calibri"/>
                        </a:rPr>
                        <a:t>✘</a:t>
                      </a:r>
                      <a:endParaRPr sz="1100" u="none" cap="none" strike="noStrike"/>
                    </a:p>
                  </a:txBody>
                  <a:tcPr marT="0" marB="0" marR="20575" marL="34300" anchor="ctr">
                    <a:solidFill>
                      <a:srgbClr val="EFF4F7"/>
                    </a:solidFill>
                  </a:tcPr>
                </a:tc>
                <a:tc>
                  <a:txBody>
                    <a:bodyPr/>
                    <a:lstStyle/>
                    <a:p>
                      <a:pPr indent="0" lvl="0" marL="0" marR="0" rtl="0" algn="ctr">
                        <a:lnSpc>
                          <a:spcPct val="88000"/>
                        </a:lnSpc>
                        <a:spcBef>
                          <a:spcPts val="0"/>
                        </a:spcBef>
                        <a:spcAft>
                          <a:spcPts val="0"/>
                        </a:spcAft>
                        <a:buClr>
                          <a:srgbClr val="000000"/>
                        </a:buClr>
                        <a:buSzPts val="800"/>
                        <a:buFont typeface="Arial"/>
                        <a:buNone/>
                      </a:pPr>
                      <a:r>
                        <a:rPr b="1" i="0" lang="en-GB" sz="800" u="none" cap="none" strike="noStrike">
                          <a:solidFill>
                            <a:srgbClr val="B87A1F"/>
                          </a:solidFill>
                          <a:latin typeface="Calibri"/>
                          <a:ea typeface="Calibri"/>
                          <a:cs typeface="Calibri"/>
                          <a:sym typeface="Calibri"/>
                        </a:rPr>
                        <a:t>~</a:t>
                      </a:r>
                      <a:endParaRPr sz="1100" u="none" cap="none" strike="noStrike"/>
                    </a:p>
                  </a:txBody>
                  <a:tcPr marT="0" marB="0" marR="20575" marL="34300" anchor="ctr">
                    <a:solidFill>
                      <a:srgbClr val="EFF4F7"/>
                    </a:solidFill>
                  </a:tcPr>
                </a:tc>
                <a:tc>
                  <a:txBody>
                    <a:bodyPr/>
                    <a:lstStyle/>
                    <a:p>
                      <a:pPr indent="0" lvl="0" marL="0" marR="0" rtl="0" algn="ctr">
                        <a:lnSpc>
                          <a:spcPct val="88000"/>
                        </a:lnSpc>
                        <a:spcBef>
                          <a:spcPts val="0"/>
                        </a:spcBef>
                        <a:spcAft>
                          <a:spcPts val="0"/>
                        </a:spcAft>
                        <a:buClr>
                          <a:srgbClr val="000000"/>
                        </a:buClr>
                        <a:buSzPts val="800"/>
                        <a:buFont typeface="Arial"/>
                        <a:buNone/>
                      </a:pPr>
                      <a:r>
                        <a:rPr b="1" i="0" lang="en-GB" sz="800" u="none" cap="none" strike="noStrike">
                          <a:solidFill>
                            <a:srgbClr val="0E7A5F"/>
                          </a:solidFill>
                          <a:latin typeface="Calibri"/>
                          <a:ea typeface="Calibri"/>
                          <a:cs typeface="Calibri"/>
                          <a:sym typeface="Calibri"/>
                        </a:rPr>
                        <a:t>✔</a:t>
                      </a:r>
                      <a:endParaRPr sz="1100" u="none" cap="none" strike="noStrike"/>
                    </a:p>
                  </a:txBody>
                  <a:tcPr marT="0" marB="0" marR="20575" marL="34300" anchor="ctr">
                    <a:solidFill>
                      <a:srgbClr val="FBEEEA"/>
                    </a:solidFill>
                  </a:tcPr>
                </a:tc>
              </a:tr>
              <a:tr h="208025">
                <a:tc>
                  <a:txBody>
                    <a:bodyPr/>
                    <a:lstStyle/>
                    <a:p>
                      <a:pPr indent="0" lvl="0" marL="0" marR="0" rtl="0" algn="l">
                        <a:lnSpc>
                          <a:spcPct val="88000"/>
                        </a:lnSpc>
                        <a:spcBef>
                          <a:spcPts val="0"/>
                        </a:spcBef>
                        <a:spcAft>
                          <a:spcPts val="0"/>
                        </a:spcAft>
                        <a:buClr>
                          <a:srgbClr val="000000"/>
                        </a:buClr>
                        <a:buSzPts val="700"/>
                        <a:buFont typeface="Arial"/>
                        <a:buNone/>
                      </a:pPr>
                      <a:r>
                        <a:rPr b="0" i="0" lang="en-GB" sz="700" u="none" cap="none" strike="noStrike">
                          <a:solidFill>
                            <a:srgbClr val="14202B"/>
                          </a:solidFill>
                          <a:latin typeface="Calibri"/>
                          <a:ea typeface="Calibri"/>
                          <a:cs typeface="Calibri"/>
                          <a:sym typeface="Calibri"/>
                        </a:rPr>
                        <a:t>Model + in-situ in ONE 3D scene</a:t>
                      </a:r>
                      <a:endParaRPr sz="1200" u="none" cap="none" strike="noStrike"/>
                    </a:p>
                  </a:txBody>
                  <a:tcPr marT="0" marB="0" marR="20575" marL="34300" anchor="ctr">
                    <a:solidFill>
                      <a:srgbClr val="FFFFFF"/>
                    </a:solidFill>
                  </a:tcPr>
                </a:tc>
                <a:tc>
                  <a:txBody>
                    <a:bodyPr/>
                    <a:lstStyle/>
                    <a:p>
                      <a:pPr indent="0" lvl="0" marL="0" marR="0" rtl="0" algn="ctr">
                        <a:lnSpc>
                          <a:spcPct val="88000"/>
                        </a:lnSpc>
                        <a:spcBef>
                          <a:spcPts val="0"/>
                        </a:spcBef>
                        <a:spcAft>
                          <a:spcPts val="0"/>
                        </a:spcAft>
                        <a:buClr>
                          <a:srgbClr val="000000"/>
                        </a:buClr>
                        <a:buSzPts val="800"/>
                        <a:buFont typeface="Arial"/>
                        <a:buNone/>
                      </a:pPr>
                      <a:r>
                        <a:rPr b="1" i="0" lang="en-GB" sz="800" u="none" cap="none" strike="noStrike">
                          <a:solidFill>
                            <a:srgbClr val="B03A28"/>
                          </a:solidFill>
                          <a:latin typeface="Calibri"/>
                          <a:ea typeface="Calibri"/>
                          <a:cs typeface="Calibri"/>
                          <a:sym typeface="Calibri"/>
                        </a:rPr>
                        <a:t>✘</a:t>
                      </a:r>
                      <a:endParaRPr sz="1100" u="none" cap="none" strike="noStrike"/>
                    </a:p>
                  </a:txBody>
                  <a:tcPr marT="0" marB="0" marR="20575" marL="34300" anchor="ctr">
                    <a:solidFill>
                      <a:srgbClr val="FFFFFF"/>
                    </a:solidFill>
                  </a:tcPr>
                </a:tc>
                <a:tc>
                  <a:txBody>
                    <a:bodyPr/>
                    <a:lstStyle/>
                    <a:p>
                      <a:pPr indent="0" lvl="0" marL="0" marR="0" rtl="0" algn="ctr">
                        <a:lnSpc>
                          <a:spcPct val="88000"/>
                        </a:lnSpc>
                        <a:spcBef>
                          <a:spcPts val="0"/>
                        </a:spcBef>
                        <a:spcAft>
                          <a:spcPts val="0"/>
                        </a:spcAft>
                        <a:buClr>
                          <a:srgbClr val="000000"/>
                        </a:buClr>
                        <a:buSzPts val="800"/>
                        <a:buFont typeface="Arial"/>
                        <a:buNone/>
                      </a:pPr>
                      <a:r>
                        <a:rPr b="1" i="0" lang="en-GB" sz="800" u="none" cap="none" strike="noStrike">
                          <a:solidFill>
                            <a:srgbClr val="B03A28"/>
                          </a:solidFill>
                          <a:latin typeface="Calibri"/>
                          <a:ea typeface="Calibri"/>
                          <a:cs typeface="Calibri"/>
                          <a:sym typeface="Calibri"/>
                        </a:rPr>
                        <a:t>✘</a:t>
                      </a:r>
                      <a:endParaRPr sz="1100" u="none" cap="none" strike="noStrike"/>
                    </a:p>
                  </a:txBody>
                  <a:tcPr marT="0" marB="0" marR="20575" marL="34300" anchor="ctr">
                    <a:solidFill>
                      <a:srgbClr val="FFFFFF"/>
                    </a:solidFill>
                  </a:tcPr>
                </a:tc>
                <a:tc>
                  <a:txBody>
                    <a:bodyPr/>
                    <a:lstStyle/>
                    <a:p>
                      <a:pPr indent="0" lvl="0" marL="0" marR="0" rtl="0" algn="ctr">
                        <a:lnSpc>
                          <a:spcPct val="88000"/>
                        </a:lnSpc>
                        <a:spcBef>
                          <a:spcPts val="0"/>
                        </a:spcBef>
                        <a:spcAft>
                          <a:spcPts val="0"/>
                        </a:spcAft>
                        <a:buClr>
                          <a:srgbClr val="000000"/>
                        </a:buClr>
                        <a:buSzPts val="800"/>
                        <a:buFont typeface="Arial"/>
                        <a:buNone/>
                      </a:pPr>
                      <a:r>
                        <a:rPr b="1" i="0" lang="en-GB" sz="800" u="none" cap="none" strike="noStrike">
                          <a:solidFill>
                            <a:srgbClr val="B87A1F"/>
                          </a:solidFill>
                          <a:latin typeface="Calibri"/>
                          <a:ea typeface="Calibri"/>
                          <a:cs typeface="Calibri"/>
                          <a:sym typeface="Calibri"/>
                        </a:rPr>
                        <a:t>~</a:t>
                      </a:r>
                      <a:endParaRPr sz="1100" u="none" cap="none" strike="noStrike"/>
                    </a:p>
                  </a:txBody>
                  <a:tcPr marT="0" marB="0" marR="20575" marL="34300" anchor="ctr">
                    <a:solidFill>
                      <a:srgbClr val="FFFFFF"/>
                    </a:solidFill>
                  </a:tcPr>
                </a:tc>
                <a:tc>
                  <a:txBody>
                    <a:bodyPr/>
                    <a:lstStyle/>
                    <a:p>
                      <a:pPr indent="0" lvl="0" marL="0" marR="0" rtl="0" algn="ctr">
                        <a:lnSpc>
                          <a:spcPct val="88000"/>
                        </a:lnSpc>
                        <a:spcBef>
                          <a:spcPts val="0"/>
                        </a:spcBef>
                        <a:spcAft>
                          <a:spcPts val="0"/>
                        </a:spcAft>
                        <a:buClr>
                          <a:srgbClr val="000000"/>
                        </a:buClr>
                        <a:buSzPts val="800"/>
                        <a:buFont typeface="Arial"/>
                        <a:buNone/>
                      </a:pPr>
                      <a:r>
                        <a:rPr b="1" i="0" lang="en-GB" sz="800" u="none" cap="none" strike="noStrike">
                          <a:solidFill>
                            <a:srgbClr val="0E7A5F"/>
                          </a:solidFill>
                          <a:latin typeface="Calibri"/>
                          <a:ea typeface="Calibri"/>
                          <a:cs typeface="Calibri"/>
                          <a:sym typeface="Calibri"/>
                        </a:rPr>
                        <a:t>✔</a:t>
                      </a:r>
                      <a:endParaRPr sz="1100" u="none" cap="none" strike="noStrike"/>
                    </a:p>
                  </a:txBody>
                  <a:tcPr marT="0" marB="0" marR="20575" marL="34300" anchor="ctr">
                    <a:solidFill>
                      <a:srgbClr val="FBEEEA"/>
                    </a:solidFill>
                  </a:tcPr>
                </a:tc>
              </a:tr>
              <a:tr h="208025">
                <a:tc>
                  <a:txBody>
                    <a:bodyPr/>
                    <a:lstStyle/>
                    <a:p>
                      <a:pPr indent="0" lvl="0" marL="0" marR="0" rtl="0" algn="l">
                        <a:lnSpc>
                          <a:spcPct val="88000"/>
                        </a:lnSpc>
                        <a:spcBef>
                          <a:spcPts val="0"/>
                        </a:spcBef>
                        <a:spcAft>
                          <a:spcPts val="0"/>
                        </a:spcAft>
                        <a:buClr>
                          <a:srgbClr val="000000"/>
                        </a:buClr>
                        <a:buSzPts val="700"/>
                        <a:buFont typeface="Arial"/>
                        <a:buNone/>
                      </a:pPr>
                      <a:r>
                        <a:rPr b="0" i="0" lang="en-GB" sz="700" u="none" cap="none" strike="noStrike">
                          <a:solidFill>
                            <a:srgbClr val="14202B"/>
                          </a:solidFill>
                          <a:latin typeface="Calibri"/>
                          <a:ea typeface="Calibri"/>
                          <a:cs typeface="Calibri"/>
                          <a:sym typeface="Calibri"/>
                        </a:rPr>
                        <a:t>Model-vs-observation skill on screen</a:t>
                      </a:r>
                      <a:endParaRPr sz="1200" u="none" cap="none" strike="noStrike"/>
                    </a:p>
                  </a:txBody>
                  <a:tcPr marT="0" marB="0" marR="20575" marL="34300" anchor="ctr">
                    <a:solidFill>
                      <a:srgbClr val="EFF4F7"/>
                    </a:solidFill>
                  </a:tcPr>
                </a:tc>
                <a:tc>
                  <a:txBody>
                    <a:bodyPr/>
                    <a:lstStyle/>
                    <a:p>
                      <a:pPr indent="0" lvl="0" marL="0" marR="0" rtl="0" algn="ctr">
                        <a:lnSpc>
                          <a:spcPct val="88000"/>
                        </a:lnSpc>
                        <a:spcBef>
                          <a:spcPts val="0"/>
                        </a:spcBef>
                        <a:spcAft>
                          <a:spcPts val="0"/>
                        </a:spcAft>
                        <a:buClr>
                          <a:srgbClr val="000000"/>
                        </a:buClr>
                        <a:buSzPts val="800"/>
                        <a:buFont typeface="Arial"/>
                        <a:buNone/>
                      </a:pPr>
                      <a:r>
                        <a:rPr b="1" i="0" lang="en-GB" sz="800" u="none" cap="none" strike="noStrike">
                          <a:solidFill>
                            <a:srgbClr val="B03A28"/>
                          </a:solidFill>
                          <a:latin typeface="Calibri"/>
                          <a:ea typeface="Calibri"/>
                          <a:cs typeface="Calibri"/>
                          <a:sym typeface="Calibri"/>
                        </a:rPr>
                        <a:t>✘</a:t>
                      </a:r>
                      <a:endParaRPr sz="1100" u="none" cap="none" strike="noStrike"/>
                    </a:p>
                  </a:txBody>
                  <a:tcPr marT="0" marB="0" marR="20575" marL="34300" anchor="ctr">
                    <a:solidFill>
                      <a:srgbClr val="EFF4F7"/>
                    </a:solidFill>
                  </a:tcPr>
                </a:tc>
                <a:tc>
                  <a:txBody>
                    <a:bodyPr/>
                    <a:lstStyle/>
                    <a:p>
                      <a:pPr indent="0" lvl="0" marL="0" marR="0" rtl="0" algn="ctr">
                        <a:lnSpc>
                          <a:spcPct val="88000"/>
                        </a:lnSpc>
                        <a:spcBef>
                          <a:spcPts val="0"/>
                        </a:spcBef>
                        <a:spcAft>
                          <a:spcPts val="0"/>
                        </a:spcAft>
                        <a:buClr>
                          <a:srgbClr val="000000"/>
                        </a:buClr>
                        <a:buSzPts val="800"/>
                        <a:buFont typeface="Arial"/>
                        <a:buNone/>
                      </a:pPr>
                      <a:r>
                        <a:rPr b="1" i="0" lang="en-GB" sz="800" u="none" cap="none" strike="noStrike">
                          <a:solidFill>
                            <a:srgbClr val="B03A28"/>
                          </a:solidFill>
                          <a:latin typeface="Calibri"/>
                          <a:ea typeface="Calibri"/>
                          <a:cs typeface="Calibri"/>
                          <a:sym typeface="Calibri"/>
                        </a:rPr>
                        <a:t>✘</a:t>
                      </a:r>
                      <a:endParaRPr sz="1100" u="none" cap="none" strike="noStrike"/>
                    </a:p>
                  </a:txBody>
                  <a:tcPr marT="0" marB="0" marR="20575" marL="34300" anchor="ctr">
                    <a:solidFill>
                      <a:srgbClr val="EFF4F7"/>
                    </a:solidFill>
                  </a:tcPr>
                </a:tc>
                <a:tc>
                  <a:txBody>
                    <a:bodyPr/>
                    <a:lstStyle/>
                    <a:p>
                      <a:pPr indent="0" lvl="0" marL="0" marR="0" rtl="0" algn="ctr">
                        <a:lnSpc>
                          <a:spcPct val="88000"/>
                        </a:lnSpc>
                        <a:spcBef>
                          <a:spcPts val="0"/>
                        </a:spcBef>
                        <a:spcAft>
                          <a:spcPts val="0"/>
                        </a:spcAft>
                        <a:buClr>
                          <a:srgbClr val="000000"/>
                        </a:buClr>
                        <a:buSzPts val="800"/>
                        <a:buFont typeface="Arial"/>
                        <a:buNone/>
                      </a:pPr>
                      <a:r>
                        <a:rPr b="1" i="0" lang="en-GB" sz="800" u="none" cap="none" strike="noStrike">
                          <a:solidFill>
                            <a:srgbClr val="B03A28"/>
                          </a:solidFill>
                          <a:latin typeface="Calibri"/>
                          <a:ea typeface="Calibri"/>
                          <a:cs typeface="Calibri"/>
                          <a:sym typeface="Calibri"/>
                        </a:rPr>
                        <a:t>✘</a:t>
                      </a:r>
                      <a:endParaRPr sz="1100" u="none" cap="none" strike="noStrike"/>
                    </a:p>
                  </a:txBody>
                  <a:tcPr marT="0" marB="0" marR="20575" marL="34300" anchor="ctr">
                    <a:solidFill>
                      <a:srgbClr val="EFF4F7"/>
                    </a:solidFill>
                  </a:tcPr>
                </a:tc>
                <a:tc>
                  <a:txBody>
                    <a:bodyPr/>
                    <a:lstStyle/>
                    <a:p>
                      <a:pPr indent="0" lvl="0" marL="0" marR="0" rtl="0" algn="ctr">
                        <a:lnSpc>
                          <a:spcPct val="88000"/>
                        </a:lnSpc>
                        <a:spcBef>
                          <a:spcPts val="0"/>
                        </a:spcBef>
                        <a:spcAft>
                          <a:spcPts val="0"/>
                        </a:spcAft>
                        <a:buClr>
                          <a:srgbClr val="000000"/>
                        </a:buClr>
                        <a:buSzPts val="800"/>
                        <a:buFont typeface="Arial"/>
                        <a:buNone/>
                      </a:pPr>
                      <a:r>
                        <a:rPr b="1" i="0" lang="en-GB" sz="800" u="none" cap="none" strike="noStrike">
                          <a:solidFill>
                            <a:srgbClr val="0E7A5F"/>
                          </a:solidFill>
                          <a:latin typeface="Calibri"/>
                          <a:ea typeface="Calibri"/>
                          <a:cs typeface="Calibri"/>
                          <a:sym typeface="Calibri"/>
                        </a:rPr>
                        <a:t>✔</a:t>
                      </a:r>
                      <a:endParaRPr sz="1100" u="none" cap="none" strike="noStrike"/>
                    </a:p>
                  </a:txBody>
                  <a:tcPr marT="0" marB="0" marR="20575" marL="34300" anchor="ctr">
                    <a:solidFill>
                      <a:srgbClr val="FBEEEA"/>
                    </a:solidFill>
                  </a:tcPr>
                </a:tc>
              </a:tr>
              <a:tr h="208025">
                <a:tc>
                  <a:txBody>
                    <a:bodyPr/>
                    <a:lstStyle/>
                    <a:p>
                      <a:pPr indent="0" lvl="0" marL="0" marR="0" rtl="0" algn="l">
                        <a:lnSpc>
                          <a:spcPct val="88000"/>
                        </a:lnSpc>
                        <a:spcBef>
                          <a:spcPts val="0"/>
                        </a:spcBef>
                        <a:spcAft>
                          <a:spcPts val="0"/>
                        </a:spcAft>
                        <a:buClr>
                          <a:srgbClr val="000000"/>
                        </a:buClr>
                        <a:buSzPts val="700"/>
                        <a:buFont typeface="Arial"/>
                        <a:buNone/>
                      </a:pPr>
                      <a:r>
                        <a:rPr b="0" i="0" lang="en-GB" sz="700" u="none" cap="none" strike="noStrike">
                          <a:solidFill>
                            <a:srgbClr val="14202B"/>
                          </a:solidFill>
                          <a:latin typeface="Calibri"/>
                          <a:ea typeface="Calibri"/>
                          <a:cs typeface="Calibri"/>
                          <a:sym typeface="Calibri"/>
                        </a:rPr>
                        <a:t>CAP hazard layer in ocean context</a:t>
                      </a:r>
                      <a:endParaRPr sz="1200" u="none" cap="none" strike="noStrike"/>
                    </a:p>
                  </a:txBody>
                  <a:tcPr marT="0" marB="0" marR="20575" marL="34300" anchor="ctr">
                    <a:solidFill>
                      <a:srgbClr val="FFFFFF"/>
                    </a:solidFill>
                  </a:tcPr>
                </a:tc>
                <a:tc>
                  <a:txBody>
                    <a:bodyPr/>
                    <a:lstStyle/>
                    <a:p>
                      <a:pPr indent="0" lvl="0" marL="0" marR="0" rtl="0" algn="ctr">
                        <a:lnSpc>
                          <a:spcPct val="88000"/>
                        </a:lnSpc>
                        <a:spcBef>
                          <a:spcPts val="0"/>
                        </a:spcBef>
                        <a:spcAft>
                          <a:spcPts val="0"/>
                        </a:spcAft>
                        <a:buClr>
                          <a:srgbClr val="000000"/>
                        </a:buClr>
                        <a:buSzPts val="800"/>
                        <a:buFont typeface="Arial"/>
                        <a:buNone/>
                      </a:pPr>
                      <a:r>
                        <a:rPr b="1" i="0" lang="en-GB" sz="800" u="none" cap="none" strike="noStrike">
                          <a:solidFill>
                            <a:srgbClr val="B03A28"/>
                          </a:solidFill>
                          <a:latin typeface="Calibri"/>
                          <a:ea typeface="Calibri"/>
                          <a:cs typeface="Calibri"/>
                          <a:sym typeface="Calibri"/>
                        </a:rPr>
                        <a:t>✘</a:t>
                      </a:r>
                      <a:endParaRPr sz="1100" u="none" cap="none" strike="noStrike"/>
                    </a:p>
                  </a:txBody>
                  <a:tcPr marT="0" marB="0" marR="20575" marL="34300" anchor="ctr">
                    <a:solidFill>
                      <a:srgbClr val="FFFFFF"/>
                    </a:solidFill>
                  </a:tcPr>
                </a:tc>
                <a:tc>
                  <a:txBody>
                    <a:bodyPr/>
                    <a:lstStyle/>
                    <a:p>
                      <a:pPr indent="0" lvl="0" marL="0" marR="0" rtl="0" algn="ctr">
                        <a:lnSpc>
                          <a:spcPct val="88000"/>
                        </a:lnSpc>
                        <a:spcBef>
                          <a:spcPts val="0"/>
                        </a:spcBef>
                        <a:spcAft>
                          <a:spcPts val="0"/>
                        </a:spcAft>
                        <a:buClr>
                          <a:srgbClr val="000000"/>
                        </a:buClr>
                        <a:buSzPts val="800"/>
                        <a:buFont typeface="Arial"/>
                        <a:buNone/>
                      </a:pPr>
                      <a:r>
                        <a:rPr b="1" i="0" lang="en-GB" sz="800" u="none" cap="none" strike="noStrike">
                          <a:solidFill>
                            <a:srgbClr val="B03A28"/>
                          </a:solidFill>
                          <a:latin typeface="Calibri"/>
                          <a:ea typeface="Calibri"/>
                          <a:cs typeface="Calibri"/>
                          <a:sym typeface="Calibri"/>
                        </a:rPr>
                        <a:t>✘</a:t>
                      </a:r>
                      <a:endParaRPr sz="1100" u="none" cap="none" strike="noStrike"/>
                    </a:p>
                  </a:txBody>
                  <a:tcPr marT="0" marB="0" marR="20575" marL="34300" anchor="ctr">
                    <a:solidFill>
                      <a:srgbClr val="FFFFFF"/>
                    </a:solidFill>
                  </a:tcPr>
                </a:tc>
                <a:tc>
                  <a:txBody>
                    <a:bodyPr/>
                    <a:lstStyle/>
                    <a:p>
                      <a:pPr indent="0" lvl="0" marL="0" marR="0" rtl="0" algn="ctr">
                        <a:lnSpc>
                          <a:spcPct val="88000"/>
                        </a:lnSpc>
                        <a:spcBef>
                          <a:spcPts val="0"/>
                        </a:spcBef>
                        <a:spcAft>
                          <a:spcPts val="0"/>
                        </a:spcAft>
                        <a:buClr>
                          <a:srgbClr val="000000"/>
                        </a:buClr>
                        <a:buSzPts val="800"/>
                        <a:buFont typeface="Arial"/>
                        <a:buNone/>
                      </a:pPr>
                      <a:r>
                        <a:rPr b="1" i="0" lang="en-GB" sz="800" u="none" cap="none" strike="noStrike">
                          <a:solidFill>
                            <a:srgbClr val="B03A28"/>
                          </a:solidFill>
                          <a:latin typeface="Calibri"/>
                          <a:ea typeface="Calibri"/>
                          <a:cs typeface="Calibri"/>
                          <a:sym typeface="Calibri"/>
                        </a:rPr>
                        <a:t>✘</a:t>
                      </a:r>
                      <a:endParaRPr sz="1100" u="none" cap="none" strike="noStrike"/>
                    </a:p>
                  </a:txBody>
                  <a:tcPr marT="0" marB="0" marR="20575" marL="34300" anchor="ctr">
                    <a:solidFill>
                      <a:srgbClr val="FFFFFF"/>
                    </a:solidFill>
                  </a:tcPr>
                </a:tc>
                <a:tc>
                  <a:txBody>
                    <a:bodyPr/>
                    <a:lstStyle/>
                    <a:p>
                      <a:pPr indent="0" lvl="0" marL="0" marR="0" rtl="0" algn="ctr">
                        <a:lnSpc>
                          <a:spcPct val="88000"/>
                        </a:lnSpc>
                        <a:spcBef>
                          <a:spcPts val="0"/>
                        </a:spcBef>
                        <a:spcAft>
                          <a:spcPts val="0"/>
                        </a:spcAft>
                        <a:buClr>
                          <a:srgbClr val="000000"/>
                        </a:buClr>
                        <a:buSzPts val="800"/>
                        <a:buFont typeface="Arial"/>
                        <a:buNone/>
                      </a:pPr>
                      <a:r>
                        <a:rPr b="1" i="0" lang="en-GB" sz="800" u="none" cap="none" strike="noStrike">
                          <a:solidFill>
                            <a:srgbClr val="0E7A5F"/>
                          </a:solidFill>
                          <a:latin typeface="Calibri"/>
                          <a:ea typeface="Calibri"/>
                          <a:cs typeface="Calibri"/>
                          <a:sym typeface="Calibri"/>
                        </a:rPr>
                        <a:t>✔</a:t>
                      </a:r>
                      <a:endParaRPr sz="1100" u="none" cap="none" strike="noStrike"/>
                    </a:p>
                  </a:txBody>
                  <a:tcPr marT="0" marB="0" marR="20575" marL="34300" anchor="ctr">
                    <a:solidFill>
                      <a:srgbClr val="FBEEEA"/>
                    </a:solidFill>
                  </a:tcPr>
                </a:tc>
              </a:tr>
              <a:tr h="208025">
                <a:tc>
                  <a:txBody>
                    <a:bodyPr/>
                    <a:lstStyle/>
                    <a:p>
                      <a:pPr indent="0" lvl="0" marL="0" marR="0" rtl="0" algn="l">
                        <a:lnSpc>
                          <a:spcPct val="88000"/>
                        </a:lnSpc>
                        <a:spcBef>
                          <a:spcPts val="0"/>
                        </a:spcBef>
                        <a:spcAft>
                          <a:spcPts val="0"/>
                        </a:spcAft>
                        <a:buClr>
                          <a:srgbClr val="000000"/>
                        </a:buClr>
                        <a:buSzPts val="700"/>
                        <a:buFont typeface="Arial"/>
                        <a:buNone/>
                      </a:pPr>
                      <a:r>
                        <a:rPr b="0" i="0" lang="en-GB" sz="700" u="none" cap="none" strike="noStrike">
                          <a:solidFill>
                            <a:srgbClr val="14202B"/>
                          </a:solidFill>
                          <a:latin typeface="Calibri"/>
                          <a:ea typeface="Calibri"/>
                          <a:cs typeface="Calibri"/>
                          <a:sym typeface="Calibri"/>
                        </a:rPr>
                        <a:t>Runs fully offline / air-gapped</a:t>
                      </a:r>
                      <a:endParaRPr sz="1200" u="none" cap="none" strike="noStrike"/>
                    </a:p>
                  </a:txBody>
                  <a:tcPr marT="0" marB="0" marR="20575" marL="34300" anchor="ctr">
                    <a:solidFill>
                      <a:srgbClr val="EFF4F7"/>
                    </a:solidFill>
                  </a:tcPr>
                </a:tc>
                <a:tc>
                  <a:txBody>
                    <a:bodyPr/>
                    <a:lstStyle/>
                    <a:p>
                      <a:pPr indent="0" lvl="0" marL="0" marR="0" rtl="0" algn="ctr">
                        <a:lnSpc>
                          <a:spcPct val="88000"/>
                        </a:lnSpc>
                        <a:spcBef>
                          <a:spcPts val="0"/>
                        </a:spcBef>
                        <a:spcAft>
                          <a:spcPts val="0"/>
                        </a:spcAft>
                        <a:buClr>
                          <a:srgbClr val="000000"/>
                        </a:buClr>
                        <a:buSzPts val="800"/>
                        <a:buFont typeface="Arial"/>
                        <a:buNone/>
                      </a:pPr>
                      <a:r>
                        <a:rPr b="1" i="0" lang="en-GB" sz="800" u="none" cap="none" strike="noStrike">
                          <a:solidFill>
                            <a:srgbClr val="0E7A5F"/>
                          </a:solidFill>
                          <a:latin typeface="Calibri"/>
                          <a:ea typeface="Calibri"/>
                          <a:cs typeface="Calibri"/>
                          <a:sym typeface="Calibri"/>
                        </a:rPr>
                        <a:t>✔</a:t>
                      </a:r>
                      <a:endParaRPr sz="1100" u="none" cap="none" strike="noStrike"/>
                    </a:p>
                  </a:txBody>
                  <a:tcPr marT="0" marB="0" marR="20575" marL="34300" anchor="ctr">
                    <a:solidFill>
                      <a:srgbClr val="EFF4F7"/>
                    </a:solidFill>
                  </a:tcPr>
                </a:tc>
                <a:tc>
                  <a:txBody>
                    <a:bodyPr/>
                    <a:lstStyle/>
                    <a:p>
                      <a:pPr indent="0" lvl="0" marL="0" marR="0" rtl="0" algn="ctr">
                        <a:lnSpc>
                          <a:spcPct val="88000"/>
                        </a:lnSpc>
                        <a:spcBef>
                          <a:spcPts val="0"/>
                        </a:spcBef>
                        <a:spcAft>
                          <a:spcPts val="0"/>
                        </a:spcAft>
                        <a:buClr>
                          <a:srgbClr val="000000"/>
                        </a:buClr>
                        <a:buSzPts val="800"/>
                        <a:buFont typeface="Arial"/>
                        <a:buNone/>
                      </a:pPr>
                      <a:r>
                        <a:rPr b="1" i="0" lang="en-GB" sz="800" u="none" cap="none" strike="noStrike">
                          <a:solidFill>
                            <a:srgbClr val="B03A28"/>
                          </a:solidFill>
                          <a:latin typeface="Calibri"/>
                          <a:ea typeface="Calibri"/>
                          <a:cs typeface="Calibri"/>
                          <a:sym typeface="Calibri"/>
                        </a:rPr>
                        <a:t>✘</a:t>
                      </a:r>
                      <a:endParaRPr sz="1100" u="none" cap="none" strike="noStrike"/>
                    </a:p>
                  </a:txBody>
                  <a:tcPr marT="0" marB="0" marR="20575" marL="34300" anchor="ctr">
                    <a:solidFill>
                      <a:srgbClr val="EFF4F7"/>
                    </a:solidFill>
                  </a:tcPr>
                </a:tc>
                <a:tc>
                  <a:txBody>
                    <a:bodyPr/>
                    <a:lstStyle/>
                    <a:p>
                      <a:pPr indent="0" lvl="0" marL="0" marR="0" rtl="0" algn="ctr">
                        <a:lnSpc>
                          <a:spcPct val="88000"/>
                        </a:lnSpc>
                        <a:spcBef>
                          <a:spcPts val="0"/>
                        </a:spcBef>
                        <a:spcAft>
                          <a:spcPts val="0"/>
                        </a:spcAft>
                        <a:buClr>
                          <a:srgbClr val="000000"/>
                        </a:buClr>
                        <a:buSzPts val="800"/>
                        <a:buFont typeface="Arial"/>
                        <a:buNone/>
                      </a:pPr>
                      <a:r>
                        <a:rPr b="1" i="0" lang="en-GB" sz="800" u="none" cap="none" strike="noStrike">
                          <a:solidFill>
                            <a:srgbClr val="B03A28"/>
                          </a:solidFill>
                          <a:latin typeface="Calibri"/>
                          <a:ea typeface="Calibri"/>
                          <a:cs typeface="Calibri"/>
                          <a:sym typeface="Calibri"/>
                        </a:rPr>
                        <a:t>✘</a:t>
                      </a:r>
                      <a:endParaRPr sz="1100" u="none" cap="none" strike="noStrike"/>
                    </a:p>
                  </a:txBody>
                  <a:tcPr marT="0" marB="0" marR="20575" marL="34300" anchor="ctr">
                    <a:solidFill>
                      <a:srgbClr val="EFF4F7"/>
                    </a:solidFill>
                  </a:tcPr>
                </a:tc>
                <a:tc>
                  <a:txBody>
                    <a:bodyPr/>
                    <a:lstStyle/>
                    <a:p>
                      <a:pPr indent="0" lvl="0" marL="0" marR="0" rtl="0" algn="ctr">
                        <a:lnSpc>
                          <a:spcPct val="88000"/>
                        </a:lnSpc>
                        <a:spcBef>
                          <a:spcPts val="0"/>
                        </a:spcBef>
                        <a:spcAft>
                          <a:spcPts val="0"/>
                        </a:spcAft>
                        <a:buClr>
                          <a:srgbClr val="000000"/>
                        </a:buClr>
                        <a:buSzPts val="800"/>
                        <a:buFont typeface="Arial"/>
                        <a:buNone/>
                      </a:pPr>
                      <a:r>
                        <a:rPr b="1" i="0" lang="en-GB" sz="800" u="none" cap="none" strike="noStrike">
                          <a:solidFill>
                            <a:srgbClr val="0E7A5F"/>
                          </a:solidFill>
                          <a:latin typeface="Calibri"/>
                          <a:ea typeface="Calibri"/>
                          <a:cs typeface="Calibri"/>
                          <a:sym typeface="Calibri"/>
                        </a:rPr>
                        <a:t>✔</a:t>
                      </a:r>
                      <a:endParaRPr sz="1100" u="none" cap="none" strike="noStrike"/>
                    </a:p>
                  </a:txBody>
                  <a:tcPr marT="0" marB="0" marR="20575" marL="34300" anchor="ctr">
                    <a:solidFill>
                      <a:srgbClr val="FBEEEA"/>
                    </a:solidFill>
                  </a:tcPr>
                </a:tc>
              </a:tr>
            </a:tbl>
          </a:graphicData>
        </a:graphic>
      </p:graphicFrame>
      <p:sp>
        <p:nvSpPr>
          <p:cNvPr id="483" name="Google Shape;483;p42"/>
          <p:cNvSpPr txBox="1"/>
          <p:nvPr/>
        </p:nvSpPr>
        <p:spPr>
          <a:xfrm>
            <a:off x="5628576" y="2576894"/>
            <a:ext cx="3334800" cy="492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GB" sz="900" u="none" cap="none" strike="noStrike">
                <a:solidFill>
                  <a:srgbClr val="556471"/>
                </a:solidFill>
                <a:latin typeface="Calibri"/>
                <a:ea typeface="Calibri"/>
                <a:cs typeface="Calibri"/>
                <a:sym typeface="Calibri"/>
              </a:rPr>
              <a:t>Desktop tools: ODV, IDV, pyParaOcean.  Web viewers: Argovis, MyOcean.  INCOIS's Digital Ocean portal advertises 3D and 4D; what it does not do is fuse instruments into the volume or publish model skill beside the field.</a:t>
            </a:r>
            <a:endParaRPr b="0" i="0" sz="1400" u="none" cap="none" strike="noStrike">
              <a:solidFill>
                <a:srgbClr val="000000"/>
              </a:solidFill>
              <a:latin typeface="Arial"/>
              <a:ea typeface="Arial"/>
              <a:cs typeface="Arial"/>
              <a:sym typeface="Arial"/>
            </a:endParaRPr>
          </a:p>
        </p:txBody>
      </p:sp>
      <p:sp>
        <p:nvSpPr>
          <p:cNvPr id="484" name="Google Shape;484;p42"/>
          <p:cNvSpPr/>
          <p:nvPr/>
        </p:nvSpPr>
        <p:spPr>
          <a:xfrm>
            <a:off x="5628575" y="3163700"/>
            <a:ext cx="3285300" cy="1481700"/>
          </a:xfrm>
          <a:prstGeom prst="rect">
            <a:avLst/>
          </a:prstGeom>
          <a:solidFill>
            <a:srgbClr val="EFF4F7"/>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descr="Your startup LOGO" id="485" name="Google Shape;485;p42"/>
          <p:cNvSpPr/>
          <p:nvPr/>
        </p:nvSpPr>
        <p:spPr>
          <a:xfrm>
            <a:off x="112625" y="78400"/>
            <a:ext cx="1089300" cy="605400"/>
          </a:xfrm>
          <a:prstGeom prst="ellipse">
            <a:avLst/>
          </a:prstGeom>
          <a:solidFill>
            <a:schemeClr val="lt1"/>
          </a:solidFill>
          <a:ln cap="flat" cmpd="sng" w="25400">
            <a:solidFill>
              <a:schemeClr val="accent1"/>
            </a:solidFill>
            <a:prstDash val="solid"/>
            <a:round/>
            <a:headEnd len="sm" w="sm" type="none"/>
            <a:tailEnd len="sm" w="sm" type="none"/>
          </a:ln>
        </p:spPr>
        <p:txBody>
          <a:bodyPr anchorCtr="0" anchor="ctr" bIns="34275" lIns="68575" spcFirstLastPara="1" rIns="68575" wrap="none" tIns="34275">
            <a:noAutofit/>
          </a:bodyPr>
          <a:lstStyle/>
          <a:p>
            <a:pPr indent="0" lvl="0" marL="0" marR="0" rtl="0" algn="ctr">
              <a:lnSpc>
                <a:spcPct val="95000"/>
              </a:lnSpc>
              <a:spcBef>
                <a:spcPts val="400"/>
              </a:spcBef>
              <a:spcAft>
                <a:spcPts val="0"/>
              </a:spcAft>
              <a:buClr>
                <a:schemeClr val="dk1"/>
              </a:buClr>
              <a:buSzPts val="1200"/>
              <a:buFont typeface="Arial"/>
              <a:buNone/>
            </a:pPr>
            <a:r>
              <a:rPr b="1" i="0" lang="en-GB" sz="1200" u="none" cap="none" strike="noStrike">
                <a:solidFill>
                  <a:srgbClr val="FF0000"/>
                </a:solidFill>
                <a:latin typeface="Calibri"/>
                <a:ea typeface="Calibri"/>
                <a:cs typeface="Calibri"/>
                <a:sym typeface="Calibri"/>
              </a:rPr>
              <a:t>Pixel</a:t>
            </a:r>
            <a:r>
              <a:rPr b="1" i="0" lang="en-GB" sz="1200" u="none" cap="none" strike="noStrike">
                <a:solidFill>
                  <a:srgbClr val="1C4587"/>
                </a:solidFill>
                <a:latin typeface="Calibri"/>
                <a:ea typeface="Calibri"/>
                <a:cs typeface="Calibri"/>
                <a:sym typeface="Calibri"/>
              </a:rPr>
              <a:t>Paws</a:t>
            </a:r>
            <a:endParaRPr b="1" i="0" sz="1200" u="none" cap="none" strike="noStrike">
              <a:solidFill>
                <a:srgbClr val="1C4587"/>
              </a:solidFill>
              <a:latin typeface="Calibri"/>
              <a:ea typeface="Calibri"/>
              <a:cs typeface="Calibri"/>
              <a:sym typeface="Calibri"/>
            </a:endParaRPr>
          </a:p>
        </p:txBody>
      </p:sp>
      <p:sp>
        <p:nvSpPr>
          <p:cNvPr id="486" name="Google Shape;486;p42"/>
          <p:cNvSpPr/>
          <p:nvPr/>
        </p:nvSpPr>
        <p:spPr>
          <a:xfrm>
            <a:off x="5632704" y="3218688"/>
            <a:ext cx="2834640" cy="201168"/>
          </a:xfrm>
          <a:prstGeom prst="roundRect">
            <a:avLst>
              <a:gd fmla="val 25000" name="adj"/>
            </a:avLst>
          </a:prstGeom>
          <a:solidFill>
            <a:srgbClr val="1F4E79"/>
          </a:solidFill>
          <a:ln>
            <a:noFill/>
          </a:ln>
        </p:spPr>
        <p:txBody>
          <a:bodyPr anchorCtr="0" anchor="ctr" bIns="9125" lIns="36575" spcFirstLastPara="1" rIns="36575" wrap="square" tIns="9125">
            <a:noAutofit/>
          </a:bodyPr>
          <a:lstStyle/>
          <a:p>
            <a:pPr indent="0" lvl="0" marL="0" marR="0" rtl="0" algn="l">
              <a:lnSpc>
                <a:spcPct val="92000"/>
              </a:lnSpc>
              <a:spcBef>
                <a:spcPts val="0"/>
              </a:spcBef>
              <a:spcAft>
                <a:spcPts val="0"/>
              </a:spcAft>
              <a:buNone/>
            </a:pPr>
            <a:r>
              <a:rPr b="1" i="0" lang="en-GB" sz="900" u="none" cap="none" strike="noStrike">
                <a:solidFill>
                  <a:srgbClr val="FFFFFF"/>
                </a:solidFill>
                <a:latin typeface="Arial"/>
                <a:ea typeface="Arial"/>
                <a:cs typeface="Arial"/>
                <a:sym typeface="Arial"/>
              </a:rPr>
              <a:t>OUR OWN WORK, AND HOW TO CHECK IT</a:t>
            </a:r>
            <a:endParaRPr/>
          </a:p>
        </p:txBody>
      </p:sp>
      <p:sp>
        <p:nvSpPr>
          <p:cNvPr id="487" name="Google Shape;487;p42"/>
          <p:cNvSpPr txBox="1"/>
          <p:nvPr/>
        </p:nvSpPr>
        <p:spPr>
          <a:xfrm>
            <a:off x="5701837" y="3467039"/>
            <a:ext cx="3310200" cy="178500"/>
          </a:xfrm>
          <a:prstGeom prst="rect">
            <a:avLst/>
          </a:prstGeom>
          <a:noFill/>
          <a:ln>
            <a:noFill/>
          </a:ln>
        </p:spPr>
        <p:txBody>
          <a:bodyPr anchorCtr="0" anchor="t" bIns="18275" lIns="27425" spcFirstLastPara="1" rIns="27425" wrap="square" tIns="18275">
            <a:spAutoFit/>
          </a:bodyPr>
          <a:lstStyle/>
          <a:p>
            <a:pPr indent="0" lvl="0" marL="0" marR="0" rtl="0" algn="l">
              <a:lnSpc>
                <a:spcPct val="92000"/>
              </a:lnSpc>
              <a:spcBef>
                <a:spcPts val="0"/>
              </a:spcBef>
              <a:spcAft>
                <a:spcPts val="0"/>
              </a:spcAft>
              <a:buNone/>
            </a:pPr>
            <a:r>
              <a:rPr b="1" i="0" lang="en-GB" sz="1000" u="none" cap="none" strike="noStrike">
                <a:solidFill>
                  <a:srgbClr val="C03A2B"/>
                </a:solidFill>
                <a:latin typeface="Arial"/>
                <a:ea typeface="Arial"/>
                <a:cs typeface="Arial"/>
                <a:sym typeface="Arial"/>
              </a:rPr>
              <a:t>567   </a:t>
            </a:r>
            <a:r>
              <a:rPr b="0" i="0" lang="en-GB" sz="850" u="none" cap="none" strike="noStrike">
                <a:solidFill>
                  <a:srgbClr val="5A6B78"/>
                </a:solidFill>
                <a:latin typeface="Arial"/>
                <a:ea typeface="Arial"/>
                <a:cs typeface="Arial"/>
                <a:sym typeface="Arial"/>
              </a:rPr>
              <a:t>automated tests, 11 in a real browser</a:t>
            </a:r>
            <a:endParaRPr/>
          </a:p>
        </p:txBody>
      </p:sp>
      <p:sp>
        <p:nvSpPr>
          <p:cNvPr id="488" name="Google Shape;488;p42"/>
          <p:cNvSpPr txBox="1"/>
          <p:nvPr/>
        </p:nvSpPr>
        <p:spPr>
          <a:xfrm>
            <a:off x="5701837" y="3741358"/>
            <a:ext cx="3310200" cy="178500"/>
          </a:xfrm>
          <a:prstGeom prst="rect">
            <a:avLst/>
          </a:prstGeom>
          <a:noFill/>
          <a:ln>
            <a:noFill/>
          </a:ln>
        </p:spPr>
        <p:txBody>
          <a:bodyPr anchorCtr="0" anchor="t" bIns="18275" lIns="27425" spcFirstLastPara="1" rIns="27425" wrap="square" tIns="18275">
            <a:spAutoFit/>
          </a:bodyPr>
          <a:lstStyle/>
          <a:p>
            <a:pPr indent="0" lvl="0" marL="0" marR="0" rtl="0" algn="l">
              <a:lnSpc>
                <a:spcPct val="92000"/>
              </a:lnSpc>
              <a:spcBef>
                <a:spcPts val="0"/>
              </a:spcBef>
              <a:spcAft>
                <a:spcPts val="0"/>
              </a:spcAft>
              <a:buNone/>
            </a:pPr>
            <a:r>
              <a:rPr b="1" i="0" lang="en-GB" sz="1000" u="none" cap="none" strike="noStrike">
                <a:solidFill>
                  <a:srgbClr val="C03A2B"/>
                </a:solidFill>
                <a:latin typeface="Arial"/>
                <a:ea typeface="Arial"/>
                <a:cs typeface="Arial"/>
                <a:sym typeface="Arial"/>
              </a:rPr>
              <a:t>6 dp   </a:t>
            </a:r>
            <a:r>
              <a:rPr b="0" i="0" lang="en-GB" sz="850" u="none" cap="none" strike="noStrike">
                <a:solidFill>
                  <a:srgbClr val="5A6B78"/>
                </a:solidFill>
                <a:latin typeface="Arial"/>
                <a:ea typeface="Arial"/>
                <a:cs typeface="Arial"/>
                <a:sym typeface="Arial"/>
              </a:rPr>
              <a:t>TEOS-10 check values reproduced exactly</a:t>
            </a:r>
            <a:endParaRPr/>
          </a:p>
        </p:txBody>
      </p:sp>
      <p:sp>
        <p:nvSpPr>
          <p:cNvPr id="489" name="Google Shape;489;p42"/>
          <p:cNvSpPr txBox="1"/>
          <p:nvPr/>
        </p:nvSpPr>
        <p:spPr>
          <a:xfrm>
            <a:off x="5701837" y="4015678"/>
            <a:ext cx="3310200" cy="178500"/>
          </a:xfrm>
          <a:prstGeom prst="rect">
            <a:avLst/>
          </a:prstGeom>
          <a:noFill/>
          <a:ln>
            <a:noFill/>
          </a:ln>
        </p:spPr>
        <p:txBody>
          <a:bodyPr anchorCtr="0" anchor="t" bIns="18275" lIns="27425" spcFirstLastPara="1" rIns="27425" wrap="square" tIns="18275">
            <a:spAutoFit/>
          </a:bodyPr>
          <a:lstStyle/>
          <a:p>
            <a:pPr indent="0" lvl="0" marL="0" marR="0" rtl="0" algn="l">
              <a:lnSpc>
                <a:spcPct val="92000"/>
              </a:lnSpc>
              <a:spcBef>
                <a:spcPts val="0"/>
              </a:spcBef>
              <a:spcAft>
                <a:spcPts val="0"/>
              </a:spcAft>
              <a:buNone/>
            </a:pPr>
            <a:r>
              <a:rPr b="1" i="0" lang="en-GB" sz="1000" u="none" cap="none" strike="noStrike">
                <a:solidFill>
                  <a:srgbClr val="C03A2B"/>
                </a:solidFill>
                <a:latin typeface="Arial"/>
                <a:ea typeface="Arial"/>
                <a:cs typeface="Arial"/>
                <a:sym typeface="Arial"/>
              </a:rPr>
              <a:t>100%   </a:t>
            </a:r>
            <a:r>
              <a:rPr b="0" i="0" lang="en-GB" sz="850" u="none" cap="none" strike="noStrike">
                <a:solidFill>
                  <a:srgbClr val="5A6B78"/>
                </a:solidFill>
                <a:latin typeface="Arial"/>
                <a:ea typeface="Arial"/>
                <a:cs typeface="Arial"/>
                <a:sym typeface="Arial"/>
              </a:rPr>
              <a:t>of panels cite dataset and timestamp</a:t>
            </a:r>
            <a:endParaRPr/>
          </a:p>
        </p:txBody>
      </p:sp>
      <p:sp>
        <p:nvSpPr>
          <p:cNvPr id="490" name="Google Shape;490;p42"/>
          <p:cNvSpPr txBox="1"/>
          <p:nvPr/>
        </p:nvSpPr>
        <p:spPr>
          <a:xfrm>
            <a:off x="5701826" y="4289993"/>
            <a:ext cx="3141000" cy="306000"/>
          </a:xfrm>
          <a:prstGeom prst="rect">
            <a:avLst/>
          </a:prstGeom>
          <a:noFill/>
          <a:ln>
            <a:noFill/>
          </a:ln>
        </p:spPr>
        <p:txBody>
          <a:bodyPr anchorCtr="0" anchor="t" bIns="18275" lIns="27425" spcFirstLastPara="1" rIns="27425" wrap="square" tIns="18275">
            <a:spAutoFit/>
          </a:bodyPr>
          <a:lstStyle/>
          <a:p>
            <a:pPr indent="0" lvl="0" marL="0" marR="0" rtl="0" algn="l">
              <a:lnSpc>
                <a:spcPct val="92000"/>
              </a:lnSpc>
              <a:spcBef>
                <a:spcPts val="0"/>
              </a:spcBef>
              <a:spcAft>
                <a:spcPts val="0"/>
              </a:spcAft>
              <a:buNone/>
            </a:pPr>
            <a:r>
              <a:rPr b="1" i="0" lang="en-GB" sz="1000" u="none" cap="none" strike="noStrike">
                <a:solidFill>
                  <a:srgbClr val="C03A2B"/>
                </a:solidFill>
                <a:latin typeface="Arial"/>
                <a:ea typeface="Arial"/>
                <a:cs typeface="Arial"/>
                <a:sym typeface="Arial"/>
              </a:rPr>
              <a:t>15 + 8   </a:t>
            </a:r>
            <a:r>
              <a:rPr b="0" i="0" lang="en-GB" sz="900" u="none" cap="none" strike="noStrike">
                <a:solidFill>
                  <a:srgbClr val="5A6B78"/>
                </a:solidFill>
                <a:latin typeface="Arial"/>
                <a:ea typeface="Arial"/>
                <a:cs typeface="Arial"/>
                <a:sym typeface="Arial"/>
              </a:rPr>
              <a:t>papers and existing tools reviewed for the gap analysis</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
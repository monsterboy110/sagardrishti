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1" r:id="rId5"/>
    <p:sldMasterId id="2147483682" r:id="rId6"/>
    <p:sldMasterId id="2147483683" r:id="rId7"/>
  </p:sldMasterIdLst>
  <p:notesMasterIdLst>
    <p:notesMasterId r:id="rId8"/>
  </p:notesMasterIdLst>
  <p:sldIdLst>
    <p:sldId id="256" r:id="rId9"/>
    <p:sldId id="257" r:id="rId10"/>
    <p:sldId id="258" r:id="rId11"/>
    <p:sldId id="259" r:id="rId12"/>
    <p:sldId id="260" r:id="rId13"/>
    <p:sldId id="261" r:id="rId14"/>
  </p:sldIdLst>
  <p:sldSz cy="5143500" cx="9144000"/>
  <p:notesSz cx="6858000" cy="9144000"/>
  <p:embeddedFontLst>
    <p:embeddedFont>
      <p:font typeface="Roboto"/>
      <p:regular r:id="rId15"/>
      <p:bold r:id="rId16"/>
      <p:italic r:id="rId17"/>
      <p:boldItalic r:id="rId18"/>
    </p:embeddedFont>
    <p:embeddedFont>
      <p:font typeface="Garamond"/>
      <p:regular r:id="rId19"/>
      <p:bold r:id="rId20"/>
      <p:italic r:id="rId21"/>
      <p:boldItalic r:id="rId22"/>
    </p:embeddedFont>
    <p:embeddedFont>
      <p:font typeface="Oswald SemiBold"/>
      <p:regular r:id="rId23"/>
      <p:bold r:id="rId24"/>
    </p:embeddedFont>
    <p:embeddedFont>
      <p:font typeface="Oswald"/>
      <p:regular r:id="rId25"/>
      <p:bold r:id="rId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F554C66-DDCF-4EE5-85A6-085AA44DDC64}">
  <a:tblStyle styleId="{2F554C66-DDCF-4EE5-85A6-085AA44DDC64}"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b="off" i="off"/>
      <a:tcStyle>
        <a:fill>
          <a:solidFill>
            <a:srgbClr val="CFD7E7"/>
          </a:solidFill>
        </a:fill>
      </a:tcStyle>
    </a:band1H>
    <a:band2H>
      <a:tcTxStyle b="off" i="off"/>
    </a:band2H>
    <a:band1V>
      <a:tcTxStyle b="off" i="off"/>
      <a:tcStyle>
        <a:fill>
          <a:solidFill>
            <a:srgbClr val="CFD7E7"/>
          </a:solidFill>
        </a:fill>
      </a:tcStyle>
    </a:band1V>
    <a:band2V>
      <a:tcTxStyle b="off" i="off"/>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Master" Target="slideMasters/slideMaster3.xml"/><Relationship Id="rId8" Type="http://schemas.openxmlformats.org/officeDocument/2006/relationships/notesMaster" Target="notesMasters/notes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font" Target="fonts/Roboto-regular.fntdata"/><Relationship Id="rId16" Type="http://schemas.openxmlformats.org/officeDocument/2006/relationships/font" Target="fonts/Roboto-bold.fntdata"/><Relationship Id="rId17" Type="http://schemas.openxmlformats.org/officeDocument/2006/relationships/font" Target="fonts/Roboto-italic.fntdata"/><Relationship Id="rId18" Type="http://schemas.openxmlformats.org/officeDocument/2006/relationships/font" Target="fonts/Roboto-boldItalic.fntdata"/><Relationship Id="rId19" Type="http://schemas.openxmlformats.org/officeDocument/2006/relationships/font" Target="fonts/Garamond-regular.fntdata"/><Relationship Id="rId20" Type="http://schemas.openxmlformats.org/officeDocument/2006/relationships/font" Target="fonts/Garamond-bold.fntdata"/><Relationship Id="rId21" Type="http://schemas.openxmlformats.org/officeDocument/2006/relationships/font" Target="fonts/Garamond-italic.fntdata"/><Relationship Id="rId22" Type="http://schemas.openxmlformats.org/officeDocument/2006/relationships/font" Target="fonts/Garamond-boldItalic.fntdata"/><Relationship Id="rId23" Type="http://schemas.openxmlformats.org/officeDocument/2006/relationships/font" Target="fonts/OswaldSemiBold-regular.fntdata"/><Relationship Id="rId24" Type="http://schemas.openxmlformats.org/officeDocument/2006/relationships/font" Target="fonts/OswaldSemiBold-bold.fntdata"/><Relationship Id="rId25" Type="http://schemas.openxmlformats.org/officeDocument/2006/relationships/font" Target="fonts/Oswald-regular.fntdata"/><Relationship Id="rId26" Type="http://schemas.openxmlformats.org/officeDocument/2006/relationships/font" Target="fonts/Oswa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409d75fe4a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g409d75fe4a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fbad91e7c8_2_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
            <a:headEnd len="sm" w="sm" type="none"/>
            <a:tailEnd len="sm" w="sm" type="none"/>
          </a:ln>
        </p:spPr>
      </p:sp>
      <p:sp>
        <p:nvSpPr>
          <p:cNvPr id="217" name="Google Shape;217;g3fbad91e7c8_2_9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18" name="Google Shape;218;g3fbad91e7c8_2_90: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GB"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g40a08ae1fc0_4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0"/>
            <a:headEnd len="sm" w="sm" type="none"/>
            <a:tailEnd len="sm" w="sm" type="none"/>
          </a:ln>
        </p:spPr>
      </p:sp>
      <p:sp>
        <p:nvSpPr>
          <p:cNvPr id="252" name="Google Shape;252;g40a08ae1fc0_4_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53" name="Google Shape;253;g40a08ae1fc0_4_0: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GB"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g3fbad91e7c8_2_19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
            <a:headEnd len="sm" w="sm" type="none"/>
            <a:tailEnd len="sm" w="sm" type="none"/>
          </a:ln>
        </p:spPr>
      </p:sp>
      <p:sp>
        <p:nvSpPr>
          <p:cNvPr id="374" name="Google Shape;374;g3fbad91e7c8_2_192: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375" name="Google Shape;375;g3fbad91e7c8_2_192: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GB"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409d75fe4a1_0_21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441" name="Google Shape;441;g409d75fe4a1_0_21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2" name="Google Shape;442;g409d75fe4a1_0_214: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GB"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g3fbad91e7c8_2_3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
            <a:headEnd len="sm" w="sm" type="none"/>
            <a:tailEnd len="sm" w="sm" type="none"/>
          </a:ln>
        </p:spPr>
      </p:sp>
      <p:sp>
        <p:nvSpPr>
          <p:cNvPr id="493" name="Google Shape;493;g3fbad91e7c8_2_31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94" name="Google Shape;494;g3fbad91e7c8_2_310: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GB"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6" name="Shape 56"/>
        <p:cNvGrpSpPr/>
        <p:nvPr/>
      </p:nvGrpSpPr>
      <p:grpSpPr>
        <a:xfrm>
          <a:off x="0" y="0"/>
          <a:ext cx="0" cy="0"/>
          <a:chOff x="0" y="0"/>
          <a:chExt cx="0" cy="0"/>
        </a:xfrm>
      </p:grpSpPr>
      <p:sp>
        <p:nvSpPr>
          <p:cNvPr id="57" name="Google Shape;57;p14"/>
          <p:cNvSpPr txBox="1"/>
          <p:nvPr>
            <p:ph type="ctrTitle"/>
          </p:nvPr>
        </p:nvSpPr>
        <p:spPr>
          <a:xfrm>
            <a:off x="685800" y="1597821"/>
            <a:ext cx="7772400" cy="1102519"/>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58" name="Google Shape;58;p14"/>
          <p:cNvSpPr txBox="1"/>
          <p:nvPr>
            <p:ph idx="1" type="subTitle"/>
          </p:nvPr>
        </p:nvSpPr>
        <p:spPr>
          <a:xfrm>
            <a:off x="1371600" y="2914650"/>
            <a:ext cx="6400800" cy="1314450"/>
          </a:xfrm>
          <a:prstGeom prst="rect">
            <a:avLst/>
          </a:prstGeom>
          <a:noFill/>
          <a:ln>
            <a:noFill/>
          </a:ln>
        </p:spPr>
        <p:txBody>
          <a:bodyPr anchorCtr="0" anchor="t" bIns="34275" lIns="68575" spcFirstLastPara="1" rIns="68575" wrap="square" tIns="34275">
            <a:noAutofit/>
          </a:bodyPr>
          <a:lstStyle>
            <a:lvl1pPr lvl="0" algn="ctr">
              <a:spcBef>
                <a:spcPts val="500"/>
              </a:spcBef>
              <a:spcAft>
                <a:spcPts val="0"/>
              </a:spcAft>
              <a:buClr>
                <a:srgbClr val="888888"/>
              </a:buClr>
              <a:buSzPts val="2400"/>
              <a:buNone/>
              <a:defRPr>
                <a:solidFill>
                  <a:srgbClr val="888888"/>
                </a:solidFill>
              </a:defRPr>
            </a:lvl1pPr>
            <a:lvl2pPr lvl="1" algn="ctr">
              <a:spcBef>
                <a:spcPts val="400"/>
              </a:spcBef>
              <a:spcAft>
                <a:spcPts val="0"/>
              </a:spcAft>
              <a:buClr>
                <a:srgbClr val="888888"/>
              </a:buClr>
              <a:buSzPts val="2100"/>
              <a:buNone/>
              <a:defRPr>
                <a:solidFill>
                  <a:srgbClr val="888888"/>
                </a:solidFill>
              </a:defRPr>
            </a:lvl2pPr>
            <a:lvl3pPr lvl="2" algn="ctr">
              <a:spcBef>
                <a:spcPts val="400"/>
              </a:spcBef>
              <a:spcAft>
                <a:spcPts val="0"/>
              </a:spcAft>
              <a:buClr>
                <a:srgbClr val="888888"/>
              </a:buClr>
              <a:buSzPts val="1800"/>
              <a:buNone/>
              <a:defRPr>
                <a:solidFill>
                  <a:srgbClr val="888888"/>
                </a:solidFill>
              </a:defRPr>
            </a:lvl3pPr>
            <a:lvl4pPr lvl="3" algn="ctr">
              <a:spcBef>
                <a:spcPts val="300"/>
              </a:spcBef>
              <a:spcAft>
                <a:spcPts val="0"/>
              </a:spcAft>
              <a:buClr>
                <a:srgbClr val="888888"/>
              </a:buClr>
              <a:buSzPts val="1500"/>
              <a:buNone/>
              <a:defRPr>
                <a:solidFill>
                  <a:srgbClr val="888888"/>
                </a:solidFill>
              </a:defRPr>
            </a:lvl4pPr>
            <a:lvl5pPr lvl="4" algn="ctr">
              <a:spcBef>
                <a:spcPts val="300"/>
              </a:spcBef>
              <a:spcAft>
                <a:spcPts val="0"/>
              </a:spcAft>
              <a:buClr>
                <a:srgbClr val="888888"/>
              </a:buClr>
              <a:buSzPts val="1500"/>
              <a:buNone/>
              <a:defRPr>
                <a:solidFill>
                  <a:srgbClr val="888888"/>
                </a:solidFill>
              </a:defRPr>
            </a:lvl5pPr>
            <a:lvl6pPr lvl="5" algn="ctr">
              <a:spcBef>
                <a:spcPts val="300"/>
              </a:spcBef>
              <a:spcAft>
                <a:spcPts val="0"/>
              </a:spcAft>
              <a:buClr>
                <a:srgbClr val="888888"/>
              </a:buClr>
              <a:buSzPts val="1500"/>
              <a:buNone/>
              <a:defRPr>
                <a:solidFill>
                  <a:srgbClr val="888888"/>
                </a:solidFill>
              </a:defRPr>
            </a:lvl6pPr>
            <a:lvl7pPr lvl="6" algn="ctr">
              <a:spcBef>
                <a:spcPts val="300"/>
              </a:spcBef>
              <a:spcAft>
                <a:spcPts val="0"/>
              </a:spcAft>
              <a:buClr>
                <a:srgbClr val="888888"/>
              </a:buClr>
              <a:buSzPts val="1500"/>
              <a:buNone/>
              <a:defRPr>
                <a:solidFill>
                  <a:srgbClr val="888888"/>
                </a:solidFill>
              </a:defRPr>
            </a:lvl7pPr>
            <a:lvl8pPr lvl="7" algn="ctr">
              <a:spcBef>
                <a:spcPts val="300"/>
              </a:spcBef>
              <a:spcAft>
                <a:spcPts val="0"/>
              </a:spcAft>
              <a:buClr>
                <a:srgbClr val="888888"/>
              </a:buClr>
              <a:buSzPts val="1500"/>
              <a:buNone/>
              <a:defRPr>
                <a:solidFill>
                  <a:srgbClr val="888888"/>
                </a:solidFill>
              </a:defRPr>
            </a:lvl8pPr>
            <a:lvl9pPr lvl="8" algn="ctr">
              <a:spcBef>
                <a:spcPts val="300"/>
              </a:spcBef>
              <a:spcAft>
                <a:spcPts val="0"/>
              </a:spcAft>
              <a:buClr>
                <a:srgbClr val="888888"/>
              </a:buClr>
              <a:buSzPts val="1500"/>
              <a:buNone/>
              <a:defRPr>
                <a:solidFill>
                  <a:srgbClr val="888888"/>
                </a:solidFill>
              </a:defRPr>
            </a:lvl9pPr>
          </a:lstStyle>
          <a:p/>
        </p:txBody>
      </p:sp>
      <p:sp>
        <p:nvSpPr>
          <p:cNvPr id="59" name="Google Shape;59;p14"/>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Google Shape;60;p14"/>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1" name="Google Shape;61;p14"/>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b="0" i="0" sz="9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9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9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9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9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9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9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9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2" name="Shape 62"/>
        <p:cNvGrpSpPr/>
        <p:nvPr/>
      </p:nvGrpSpPr>
      <p:grpSpPr>
        <a:xfrm>
          <a:off x="0" y="0"/>
          <a:ext cx="0" cy="0"/>
          <a:chOff x="0" y="0"/>
          <a:chExt cx="0" cy="0"/>
        </a:xfrm>
      </p:grpSpPr>
      <p:sp>
        <p:nvSpPr>
          <p:cNvPr id="63" name="Google Shape;63;p15"/>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64" name="Google Shape;64;p15"/>
          <p:cNvSpPr txBox="1"/>
          <p:nvPr>
            <p:ph idx="1" type="body"/>
          </p:nvPr>
        </p:nvSpPr>
        <p:spPr>
          <a:xfrm>
            <a:off x="457200" y="821531"/>
            <a:ext cx="8229600" cy="3773091"/>
          </a:xfrm>
          <a:prstGeom prst="rect">
            <a:avLst/>
          </a:prstGeom>
          <a:noFill/>
          <a:ln>
            <a:noFill/>
          </a:ln>
        </p:spPr>
        <p:txBody>
          <a:bodyPr anchorCtr="0" anchor="t" bIns="34275" lIns="68575" spcFirstLastPara="1" rIns="68575" wrap="square" tIns="34275">
            <a:noAutofit/>
          </a:bodyPr>
          <a:lstStyle>
            <a:lvl1pPr indent="-317500" lvl="0" marL="457200" algn="l">
              <a:spcBef>
                <a:spcPts val="300"/>
              </a:spcBef>
              <a:spcAft>
                <a:spcPts val="0"/>
              </a:spcAft>
              <a:buClr>
                <a:schemeClr val="dk1"/>
              </a:buClr>
              <a:buSzPts val="1400"/>
              <a:buChar char="•"/>
              <a:defRPr/>
            </a:lvl1pPr>
            <a:lvl2pPr indent="-317500" lvl="1" marL="914400" algn="l">
              <a:spcBef>
                <a:spcPts val="300"/>
              </a:spcBef>
              <a:spcAft>
                <a:spcPts val="0"/>
              </a:spcAft>
              <a:buClr>
                <a:schemeClr val="dk1"/>
              </a:buClr>
              <a:buSzPts val="1400"/>
              <a:buChar char="–"/>
              <a:defRPr/>
            </a:lvl2pPr>
            <a:lvl3pPr indent="-317500" lvl="2" marL="1371600" algn="l">
              <a:spcBef>
                <a:spcPts val="300"/>
              </a:spcBef>
              <a:spcAft>
                <a:spcPts val="0"/>
              </a:spcAft>
              <a:buClr>
                <a:schemeClr val="dk1"/>
              </a:buClr>
              <a:buSzPts val="1400"/>
              <a:buChar char="•"/>
              <a:defRPr/>
            </a:lvl3pPr>
            <a:lvl4pPr indent="-317500" lvl="3" marL="1828800" algn="l">
              <a:spcBef>
                <a:spcPts val="300"/>
              </a:spcBef>
              <a:spcAft>
                <a:spcPts val="0"/>
              </a:spcAft>
              <a:buClr>
                <a:schemeClr val="dk1"/>
              </a:buClr>
              <a:buSzPts val="1400"/>
              <a:buChar char="–"/>
              <a:defRPr/>
            </a:lvl4pPr>
            <a:lvl5pPr indent="-317500" lvl="4" marL="2286000" algn="l">
              <a:spcBef>
                <a:spcPts val="300"/>
              </a:spcBef>
              <a:spcAft>
                <a:spcPts val="0"/>
              </a:spcAft>
              <a:buClr>
                <a:schemeClr val="dk1"/>
              </a:buClr>
              <a:buSzPts val="1400"/>
              <a:buChar char="»"/>
              <a:defRPr/>
            </a:lvl5pPr>
            <a:lvl6pPr indent="-317500" lvl="5" marL="2743200" algn="l">
              <a:spcBef>
                <a:spcPts val="300"/>
              </a:spcBef>
              <a:spcAft>
                <a:spcPts val="0"/>
              </a:spcAft>
              <a:buClr>
                <a:schemeClr val="dk1"/>
              </a:buClr>
              <a:buSzPts val="1400"/>
              <a:buChar char="•"/>
              <a:defRPr/>
            </a:lvl6pPr>
            <a:lvl7pPr indent="-317500" lvl="6" marL="3200400" algn="l">
              <a:spcBef>
                <a:spcPts val="300"/>
              </a:spcBef>
              <a:spcAft>
                <a:spcPts val="0"/>
              </a:spcAft>
              <a:buClr>
                <a:schemeClr val="dk1"/>
              </a:buClr>
              <a:buSzPts val="1400"/>
              <a:buChar char="•"/>
              <a:defRPr/>
            </a:lvl7pPr>
            <a:lvl8pPr indent="-317500" lvl="7" marL="3657600" algn="l">
              <a:spcBef>
                <a:spcPts val="300"/>
              </a:spcBef>
              <a:spcAft>
                <a:spcPts val="0"/>
              </a:spcAft>
              <a:buClr>
                <a:schemeClr val="dk1"/>
              </a:buClr>
              <a:buSzPts val="1400"/>
              <a:buChar char="•"/>
              <a:defRPr/>
            </a:lvl8pPr>
            <a:lvl9pPr indent="-317500" lvl="8" marL="4114800" algn="l">
              <a:spcBef>
                <a:spcPts val="300"/>
              </a:spcBef>
              <a:spcAft>
                <a:spcPts val="0"/>
              </a:spcAft>
              <a:buClr>
                <a:schemeClr val="dk1"/>
              </a:buClr>
              <a:buSzPts val="1400"/>
              <a:buChar char="•"/>
              <a:defRPr/>
            </a:lvl9pPr>
          </a:lstStyle>
          <a:p/>
        </p:txBody>
      </p:sp>
      <p:sp>
        <p:nvSpPr>
          <p:cNvPr id="65" name="Google Shape;65;p15"/>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Google Shape;66;p15"/>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Google Shape;67;p15"/>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68" name="Shape 68"/>
        <p:cNvGrpSpPr/>
        <p:nvPr/>
      </p:nvGrpSpPr>
      <p:grpSpPr>
        <a:xfrm>
          <a:off x="0" y="0"/>
          <a:ext cx="0" cy="0"/>
          <a:chOff x="0" y="0"/>
          <a:chExt cx="0" cy="0"/>
        </a:xfrm>
      </p:grpSpPr>
      <p:sp>
        <p:nvSpPr>
          <p:cNvPr id="69" name="Google Shape;69;p16"/>
          <p:cNvSpPr txBox="1"/>
          <p:nvPr>
            <p:ph type="title"/>
          </p:nvPr>
        </p:nvSpPr>
        <p:spPr>
          <a:xfrm>
            <a:off x="722313" y="3305177"/>
            <a:ext cx="7772400" cy="1021556"/>
          </a:xfrm>
          <a:prstGeom prst="rect">
            <a:avLst/>
          </a:prstGeom>
          <a:noFill/>
          <a:ln>
            <a:noFill/>
          </a:ln>
        </p:spPr>
        <p:txBody>
          <a:bodyPr anchorCtr="0" anchor="t" bIns="34275" lIns="68575" spcFirstLastPara="1" rIns="68575" wrap="square" tIns="34275">
            <a:noAutofit/>
          </a:bodyPr>
          <a:lstStyle>
            <a:lvl1pPr lvl="0" algn="l">
              <a:spcBef>
                <a:spcPts val="0"/>
              </a:spcBef>
              <a:spcAft>
                <a:spcPts val="0"/>
              </a:spcAft>
              <a:buSzPts val="1100"/>
              <a:buNone/>
              <a:defRPr b="1" sz="3000" cap="none"/>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70" name="Google Shape;70;p16"/>
          <p:cNvSpPr txBox="1"/>
          <p:nvPr>
            <p:ph idx="1" type="body"/>
          </p:nvPr>
        </p:nvSpPr>
        <p:spPr>
          <a:xfrm>
            <a:off x="722313" y="2180035"/>
            <a:ext cx="7772400" cy="1125140"/>
          </a:xfrm>
          <a:prstGeom prst="rect">
            <a:avLst/>
          </a:prstGeom>
          <a:noFill/>
          <a:ln>
            <a:noFill/>
          </a:ln>
        </p:spPr>
        <p:txBody>
          <a:bodyPr anchorCtr="0" anchor="b" bIns="34275" lIns="68575" spcFirstLastPara="1" rIns="68575" wrap="square" tIns="34275">
            <a:noAutofit/>
          </a:bodyPr>
          <a:lstStyle>
            <a:lvl1pPr indent="-228600" lvl="0" marL="457200" algn="l">
              <a:spcBef>
                <a:spcPts val="300"/>
              </a:spcBef>
              <a:spcAft>
                <a:spcPts val="0"/>
              </a:spcAft>
              <a:buClr>
                <a:srgbClr val="888888"/>
              </a:buClr>
              <a:buSzPts val="1500"/>
              <a:buNone/>
              <a:defRPr sz="1500">
                <a:solidFill>
                  <a:srgbClr val="888888"/>
                </a:solidFill>
              </a:defRPr>
            </a:lvl1pPr>
            <a:lvl2pPr indent="-228600" lvl="1" marL="914400" algn="l">
              <a:spcBef>
                <a:spcPts val="300"/>
              </a:spcBef>
              <a:spcAft>
                <a:spcPts val="0"/>
              </a:spcAft>
              <a:buClr>
                <a:srgbClr val="888888"/>
              </a:buClr>
              <a:buSzPts val="1400"/>
              <a:buNone/>
              <a:defRPr sz="1400">
                <a:solidFill>
                  <a:srgbClr val="888888"/>
                </a:solidFill>
              </a:defRPr>
            </a:lvl2pPr>
            <a:lvl3pPr indent="-228600" lvl="2" marL="1371600" algn="l">
              <a:spcBef>
                <a:spcPts val="200"/>
              </a:spcBef>
              <a:spcAft>
                <a:spcPts val="0"/>
              </a:spcAft>
              <a:buClr>
                <a:srgbClr val="888888"/>
              </a:buClr>
              <a:buSzPts val="1200"/>
              <a:buNone/>
              <a:defRPr sz="1200">
                <a:solidFill>
                  <a:srgbClr val="888888"/>
                </a:solidFill>
              </a:defRPr>
            </a:lvl3pPr>
            <a:lvl4pPr indent="-228600" lvl="3" marL="1828800" algn="l">
              <a:spcBef>
                <a:spcPts val="200"/>
              </a:spcBef>
              <a:spcAft>
                <a:spcPts val="0"/>
              </a:spcAft>
              <a:buClr>
                <a:srgbClr val="888888"/>
              </a:buClr>
              <a:buSzPts val="1100"/>
              <a:buNone/>
              <a:defRPr sz="1100">
                <a:solidFill>
                  <a:srgbClr val="888888"/>
                </a:solidFill>
              </a:defRPr>
            </a:lvl4pPr>
            <a:lvl5pPr indent="-228600" lvl="4" marL="2286000" algn="l">
              <a:spcBef>
                <a:spcPts val="200"/>
              </a:spcBef>
              <a:spcAft>
                <a:spcPts val="0"/>
              </a:spcAft>
              <a:buClr>
                <a:srgbClr val="888888"/>
              </a:buClr>
              <a:buSzPts val="1100"/>
              <a:buNone/>
              <a:defRPr sz="1100">
                <a:solidFill>
                  <a:srgbClr val="888888"/>
                </a:solidFill>
              </a:defRPr>
            </a:lvl5pPr>
            <a:lvl6pPr indent="-228600" lvl="5" marL="2743200" algn="l">
              <a:spcBef>
                <a:spcPts val="200"/>
              </a:spcBef>
              <a:spcAft>
                <a:spcPts val="0"/>
              </a:spcAft>
              <a:buClr>
                <a:srgbClr val="888888"/>
              </a:buClr>
              <a:buSzPts val="1100"/>
              <a:buNone/>
              <a:defRPr sz="1100">
                <a:solidFill>
                  <a:srgbClr val="888888"/>
                </a:solidFill>
              </a:defRPr>
            </a:lvl6pPr>
            <a:lvl7pPr indent="-228600" lvl="6" marL="3200400" algn="l">
              <a:spcBef>
                <a:spcPts val="200"/>
              </a:spcBef>
              <a:spcAft>
                <a:spcPts val="0"/>
              </a:spcAft>
              <a:buClr>
                <a:srgbClr val="888888"/>
              </a:buClr>
              <a:buSzPts val="1100"/>
              <a:buNone/>
              <a:defRPr sz="1100">
                <a:solidFill>
                  <a:srgbClr val="888888"/>
                </a:solidFill>
              </a:defRPr>
            </a:lvl7pPr>
            <a:lvl8pPr indent="-228600" lvl="7" marL="3657600" algn="l">
              <a:spcBef>
                <a:spcPts val="200"/>
              </a:spcBef>
              <a:spcAft>
                <a:spcPts val="0"/>
              </a:spcAft>
              <a:buClr>
                <a:srgbClr val="888888"/>
              </a:buClr>
              <a:buSzPts val="1100"/>
              <a:buNone/>
              <a:defRPr sz="1100">
                <a:solidFill>
                  <a:srgbClr val="888888"/>
                </a:solidFill>
              </a:defRPr>
            </a:lvl8pPr>
            <a:lvl9pPr indent="-228600" lvl="8" marL="4114800" algn="l">
              <a:spcBef>
                <a:spcPts val="200"/>
              </a:spcBef>
              <a:spcAft>
                <a:spcPts val="0"/>
              </a:spcAft>
              <a:buClr>
                <a:srgbClr val="888888"/>
              </a:buClr>
              <a:buSzPts val="1100"/>
              <a:buNone/>
              <a:defRPr sz="1100">
                <a:solidFill>
                  <a:srgbClr val="888888"/>
                </a:solidFill>
              </a:defRPr>
            </a:lvl9pPr>
          </a:lstStyle>
          <a:p/>
        </p:txBody>
      </p:sp>
      <p:sp>
        <p:nvSpPr>
          <p:cNvPr id="71" name="Google Shape;71;p16"/>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Google Shape;72;p16"/>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Google Shape;73;p16"/>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4" name="Shape 74"/>
        <p:cNvGrpSpPr/>
        <p:nvPr/>
      </p:nvGrpSpPr>
      <p:grpSpPr>
        <a:xfrm>
          <a:off x="0" y="0"/>
          <a:ext cx="0" cy="0"/>
          <a:chOff x="0" y="0"/>
          <a:chExt cx="0" cy="0"/>
        </a:xfrm>
      </p:grpSpPr>
      <p:sp>
        <p:nvSpPr>
          <p:cNvPr id="75" name="Google Shape;75;p17"/>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76" name="Google Shape;76;p17"/>
          <p:cNvSpPr txBox="1"/>
          <p:nvPr>
            <p:ph idx="1" type="body"/>
          </p:nvPr>
        </p:nvSpPr>
        <p:spPr>
          <a:xfrm>
            <a:off x="457200" y="1200152"/>
            <a:ext cx="4038600" cy="3394472"/>
          </a:xfrm>
          <a:prstGeom prst="rect">
            <a:avLst/>
          </a:prstGeom>
          <a:noFill/>
          <a:ln>
            <a:noFill/>
          </a:ln>
        </p:spPr>
        <p:txBody>
          <a:bodyPr anchorCtr="0" anchor="t" bIns="34275" lIns="68575" spcFirstLastPara="1" rIns="68575" wrap="square" tIns="34275">
            <a:noAutofit/>
          </a:bodyPr>
          <a:lstStyle>
            <a:lvl1pPr indent="-361950" lvl="0" marL="457200" algn="l">
              <a:spcBef>
                <a:spcPts val="400"/>
              </a:spcBef>
              <a:spcAft>
                <a:spcPts val="0"/>
              </a:spcAft>
              <a:buClr>
                <a:schemeClr val="dk1"/>
              </a:buClr>
              <a:buSzPts val="2100"/>
              <a:buChar char="•"/>
              <a:defRPr sz="2100"/>
            </a:lvl1pPr>
            <a:lvl2pPr indent="-342900" lvl="1" marL="914400" algn="l">
              <a:spcBef>
                <a:spcPts val="400"/>
              </a:spcBef>
              <a:spcAft>
                <a:spcPts val="0"/>
              </a:spcAft>
              <a:buClr>
                <a:schemeClr val="dk1"/>
              </a:buClr>
              <a:buSzPts val="1800"/>
              <a:buChar char="–"/>
              <a:defRPr sz="1800"/>
            </a:lvl2pPr>
            <a:lvl3pPr indent="-323850" lvl="2" marL="1371600" algn="l">
              <a:spcBef>
                <a:spcPts val="300"/>
              </a:spcBef>
              <a:spcAft>
                <a:spcPts val="0"/>
              </a:spcAft>
              <a:buClr>
                <a:schemeClr val="dk1"/>
              </a:buClr>
              <a:buSzPts val="1500"/>
              <a:buChar char="•"/>
              <a:defRPr sz="1500"/>
            </a:lvl3pPr>
            <a:lvl4pPr indent="-317500" lvl="3" marL="1828800" algn="l">
              <a:spcBef>
                <a:spcPts val="300"/>
              </a:spcBef>
              <a:spcAft>
                <a:spcPts val="0"/>
              </a:spcAft>
              <a:buClr>
                <a:schemeClr val="dk1"/>
              </a:buClr>
              <a:buSzPts val="1400"/>
              <a:buChar char="–"/>
              <a:defRPr sz="1400"/>
            </a:lvl4pPr>
            <a:lvl5pPr indent="-317500" lvl="4" marL="2286000" algn="l">
              <a:spcBef>
                <a:spcPts val="300"/>
              </a:spcBef>
              <a:spcAft>
                <a:spcPts val="0"/>
              </a:spcAft>
              <a:buClr>
                <a:schemeClr val="dk1"/>
              </a:buClr>
              <a:buSzPts val="1400"/>
              <a:buChar char="»"/>
              <a:defRPr sz="1400"/>
            </a:lvl5pPr>
            <a:lvl6pPr indent="-317500" lvl="5" marL="2743200" algn="l">
              <a:spcBef>
                <a:spcPts val="300"/>
              </a:spcBef>
              <a:spcAft>
                <a:spcPts val="0"/>
              </a:spcAft>
              <a:buClr>
                <a:schemeClr val="dk1"/>
              </a:buClr>
              <a:buSzPts val="1400"/>
              <a:buChar char="•"/>
              <a:defRPr sz="1400"/>
            </a:lvl6pPr>
            <a:lvl7pPr indent="-317500" lvl="6" marL="3200400" algn="l">
              <a:spcBef>
                <a:spcPts val="300"/>
              </a:spcBef>
              <a:spcAft>
                <a:spcPts val="0"/>
              </a:spcAft>
              <a:buClr>
                <a:schemeClr val="dk1"/>
              </a:buClr>
              <a:buSzPts val="1400"/>
              <a:buChar char="•"/>
              <a:defRPr sz="1400"/>
            </a:lvl7pPr>
            <a:lvl8pPr indent="-317500" lvl="7" marL="3657600" algn="l">
              <a:spcBef>
                <a:spcPts val="300"/>
              </a:spcBef>
              <a:spcAft>
                <a:spcPts val="0"/>
              </a:spcAft>
              <a:buClr>
                <a:schemeClr val="dk1"/>
              </a:buClr>
              <a:buSzPts val="1400"/>
              <a:buChar char="•"/>
              <a:defRPr sz="1400"/>
            </a:lvl8pPr>
            <a:lvl9pPr indent="-317500" lvl="8" marL="4114800" algn="l">
              <a:spcBef>
                <a:spcPts val="300"/>
              </a:spcBef>
              <a:spcAft>
                <a:spcPts val="0"/>
              </a:spcAft>
              <a:buClr>
                <a:schemeClr val="dk1"/>
              </a:buClr>
              <a:buSzPts val="1400"/>
              <a:buChar char="•"/>
              <a:defRPr sz="1400"/>
            </a:lvl9pPr>
          </a:lstStyle>
          <a:p/>
        </p:txBody>
      </p:sp>
      <p:sp>
        <p:nvSpPr>
          <p:cNvPr id="77" name="Google Shape;77;p17"/>
          <p:cNvSpPr txBox="1"/>
          <p:nvPr>
            <p:ph idx="2" type="body"/>
          </p:nvPr>
        </p:nvSpPr>
        <p:spPr>
          <a:xfrm>
            <a:off x="4648200" y="1200152"/>
            <a:ext cx="4038600" cy="3394472"/>
          </a:xfrm>
          <a:prstGeom prst="rect">
            <a:avLst/>
          </a:prstGeom>
          <a:noFill/>
          <a:ln>
            <a:noFill/>
          </a:ln>
        </p:spPr>
        <p:txBody>
          <a:bodyPr anchorCtr="0" anchor="t" bIns="34275" lIns="68575" spcFirstLastPara="1" rIns="68575" wrap="square" tIns="34275">
            <a:noAutofit/>
          </a:bodyPr>
          <a:lstStyle>
            <a:lvl1pPr indent="-361950" lvl="0" marL="457200" algn="l">
              <a:spcBef>
                <a:spcPts val="400"/>
              </a:spcBef>
              <a:spcAft>
                <a:spcPts val="0"/>
              </a:spcAft>
              <a:buClr>
                <a:schemeClr val="dk1"/>
              </a:buClr>
              <a:buSzPts val="2100"/>
              <a:buChar char="•"/>
              <a:defRPr sz="2100"/>
            </a:lvl1pPr>
            <a:lvl2pPr indent="-342900" lvl="1" marL="914400" algn="l">
              <a:spcBef>
                <a:spcPts val="400"/>
              </a:spcBef>
              <a:spcAft>
                <a:spcPts val="0"/>
              </a:spcAft>
              <a:buClr>
                <a:schemeClr val="dk1"/>
              </a:buClr>
              <a:buSzPts val="1800"/>
              <a:buChar char="–"/>
              <a:defRPr sz="1800"/>
            </a:lvl2pPr>
            <a:lvl3pPr indent="-323850" lvl="2" marL="1371600" algn="l">
              <a:spcBef>
                <a:spcPts val="300"/>
              </a:spcBef>
              <a:spcAft>
                <a:spcPts val="0"/>
              </a:spcAft>
              <a:buClr>
                <a:schemeClr val="dk1"/>
              </a:buClr>
              <a:buSzPts val="1500"/>
              <a:buChar char="•"/>
              <a:defRPr sz="1500"/>
            </a:lvl3pPr>
            <a:lvl4pPr indent="-317500" lvl="3" marL="1828800" algn="l">
              <a:spcBef>
                <a:spcPts val="300"/>
              </a:spcBef>
              <a:spcAft>
                <a:spcPts val="0"/>
              </a:spcAft>
              <a:buClr>
                <a:schemeClr val="dk1"/>
              </a:buClr>
              <a:buSzPts val="1400"/>
              <a:buChar char="–"/>
              <a:defRPr sz="1400"/>
            </a:lvl4pPr>
            <a:lvl5pPr indent="-317500" lvl="4" marL="2286000" algn="l">
              <a:spcBef>
                <a:spcPts val="300"/>
              </a:spcBef>
              <a:spcAft>
                <a:spcPts val="0"/>
              </a:spcAft>
              <a:buClr>
                <a:schemeClr val="dk1"/>
              </a:buClr>
              <a:buSzPts val="1400"/>
              <a:buChar char="»"/>
              <a:defRPr sz="1400"/>
            </a:lvl5pPr>
            <a:lvl6pPr indent="-317500" lvl="5" marL="2743200" algn="l">
              <a:spcBef>
                <a:spcPts val="300"/>
              </a:spcBef>
              <a:spcAft>
                <a:spcPts val="0"/>
              </a:spcAft>
              <a:buClr>
                <a:schemeClr val="dk1"/>
              </a:buClr>
              <a:buSzPts val="1400"/>
              <a:buChar char="•"/>
              <a:defRPr sz="1400"/>
            </a:lvl6pPr>
            <a:lvl7pPr indent="-317500" lvl="6" marL="3200400" algn="l">
              <a:spcBef>
                <a:spcPts val="300"/>
              </a:spcBef>
              <a:spcAft>
                <a:spcPts val="0"/>
              </a:spcAft>
              <a:buClr>
                <a:schemeClr val="dk1"/>
              </a:buClr>
              <a:buSzPts val="1400"/>
              <a:buChar char="•"/>
              <a:defRPr sz="1400"/>
            </a:lvl7pPr>
            <a:lvl8pPr indent="-317500" lvl="7" marL="3657600" algn="l">
              <a:spcBef>
                <a:spcPts val="300"/>
              </a:spcBef>
              <a:spcAft>
                <a:spcPts val="0"/>
              </a:spcAft>
              <a:buClr>
                <a:schemeClr val="dk1"/>
              </a:buClr>
              <a:buSzPts val="1400"/>
              <a:buChar char="•"/>
              <a:defRPr sz="1400"/>
            </a:lvl8pPr>
            <a:lvl9pPr indent="-317500" lvl="8" marL="4114800" algn="l">
              <a:spcBef>
                <a:spcPts val="300"/>
              </a:spcBef>
              <a:spcAft>
                <a:spcPts val="0"/>
              </a:spcAft>
              <a:buClr>
                <a:schemeClr val="dk1"/>
              </a:buClr>
              <a:buSzPts val="1400"/>
              <a:buChar char="•"/>
              <a:defRPr sz="1400"/>
            </a:lvl9pPr>
          </a:lstStyle>
          <a:p/>
        </p:txBody>
      </p:sp>
      <p:sp>
        <p:nvSpPr>
          <p:cNvPr id="78" name="Google Shape;78;p17"/>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Google Shape;79;p17"/>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0" name="Google Shape;80;p17"/>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1" name="Shape 81"/>
        <p:cNvGrpSpPr/>
        <p:nvPr/>
      </p:nvGrpSpPr>
      <p:grpSpPr>
        <a:xfrm>
          <a:off x="0" y="0"/>
          <a:ext cx="0" cy="0"/>
          <a:chOff x="0" y="0"/>
          <a:chExt cx="0" cy="0"/>
        </a:xfrm>
      </p:grpSpPr>
      <p:sp>
        <p:nvSpPr>
          <p:cNvPr id="82" name="Google Shape;82;p18"/>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83" name="Google Shape;83;p18"/>
          <p:cNvSpPr txBox="1"/>
          <p:nvPr>
            <p:ph idx="1" type="body"/>
          </p:nvPr>
        </p:nvSpPr>
        <p:spPr>
          <a:xfrm>
            <a:off x="457200" y="1151335"/>
            <a:ext cx="4040188" cy="479822"/>
          </a:xfrm>
          <a:prstGeom prst="rect">
            <a:avLst/>
          </a:prstGeom>
          <a:noFill/>
          <a:ln>
            <a:noFill/>
          </a:ln>
        </p:spPr>
        <p:txBody>
          <a:bodyPr anchorCtr="0" anchor="b" bIns="34275" lIns="68575" spcFirstLastPara="1" rIns="68575" wrap="square" tIns="34275">
            <a:noAutofit/>
          </a:bodyPr>
          <a:lstStyle>
            <a:lvl1pPr indent="-228600" lvl="0" marL="457200" algn="l">
              <a:spcBef>
                <a:spcPts val="400"/>
              </a:spcBef>
              <a:spcAft>
                <a:spcPts val="0"/>
              </a:spcAft>
              <a:buClr>
                <a:schemeClr val="dk1"/>
              </a:buClr>
              <a:buSzPts val="1800"/>
              <a:buNone/>
              <a:defRPr b="1" sz="1800"/>
            </a:lvl1pPr>
            <a:lvl2pPr indent="-228600" lvl="1" marL="914400" algn="l">
              <a:spcBef>
                <a:spcPts val="300"/>
              </a:spcBef>
              <a:spcAft>
                <a:spcPts val="0"/>
              </a:spcAft>
              <a:buClr>
                <a:schemeClr val="dk1"/>
              </a:buClr>
              <a:buSzPts val="1500"/>
              <a:buNone/>
              <a:defRPr b="1" sz="1500"/>
            </a:lvl2pPr>
            <a:lvl3pPr indent="-228600" lvl="2" marL="1371600" algn="l">
              <a:spcBef>
                <a:spcPts val="300"/>
              </a:spcBef>
              <a:spcAft>
                <a:spcPts val="0"/>
              </a:spcAft>
              <a:buClr>
                <a:schemeClr val="dk1"/>
              </a:buClr>
              <a:buSzPts val="1400"/>
              <a:buNone/>
              <a:defRPr b="1" sz="1400"/>
            </a:lvl3pPr>
            <a:lvl4pPr indent="-228600" lvl="3" marL="1828800" algn="l">
              <a:spcBef>
                <a:spcPts val="200"/>
              </a:spcBef>
              <a:spcAft>
                <a:spcPts val="0"/>
              </a:spcAft>
              <a:buClr>
                <a:schemeClr val="dk1"/>
              </a:buClr>
              <a:buSzPts val="1200"/>
              <a:buNone/>
              <a:defRPr b="1" sz="1200"/>
            </a:lvl4pPr>
            <a:lvl5pPr indent="-228600" lvl="4" marL="2286000" algn="l">
              <a:spcBef>
                <a:spcPts val="200"/>
              </a:spcBef>
              <a:spcAft>
                <a:spcPts val="0"/>
              </a:spcAft>
              <a:buClr>
                <a:schemeClr val="dk1"/>
              </a:buClr>
              <a:buSzPts val="1200"/>
              <a:buNone/>
              <a:defRPr b="1" sz="1200"/>
            </a:lvl5pPr>
            <a:lvl6pPr indent="-228600" lvl="5" marL="2743200" algn="l">
              <a:spcBef>
                <a:spcPts val="200"/>
              </a:spcBef>
              <a:spcAft>
                <a:spcPts val="0"/>
              </a:spcAft>
              <a:buClr>
                <a:schemeClr val="dk1"/>
              </a:buClr>
              <a:buSzPts val="1200"/>
              <a:buNone/>
              <a:defRPr b="1" sz="1200"/>
            </a:lvl6pPr>
            <a:lvl7pPr indent="-228600" lvl="6" marL="3200400" algn="l">
              <a:spcBef>
                <a:spcPts val="200"/>
              </a:spcBef>
              <a:spcAft>
                <a:spcPts val="0"/>
              </a:spcAft>
              <a:buClr>
                <a:schemeClr val="dk1"/>
              </a:buClr>
              <a:buSzPts val="1200"/>
              <a:buNone/>
              <a:defRPr b="1" sz="1200"/>
            </a:lvl7pPr>
            <a:lvl8pPr indent="-228600" lvl="7" marL="3657600" algn="l">
              <a:spcBef>
                <a:spcPts val="200"/>
              </a:spcBef>
              <a:spcAft>
                <a:spcPts val="0"/>
              </a:spcAft>
              <a:buClr>
                <a:schemeClr val="dk1"/>
              </a:buClr>
              <a:buSzPts val="1200"/>
              <a:buNone/>
              <a:defRPr b="1" sz="1200"/>
            </a:lvl8pPr>
            <a:lvl9pPr indent="-228600" lvl="8" marL="4114800" algn="l">
              <a:spcBef>
                <a:spcPts val="200"/>
              </a:spcBef>
              <a:spcAft>
                <a:spcPts val="0"/>
              </a:spcAft>
              <a:buClr>
                <a:schemeClr val="dk1"/>
              </a:buClr>
              <a:buSzPts val="1200"/>
              <a:buNone/>
              <a:defRPr b="1" sz="1200"/>
            </a:lvl9pPr>
          </a:lstStyle>
          <a:p/>
        </p:txBody>
      </p:sp>
      <p:sp>
        <p:nvSpPr>
          <p:cNvPr id="84" name="Google Shape;84;p18"/>
          <p:cNvSpPr txBox="1"/>
          <p:nvPr>
            <p:ph idx="2" type="body"/>
          </p:nvPr>
        </p:nvSpPr>
        <p:spPr>
          <a:xfrm>
            <a:off x="457200" y="1631156"/>
            <a:ext cx="4040188" cy="2963466"/>
          </a:xfrm>
          <a:prstGeom prst="rect">
            <a:avLst/>
          </a:prstGeom>
          <a:noFill/>
          <a:ln>
            <a:noFill/>
          </a:ln>
        </p:spPr>
        <p:txBody>
          <a:bodyPr anchorCtr="0" anchor="t" bIns="34275" lIns="68575" spcFirstLastPara="1" rIns="68575" wrap="square" tIns="34275">
            <a:noAutofit/>
          </a:bodyPr>
          <a:lstStyle>
            <a:lvl1pPr indent="-342900" lvl="0" marL="457200" algn="l">
              <a:spcBef>
                <a:spcPts val="400"/>
              </a:spcBef>
              <a:spcAft>
                <a:spcPts val="0"/>
              </a:spcAft>
              <a:buClr>
                <a:schemeClr val="dk1"/>
              </a:buClr>
              <a:buSzPts val="1800"/>
              <a:buChar char="•"/>
              <a:defRPr sz="1800"/>
            </a:lvl1pPr>
            <a:lvl2pPr indent="-323850" lvl="1" marL="914400" algn="l">
              <a:spcBef>
                <a:spcPts val="300"/>
              </a:spcBef>
              <a:spcAft>
                <a:spcPts val="0"/>
              </a:spcAft>
              <a:buClr>
                <a:schemeClr val="dk1"/>
              </a:buClr>
              <a:buSzPts val="1500"/>
              <a:buChar char="–"/>
              <a:defRPr sz="1500"/>
            </a:lvl2pPr>
            <a:lvl3pPr indent="-317500" lvl="2" marL="1371600" algn="l">
              <a:spcBef>
                <a:spcPts val="300"/>
              </a:spcBef>
              <a:spcAft>
                <a:spcPts val="0"/>
              </a:spcAft>
              <a:buClr>
                <a:schemeClr val="dk1"/>
              </a:buClr>
              <a:buSzPts val="1400"/>
              <a:buChar char="•"/>
              <a:defRPr sz="1400"/>
            </a:lvl3pPr>
            <a:lvl4pPr indent="-304800" lvl="3" marL="1828800" algn="l">
              <a:spcBef>
                <a:spcPts val="200"/>
              </a:spcBef>
              <a:spcAft>
                <a:spcPts val="0"/>
              </a:spcAft>
              <a:buClr>
                <a:schemeClr val="dk1"/>
              </a:buClr>
              <a:buSzPts val="1200"/>
              <a:buChar char="–"/>
              <a:defRPr sz="1200"/>
            </a:lvl4pPr>
            <a:lvl5pPr indent="-304800" lvl="4" marL="2286000" algn="l">
              <a:spcBef>
                <a:spcPts val="200"/>
              </a:spcBef>
              <a:spcAft>
                <a:spcPts val="0"/>
              </a:spcAft>
              <a:buClr>
                <a:schemeClr val="dk1"/>
              </a:buClr>
              <a:buSzPts val="1200"/>
              <a:buChar char="»"/>
              <a:defRPr sz="1200"/>
            </a:lvl5pPr>
            <a:lvl6pPr indent="-304800" lvl="5" marL="2743200" algn="l">
              <a:spcBef>
                <a:spcPts val="200"/>
              </a:spcBef>
              <a:spcAft>
                <a:spcPts val="0"/>
              </a:spcAft>
              <a:buClr>
                <a:schemeClr val="dk1"/>
              </a:buClr>
              <a:buSzPts val="1200"/>
              <a:buChar char="•"/>
              <a:defRPr sz="1200"/>
            </a:lvl6pPr>
            <a:lvl7pPr indent="-304800" lvl="6" marL="3200400" algn="l">
              <a:spcBef>
                <a:spcPts val="200"/>
              </a:spcBef>
              <a:spcAft>
                <a:spcPts val="0"/>
              </a:spcAft>
              <a:buClr>
                <a:schemeClr val="dk1"/>
              </a:buClr>
              <a:buSzPts val="1200"/>
              <a:buChar char="•"/>
              <a:defRPr sz="1200"/>
            </a:lvl7pPr>
            <a:lvl8pPr indent="-304800" lvl="7" marL="3657600" algn="l">
              <a:spcBef>
                <a:spcPts val="200"/>
              </a:spcBef>
              <a:spcAft>
                <a:spcPts val="0"/>
              </a:spcAft>
              <a:buClr>
                <a:schemeClr val="dk1"/>
              </a:buClr>
              <a:buSzPts val="1200"/>
              <a:buChar char="•"/>
              <a:defRPr sz="1200"/>
            </a:lvl8pPr>
            <a:lvl9pPr indent="-304800" lvl="8" marL="4114800" algn="l">
              <a:spcBef>
                <a:spcPts val="200"/>
              </a:spcBef>
              <a:spcAft>
                <a:spcPts val="0"/>
              </a:spcAft>
              <a:buClr>
                <a:schemeClr val="dk1"/>
              </a:buClr>
              <a:buSzPts val="1200"/>
              <a:buChar char="•"/>
              <a:defRPr sz="1200"/>
            </a:lvl9pPr>
          </a:lstStyle>
          <a:p/>
        </p:txBody>
      </p:sp>
      <p:sp>
        <p:nvSpPr>
          <p:cNvPr id="85" name="Google Shape;85;p18"/>
          <p:cNvSpPr txBox="1"/>
          <p:nvPr>
            <p:ph idx="3" type="body"/>
          </p:nvPr>
        </p:nvSpPr>
        <p:spPr>
          <a:xfrm>
            <a:off x="4645027" y="1151335"/>
            <a:ext cx="4041775" cy="479822"/>
          </a:xfrm>
          <a:prstGeom prst="rect">
            <a:avLst/>
          </a:prstGeom>
          <a:noFill/>
          <a:ln>
            <a:noFill/>
          </a:ln>
        </p:spPr>
        <p:txBody>
          <a:bodyPr anchorCtr="0" anchor="b" bIns="34275" lIns="68575" spcFirstLastPara="1" rIns="68575" wrap="square" tIns="34275">
            <a:noAutofit/>
          </a:bodyPr>
          <a:lstStyle>
            <a:lvl1pPr indent="-228600" lvl="0" marL="457200" algn="l">
              <a:spcBef>
                <a:spcPts val="400"/>
              </a:spcBef>
              <a:spcAft>
                <a:spcPts val="0"/>
              </a:spcAft>
              <a:buClr>
                <a:schemeClr val="dk1"/>
              </a:buClr>
              <a:buSzPts val="1800"/>
              <a:buNone/>
              <a:defRPr b="1" sz="1800"/>
            </a:lvl1pPr>
            <a:lvl2pPr indent="-228600" lvl="1" marL="914400" algn="l">
              <a:spcBef>
                <a:spcPts val="300"/>
              </a:spcBef>
              <a:spcAft>
                <a:spcPts val="0"/>
              </a:spcAft>
              <a:buClr>
                <a:schemeClr val="dk1"/>
              </a:buClr>
              <a:buSzPts val="1500"/>
              <a:buNone/>
              <a:defRPr b="1" sz="1500"/>
            </a:lvl2pPr>
            <a:lvl3pPr indent="-228600" lvl="2" marL="1371600" algn="l">
              <a:spcBef>
                <a:spcPts val="300"/>
              </a:spcBef>
              <a:spcAft>
                <a:spcPts val="0"/>
              </a:spcAft>
              <a:buClr>
                <a:schemeClr val="dk1"/>
              </a:buClr>
              <a:buSzPts val="1400"/>
              <a:buNone/>
              <a:defRPr b="1" sz="1400"/>
            </a:lvl3pPr>
            <a:lvl4pPr indent="-228600" lvl="3" marL="1828800" algn="l">
              <a:spcBef>
                <a:spcPts val="200"/>
              </a:spcBef>
              <a:spcAft>
                <a:spcPts val="0"/>
              </a:spcAft>
              <a:buClr>
                <a:schemeClr val="dk1"/>
              </a:buClr>
              <a:buSzPts val="1200"/>
              <a:buNone/>
              <a:defRPr b="1" sz="1200"/>
            </a:lvl4pPr>
            <a:lvl5pPr indent="-228600" lvl="4" marL="2286000" algn="l">
              <a:spcBef>
                <a:spcPts val="200"/>
              </a:spcBef>
              <a:spcAft>
                <a:spcPts val="0"/>
              </a:spcAft>
              <a:buClr>
                <a:schemeClr val="dk1"/>
              </a:buClr>
              <a:buSzPts val="1200"/>
              <a:buNone/>
              <a:defRPr b="1" sz="1200"/>
            </a:lvl5pPr>
            <a:lvl6pPr indent="-228600" lvl="5" marL="2743200" algn="l">
              <a:spcBef>
                <a:spcPts val="200"/>
              </a:spcBef>
              <a:spcAft>
                <a:spcPts val="0"/>
              </a:spcAft>
              <a:buClr>
                <a:schemeClr val="dk1"/>
              </a:buClr>
              <a:buSzPts val="1200"/>
              <a:buNone/>
              <a:defRPr b="1" sz="1200"/>
            </a:lvl6pPr>
            <a:lvl7pPr indent="-228600" lvl="6" marL="3200400" algn="l">
              <a:spcBef>
                <a:spcPts val="200"/>
              </a:spcBef>
              <a:spcAft>
                <a:spcPts val="0"/>
              </a:spcAft>
              <a:buClr>
                <a:schemeClr val="dk1"/>
              </a:buClr>
              <a:buSzPts val="1200"/>
              <a:buNone/>
              <a:defRPr b="1" sz="1200"/>
            </a:lvl7pPr>
            <a:lvl8pPr indent="-228600" lvl="7" marL="3657600" algn="l">
              <a:spcBef>
                <a:spcPts val="200"/>
              </a:spcBef>
              <a:spcAft>
                <a:spcPts val="0"/>
              </a:spcAft>
              <a:buClr>
                <a:schemeClr val="dk1"/>
              </a:buClr>
              <a:buSzPts val="1200"/>
              <a:buNone/>
              <a:defRPr b="1" sz="1200"/>
            </a:lvl8pPr>
            <a:lvl9pPr indent="-228600" lvl="8" marL="4114800" algn="l">
              <a:spcBef>
                <a:spcPts val="200"/>
              </a:spcBef>
              <a:spcAft>
                <a:spcPts val="0"/>
              </a:spcAft>
              <a:buClr>
                <a:schemeClr val="dk1"/>
              </a:buClr>
              <a:buSzPts val="1200"/>
              <a:buNone/>
              <a:defRPr b="1" sz="1200"/>
            </a:lvl9pPr>
          </a:lstStyle>
          <a:p/>
        </p:txBody>
      </p:sp>
      <p:sp>
        <p:nvSpPr>
          <p:cNvPr id="86" name="Google Shape;86;p18"/>
          <p:cNvSpPr txBox="1"/>
          <p:nvPr>
            <p:ph idx="4" type="body"/>
          </p:nvPr>
        </p:nvSpPr>
        <p:spPr>
          <a:xfrm>
            <a:off x="4645027" y="1631156"/>
            <a:ext cx="4041775" cy="2963466"/>
          </a:xfrm>
          <a:prstGeom prst="rect">
            <a:avLst/>
          </a:prstGeom>
          <a:noFill/>
          <a:ln>
            <a:noFill/>
          </a:ln>
        </p:spPr>
        <p:txBody>
          <a:bodyPr anchorCtr="0" anchor="t" bIns="34275" lIns="68575" spcFirstLastPara="1" rIns="68575" wrap="square" tIns="34275">
            <a:noAutofit/>
          </a:bodyPr>
          <a:lstStyle>
            <a:lvl1pPr indent="-342900" lvl="0" marL="457200" algn="l">
              <a:spcBef>
                <a:spcPts val="400"/>
              </a:spcBef>
              <a:spcAft>
                <a:spcPts val="0"/>
              </a:spcAft>
              <a:buClr>
                <a:schemeClr val="dk1"/>
              </a:buClr>
              <a:buSzPts val="1800"/>
              <a:buChar char="•"/>
              <a:defRPr sz="1800"/>
            </a:lvl1pPr>
            <a:lvl2pPr indent="-323850" lvl="1" marL="914400" algn="l">
              <a:spcBef>
                <a:spcPts val="300"/>
              </a:spcBef>
              <a:spcAft>
                <a:spcPts val="0"/>
              </a:spcAft>
              <a:buClr>
                <a:schemeClr val="dk1"/>
              </a:buClr>
              <a:buSzPts val="1500"/>
              <a:buChar char="–"/>
              <a:defRPr sz="1500"/>
            </a:lvl2pPr>
            <a:lvl3pPr indent="-317500" lvl="2" marL="1371600" algn="l">
              <a:spcBef>
                <a:spcPts val="300"/>
              </a:spcBef>
              <a:spcAft>
                <a:spcPts val="0"/>
              </a:spcAft>
              <a:buClr>
                <a:schemeClr val="dk1"/>
              </a:buClr>
              <a:buSzPts val="1400"/>
              <a:buChar char="•"/>
              <a:defRPr sz="1400"/>
            </a:lvl3pPr>
            <a:lvl4pPr indent="-304800" lvl="3" marL="1828800" algn="l">
              <a:spcBef>
                <a:spcPts val="200"/>
              </a:spcBef>
              <a:spcAft>
                <a:spcPts val="0"/>
              </a:spcAft>
              <a:buClr>
                <a:schemeClr val="dk1"/>
              </a:buClr>
              <a:buSzPts val="1200"/>
              <a:buChar char="–"/>
              <a:defRPr sz="1200"/>
            </a:lvl4pPr>
            <a:lvl5pPr indent="-304800" lvl="4" marL="2286000" algn="l">
              <a:spcBef>
                <a:spcPts val="200"/>
              </a:spcBef>
              <a:spcAft>
                <a:spcPts val="0"/>
              </a:spcAft>
              <a:buClr>
                <a:schemeClr val="dk1"/>
              </a:buClr>
              <a:buSzPts val="1200"/>
              <a:buChar char="»"/>
              <a:defRPr sz="1200"/>
            </a:lvl5pPr>
            <a:lvl6pPr indent="-304800" lvl="5" marL="2743200" algn="l">
              <a:spcBef>
                <a:spcPts val="200"/>
              </a:spcBef>
              <a:spcAft>
                <a:spcPts val="0"/>
              </a:spcAft>
              <a:buClr>
                <a:schemeClr val="dk1"/>
              </a:buClr>
              <a:buSzPts val="1200"/>
              <a:buChar char="•"/>
              <a:defRPr sz="1200"/>
            </a:lvl6pPr>
            <a:lvl7pPr indent="-304800" lvl="6" marL="3200400" algn="l">
              <a:spcBef>
                <a:spcPts val="200"/>
              </a:spcBef>
              <a:spcAft>
                <a:spcPts val="0"/>
              </a:spcAft>
              <a:buClr>
                <a:schemeClr val="dk1"/>
              </a:buClr>
              <a:buSzPts val="1200"/>
              <a:buChar char="•"/>
              <a:defRPr sz="1200"/>
            </a:lvl7pPr>
            <a:lvl8pPr indent="-304800" lvl="7" marL="3657600" algn="l">
              <a:spcBef>
                <a:spcPts val="200"/>
              </a:spcBef>
              <a:spcAft>
                <a:spcPts val="0"/>
              </a:spcAft>
              <a:buClr>
                <a:schemeClr val="dk1"/>
              </a:buClr>
              <a:buSzPts val="1200"/>
              <a:buChar char="•"/>
              <a:defRPr sz="1200"/>
            </a:lvl8pPr>
            <a:lvl9pPr indent="-304800" lvl="8" marL="4114800" algn="l">
              <a:spcBef>
                <a:spcPts val="200"/>
              </a:spcBef>
              <a:spcAft>
                <a:spcPts val="0"/>
              </a:spcAft>
              <a:buClr>
                <a:schemeClr val="dk1"/>
              </a:buClr>
              <a:buSzPts val="1200"/>
              <a:buChar char="•"/>
              <a:defRPr sz="1200"/>
            </a:lvl9pPr>
          </a:lstStyle>
          <a:p/>
        </p:txBody>
      </p:sp>
      <p:sp>
        <p:nvSpPr>
          <p:cNvPr id="87" name="Google Shape;87;p18"/>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8" name="Google Shape;88;p18"/>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9" name="Google Shape;89;p18"/>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0" name="Shape 90"/>
        <p:cNvGrpSpPr/>
        <p:nvPr/>
      </p:nvGrpSpPr>
      <p:grpSpPr>
        <a:xfrm>
          <a:off x="0" y="0"/>
          <a:ext cx="0" cy="0"/>
          <a:chOff x="0" y="0"/>
          <a:chExt cx="0" cy="0"/>
        </a:xfrm>
      </p:grpSpPr>
      <p:sp>
        <p:nvSpPr>
          <p:cNvPr id="91" name="Google Shape;91;p19"/>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92" name="Google Shape;92;p19"/>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3" name="Google Shape;93;p19"/>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4" name="Google Shape;94;p19"/>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5" name="Shape 95"/>
        <p:cNvGrpSpPr/>
        <p:nvPr/>
      </p:nvGrpSpPr>
      <p:grpSpPr>
        <a:xfrm>
          <a:off x="0" y="0"/>
          <a:ext cx="0" cy="0"/>
          <a:chOff x="0" y="0"/>
          <a:chExt cx="0" cy="0"/>
        </a:xfrm>
      </p:grpSpPr>
      <p:sp>
        <p:nvSpPr>
          <p:cNvPr id="96" name="Google Shape;96;p20"/>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7" name="Google Shape;97;p20"/>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8" name="Google Shape;98;p20"/>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99" name="Shape 99"/>
        <p:cNvGrpSpPr/>
        <p:nvPr/>
      </p:nvGrpSpPr>
      <p:grpSpPr>
        <a:xfrm>
          <a:off x="0" y="0"/>
          <a:ext cx="0" cy="0"/>
          <a:chOff x="0" y="0"/>
          <a:chExt cx="0" cy="0"/>
        </a:xfrm>
      </p:grpSpPr>
      <p:sp>
        <p:nvSpPr>
          <p:cNvPr id="100" name="Google Shape;100;p21"/>
          <p:cNvSpPr txBox="1"/>
          <p:nvPr>
            <p:ph type="title"/>
          </p:nvPr>
        </p:nvSpPr>
        <p:spPr>
          <a:xfrm>
            <a:off x="457201" y="204788"/>
            <a:ext cx="3008313" cy="871538"/>
          </a:xfrm>
          <a:prstGeom prst="rect">
            <a:avLst/>
          </a:prstGeom>
          <a:noFill/>
          <a:ln>
            <a:noFill/>
          </a:ln>
        </p:spPr>
        <p:txBody>
          <a:bodyPr anchorCtr="0" anchor="b" bIns="34275" lIns="68575" spcFirstLastPara="1" rIns="68575" wrap="square" tIns="34275">
            <a:noAutofit/>
          </a:bodyPr>
          <a:lstStyle>
            <a:lvl1pPr lvl="0" algn="l">
              <a:spcBef>
                <a:spcPts val="0"/>
              </a:spcBef>
              <a:spcAft>
                <a:spcPts val="0"/>
              </a:spcAft>
              <a:buSzPts val="1100"/>
              <a:buNone/>
              <a:defRPr b="1" sz="1500"/>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101" name="Google Shape;101;p21"/>
          <p:cNvSpPr txBox="1"/>
          <p:nvPr>
            <p:ph idx="1" type="body"/>
          </p:nvPr>
        </p:nvSpPr>
        <p:spPr>
          <a:xfrm>
            <a:off x="3575050" y="204790"/>
            <a:ext cx="5111750" cy="4389835"/>
          </a:xfrm>
          <a:prstGeom prst="rect">
            <a:avLst/>
          </a:prstGeom>
          <a:noFill/>
          <a:ln>
            <a:noFill/>
          </a:ln>
        </p:spPr>
        <p:txBody>
          <a:bodyPr anchorCtr="0" anchor="t" bIns="34275" lIns="68575" spcFirstLastPara="1" rIns="68575" wrap="square" tIns="34275">
            <a:noAutofit/>
          </a:bodyPr>
          <a:lstStyle>
            <a:lvl1pPr indent="-381000" lvl="0" marL="457200" algn="l">
              <a:spcBef>
                <a:spcPts val="500"/>
              </a:spcBef>
              <a:spcAft>
                <a:spcPts val="0"/>
              </a:spcAft>
              <a:buClr>
                <a:schemeClr val="dk1"/>
              </a:buClr>
              <a:buSzPts val="2400"/>
              <a:buChar char="•"/>
              <a:defRPr sz="2400"/>
            </a:lvl1pPr>
            <a:lvl2pPr indent="-361950" lvl="1" marL="914400" algn="l">
              <a:spcBef>
                <a:spcPts val="400"/>
              </a:spcBef>
              <a:spcAft>
                <a:spcPts val="0"/>
              </a:spcAft>
              <a:buClr>
                <a:schemeClr val="dk1"/>
              </a:buClr>
              <a:buSzPts val="2100"/>
              <a:buChar char="–"/>
              <a:defRPr sz="2100"/>
            </a:lvl2pPr>
            <a:lvl3pPr indent="-342900" lvl="2" marL="1371600" algn="l">
              <a:spcBef>
                <a:spcPts val="400"/>
              </a:spcBef>
              <a:spcAft>
                <a:spcPts val="0"/>
              </a:spcAft>
              <a:buClr>
                <a:schemeClr val="dk1"/>
              </a:buClr>
              <a:buSzPts val="1800"/>
              <a:buChar char="•"/>
              <a:defRPr sz="1800"/>
            </a:lvl3pPr>
            <a:lvl4pPr indent="-323850" lvl="3" marL="1828800" algn="l">
              <a:spcBef>
                <a:spcPts val="300"/>
              </a:spcBef>
              <a:spcAft>
                <a:spcPts val="0"/>
              </a:spcAft>
              <a:buClr>
                <a:schemeClr val="dk1"/>
              </a:buClr>
              <a:buSzPts val="1500"/>
              <a:buChar char="–"/>
              <a:defRPr sz="1500"/>
            </a:lvl4pPr>
            <a:lvl5pPr indent="-323850" lvl="4" marL="2286000" algn="l">
              <a:spcBef>
                <a:spcPts val="300"/>
              </a:spcBef>
              <a:spcAft>
                <a:spcPts val="0"/>
              </a:spcAft>
              <a:buClr>
                <a:schemeClr val="dk1"/>
              </a:buClr>
              <a:buSzPts val="1500"/>
              <a:buChar char="»"/>
              <a:defRPr sz="1500"/>
            </a:lvl5pPr>
            <a:lvl6pPr indent="-323850" lvl="5" marL="2743200" algn="l">
              <a:spcBef>
                <a:spcPts val="300"/>
              </a:spcBef>
              <a:spcAft>
                <a:spcPts val="0"/>
              </a:spcAft>
              <a:buClr>
                <a:schemeClr val="dk1"/>
              </a:buClr>
              <a:buSzPts val="1500"/>
              <a:buChar char="•"/>
              <a:defRPr sz="1500"/>
            </a:lvl6pPr>
            <a:lvl7pPr indent="-323850" lvl="6" marL="3200400" algn="l">
              <a:spcBef>
                <a:spcPts val="300"/>
              </a:spcBef>
              <a:spcAft>
                <a:spcPts val="0"/>
              </a:spcAft>
              <a:buClr>
                <a:schemeClr val="dk1"/>
              </a:buClr>
              <a:buSzPts val="1500"/>
              <a:buChar char="•"/>
              <a:defRPr sz="1500"/>
            </a:lvl7pPr>
            <a:lvl8pPr indent="-323850" lvl="7" marL="3657600" algn="l">
              <a:spcBef>
                <a:spcPts val="300"/>
              </a:spcBef>
              <a:spcAft>
                <a:spcPts val="0"/>
              </a:spcAft>
              <a:buClr>
                <a:schemeClr val="dk1"/>
              </a:buClr>
              <a:buSzPts val="1500"/>
              <a:buChar char="•"/>
              <a:defRPr sz="1500"/>
            </a:lvl8pPr>
            <a:lvl9pPr indent="-323850" lvl="8" marL="4114800" algn="l">
              <a:spcBef>
                <a:spcPts val="300"/>
              </a:spcBef>
              <a:spcAft>
                <a:spcPts val="0"/>
              </a:spcAft>
              <a:buClr>
                <a:schemeClr val="dk1"/>
              </a:buClr>
              <a:buSzPts val="1500"/>
              <a:buChar char="•"/>
              <a:defRPr sz="1500"/>
            </a:lvl9pPr>
          </a:lstStyle>
          <a:p/>
        </p:txBody>
      </p:sp>
      <p:sp>
        <p:nvSpPr>
          <p:cNvPr id="102" name="Google Shape;102;p21"/>
          <p:cNvSpPr txBox="1"/>
          <p:nvPr>
            <p:ph idx="2" type="body"/>
          </p:nvPr>
        </p:nvSpPr>
        <p:spPr>
          <a:xfrm>
            <a:off x="457201" y="1076327"/>
            <a:ext cx="3008313" cy="3518297"/>
          </a:xfrm>
          <a:prstGeom prst="rect">
            <a:avLst/>
          </a:prstGeom>
          <a:noFill/>
          <a:ln>
            <a:noFill/>
          </a:ln>
        </p:spPr>
        <p:txBody>
          <a:bodyPr anchorCtr="0" anchor="t" bIns="34275" lIns="68575" spcFirstLastPara="1" rIns="68575" wrap="square" tIns="34275">
            <a:noAutofit/>
          </a:bodyPr>
          <a:lstStyle>
            <a:lvl1pPr indent="-228600" lvl="0" marL="457200" algn="l">
              <a:spcBef>
                <a:spcPts val="200"/>
              </a:spcBef>
              <a:spcAft>
                <a:spcPts val="0"/>
              </a:spcAft>
              <a:buClr>
                <a:schemeClr val="dk1"/>
              </a:buClr>
              <a:buSzPts val="1100"/>
              <a:buNone/>
              <a:defRPr sz="1100"/>
            </a:lvl1pPr>
            <a:lvl2pPr indent="-228600" lvl="1" marL="914400" algn="l">
              <a:spcBef>
                <a:spcPts val="200"/>
              </a:spcBef>
              <a:spcAft>
                <a:spcPts val="0"/>
              </a:spcAft>
              <a:buClr>
                <a:schemeClr val="dk1"/>
              </a:buClr>
              <a:buSzPts val="900"/>
              <a:buNone/>
              <a:defRPr sz="900"/>
            </a:lvl2pPr>
            <a:lvl3pPr indent="-228600" lvl="2" marL="1371600" algn="l">
              <a:spcBef>
                <a:spcPts val="200"/>
              </a:spcBef>
              <a:spcAft>
                <a:spcPts val="0"/>
              </a:spcAft>
              <a:buClr>
                <a:schemeClr val="dk1"/>
              </a:buClr>
              <a:buSzPts val="800"/>
              <a:buNone/>
              <a:defRPr sz="800"/>
            </a:lvl3pPr>
            <a:lvl4pPr indent="-228600" lvl="3" marL="1828800" algn="l">
              <a:spcBef>
                <a:spcPts val="100"/>
              </a:spcBef>
              <a:spcAft>
                <a:spcPts val="0"/>
              </a:spcAft>
              <a:buClr>
                <a:schemeClr val="dk1"/>
              </a:buClr>
              <a:buSzPts val="700"/>
              <a:buNone/>
              <a:defRPr sz="700"/>
            </a:lvl4pPr>
            <a:lvl5pPr indent="-228600" lvl="4" marL="2286000" algn="l">
              <a:spcBef>
                <a:spcPts val="100"/>
              </a:spcBef>
              <a:spcAft>
                <a:spcPts val="0"/>
              </a:spcAft>
              <a:buClr>
                <a:schemeClr val="dk1"/>
              </a:buClr>
              <a:buSzPts val="700"/>
              <a:buNone/>
              <a:defRPr sz="700"/>
            </a:lvl5pPr>
            <a:lvl6pPr indent="-228600" lvl="5" marL="2743200" algn="l">
              <a:spcBef>
                <a:spcPts val="100"/>
              </a:spcBef>
              <a:spcAft>
                <a:spcPts val="0"/>
              </a:spcAft>
              <a:buClr>
                <a:schemeClr val="dk1"/>
              </a:buClr>
              <a:buSzPts val="700"/>
              <a:buNone/>
              <a:defRPr sz="700"/>
            </a:lvl6pPr>
            <a:lvl7pPr indent="-228600" lvl="6" marL="3200400" algn="l">
              <a:spcBef>
                <a:spcPts val="100"/>
              </a:spcBef>
              <a:spcAft>
                <a:spcPts val="0"/>
              </a:spcAft>
              <a:buClr>
                <a:schemeClr val="dk1"/>
              </a:buClr>
              <a:buSzPts val="700"/>
              <a:buNone/>
              <a:defRPr sz="700"/>
            </a:lvl7pPr>
            <a:lvl8pPr indent="-228600" lvl="7" marL="3657600" algn="l">
              <a:spcBef>
                <a:spcPts val="100"/>
              </a:spcBef>
              <a:spcAft>
                <a:spcPts val="0"/>
              </a:spcAft>
              <a:buClr>
                <a:schemeClr val="dk1"/>
              </a:buClr>
              <a:buSzPts val="700"/>
              <a:buNone/>
              <a:defRPr sz="700"/>
            </a:lvl8pPr>
            <a:lvl9pPr indent="-228600" lvl="8" marL="4114800" algn="l">
              <a:spcBef>
                <a:spcPts val="100"/>
              </a:spcBef>
              <a:spcAft>
                <a:spcPts val="0"/>
              </a:spcAft>
              <a:buClr>
                <a:schemeClr val="dk1"/>
              </a:buClr>
              <a:buSzPts val="700"/>
              <a:buNone/>
              <a:defRPr sz="700"/>
            </a:lvl9pPr>
          </a:lstStyle>
          <a:p/>
        </p:txBody>
      </p:sp>
      <p:sp>
        <p:nvSpPr>
          <p:cNvPr id="103" name="Google Shape;103;p21"/>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4" name="Google Shape;104;p21"/>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5" name="Google Shape;105;p21"/>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6" name="Shape 106"/>
        <p:cNvGrpSpPr/>
        <p:nvPr/>
      </p:nvGrpSpPr>
      <p:grpSpPr>
        <a:xfrm>
          <a:off x="0" y="0"/>
          <a:ext cx="0" cy="0"/>
          <a:chOff x="0" y="0"/>
          <a:chExt cx="0" cy="0"/>
        </a:xfrm>
      </p:grpSpPr>
      <p:sp>
        <p:nvSpPr>
          <p:cNvPr id="107" name="Google Shape;107;p22"/>
          <p:cNvSpPr txBox="1"/>
          <p:nvPr>
            <p:ph type="title"/>
          </p:nvPr>
        </p:nvSpPr>
        <p:spPr>
          <a:xfrm>
            <a:off x="1792288" y="3600450"/>
            <a:ext cx="5486400" cy="425054"/>
          </a:xfrm>
          <a:prstGeom prst="rect">
            <a:avLst/>
          </a:prstGeom>
          <a:noFill/>
          <a:ln>
            <a:noFill/>
          </a:ln>
        </p:spPr>
        <p:txBody>
          <a:bodyPr anchorCtr="0" anchor="b" bIns="34275" lIns="68575" spcFirstLastPara="1" rIns="68575" wrap="square" tIns="34275">
            <a:noAutofit/>
          </a:bodyPr>
          <a:lstStyle>
            <a:lvl1pPr lvl="0" algn="l">
              <a:spcBef>
                <a:spcPts val="0"/>
              </a:spcBef>
              <a:spcAft>
                <a:spcPts val="0"/>
              </a:spcAft>
              <a:buSzPts val="1100"/>
              <a:buNone/>
              <a:defRPr b="1" sz="1500"/>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108" name="Google Shape;108;p22"/>
          <p:cNvSpPr/>
          <p:nvPr>
            <p:ph idx="2" type="pic"/>
          </p:nvPr>
        </p:nvSpPr>
        <p:spPr>
          <a:xfrm>
            <a:off x="1792288" y="459581"/>
            <a:ext cx="5486400" cy="3086100"/>
          </a:xfrm>
          <a:prstGeom prst="rect">
            <a:avLst/>
          </a:prstGeom>
          <a:noFill/>
          <a:ln>
            <a:noFill/>
          </a:ln>
        </p:spPr>
      </p:sp>
      <p:sp>
        <p:nvSpPr>
          <p:cNvPr id="109" name="Google Shape;109;p22"/>
          <p:cNvSpPr txBox="1"/>
          <p:nvPr>
            <p:ph idx="1" type="body"/>
          </p:nvPr>
        </p:nvSpPr>
        <p:spPr>
          <a:xfrm>
            <a:off x="1792288" y="4025503"/>
            <a:ext cx="5486400" cy="603647"/>
          </a:xfrm>
          <a:prstGeom prst="rect">
            <a:avLst/>
          </a:prstGeom>
          <a:noFill/>
          <a:ln>
            <a:noFill/>
          </a:ln>
        </p:spPr>
        <p:txBody>
          <a:bodyPr anchorCtr="0" anchor="t" bIns="34275" lIns="68575" spcFirstLastPara="1" rIns="68575" wrap="square" tIns="34275">
            <a:noAutofit/>
          </a:bodyPr>
          <a:lstStyle>
            <a:lvl1pPr indent="-228600" lvl="0" marL="457200" algn="l">
              <a:spcBef>
                <a:spcPts val="200"/>
              </a:spcBef>
              <a:spcAft>
                <a:spcPts val="0"/>
              </a:spcAft>
              <a:buClr>
                <a:schemeClr val="dk1"/>
              </a:buClr>
              <a:buSzPts val="1100"/>
              <a:buNone/>
              <a:defRPr sz="1100"/>
            </a:lvl1pPr>
            <a:lvl2pPr indent="-228600" lvl="1" marL="914400" algn="l">
              <a:spcBef>
                <a:spcPts val="200"/>
              </a:spcBef>
              <a:spcAft>
                <a:spcPts val="0"/>
              </a:spcAft>
              <a:buClr>
                <a:schemeClr val="dk1"/>
              </a:buClr>
              <a:buSzPts val="900"/>
              <a:buNone/>
              <a:defRPr sz="900"/>
            </a:lvl2pPr>
            <a:lvl3pPr indent="-228600" lvl="2" marL="1371600" algn="l">
              <a:spcBef>
                <a:spcPts val="200"/>
              </a:spcBef>
              <a:spcAft>
                <a:spcPts val="0"/>
              </a:spcAft>
              <a:buClr>
                <a:schemeClr val="dk1"/>
              </a:buClr>
              <a:buSzPts val="800"/>
              <a:buNone/>
              <a:defRPr sz="800"/>
            </a:lvl3pPr>
            <a:lvl4pPr indent="-228600" lvl="3" marL="1828800" algn="l">
              <a:spcBef>
                <a:spcPts val="100"/>
              </a:spcBef>
              <a:spcAft>
                <a:spcPts val="0"/>
              </a:spcAft>
              <a:buClr>
                <a:schemeClr val="dk1"/>
              </a:buClr>
              <a:buSzPts val="700"/>
              <a:buNone/>
              <a:defRPr sz="700"/>
            </a:lvl4pPr>
            <a:lvl5pPr indent="-228600" lvl="4" marL="2286000" algn="l">
              <a:spcBef>
                <a:spcPts val="100"/>
              </a:spcBef>
              <a:spcAft>
                <a:spcPts val="0"/>
              </a:spcAft>
              <a:buClr>
                <a:schemeClr val="dk1"/>
              </a:buClr>
              <a:buSzPts val="700"/>
              <a:buNone/>
              <a:defRPr sz="700"/>
            </a:lvl5pPr>
            <a:lvl6pPr indent="-228600" lvl="5" marL="2743200" algn="l">
              <a:spcBef>
                <a:spcPts val="100"/>
              </a:spcBef>
              <a:spcAft>
                <a:spcPts val="0"/>
              </a:spcAft>
              <a:buClr>
                <a:schemeClr val="dk1"/>
              </a:buClr>
              <a:buSzPts val="700"/>
              <a:buNone/>
              <a:defRPr sz="700"/>
            </a:lvl6pPr>
            <a:lvl7pPr indent="-228600" lvl="6" marL="3200400" algn="l">
              <a:spcBef>
                <a:spcPts val="100"/>
              </a:spcBef>
              <a:spcAft>
                <a:spcPts val="0"/>
              </a:spcAft>
              <a:buClr>
                <a:schemeClr val="dk1"/>
              </a:buClr>
              <a:buSzPts val="700"/>
              <a:buNone/>
              <a:defRPr sz="700"/>
            </a:lvl7pPr>
            <a:lvl8pPr indent="-228600" lvl="7" marL="3657600" algn="l">
              <a:spcBef>
                <a:spcPts val="100"/>
              </a:spcBef>
              <a:spcAft>
                <a:spcPts val="0"/>
              </a:spcAft>
              <a:buClr>
                <a:schemeClr val="dk1"/>
              </a:buClr>
              <a:buSzPts val="700"/>
              <a:buNone/>
              <a:defRPr sz="700"/>
            </a:lvl8pPr>
            <a:lvl9pPr indent="-228600" lvl="8" marL="4114800" algn="l">
              <a:spcBef>
                <a:spcPts val="100"/>
              </a:spcBef>
              <a:spcAft>
                <a:spcPts val="0"/>
              </a:spcAft>
              <a:buClr>
                <a:schemeClr val="dk1"/>
              </a:buClr>
              <a:buSzPts val="700"/>
              <a:buNone/>
              <a:defRPr sz="700"/>
            </a:lvl9pPr>
          </a:lstStyle>
          <a:p/>
        </p:txBody>
      </p:sp>
      <p:sp>
        <p:nvSpPr>
          <p:cNvPr id="110" name="Google Shape;110;p22"/>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1" name="Google Shape;111;p22"/>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2" name="Google Shape;112;p22"/>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3" name="Shape 113"/>
        <p:cNvGrpSpPr/>
        <p:nvPr/>
      </p:nvGrpSpPr>
      <p:grpSpPr>
        <a:xfrm>
          <a:off x="0" y="0"/>
          <a:ext cx="0" cy="0"/>
          <a:chOff x="0" y="0"/>
          <a:chExt cx="0" cy="0"/>
        </a:xfrm>
      </p:grpSpPr>
      <p:sp>
        <p:nvSpPr>
          <p:cNvPr id="114" name="Google Shape;114;p23"/>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115" name="Google Shape;115;p23"/>
          <p:cNvSpPr txBox="1"/>
          <p:nvPr>
            <p:ph idx="1" type="body"/>
          </p:nvPr>
        </p:nvSpPr>
        <p:spPr>
          <a:xfrm rot="5400000">
            <a:off x="2685455" y="-1406723"/>
            <a:ext cx="3773091" cy="8229600"/>
          </a:xfrm>
          <a:prstGeom prst="rect">
            <a:avLst/>
          </a:prstGeom>
          <a:noFill/>
          <a:ln>
            <a:noFill/>
          </a:ln>
        </p:spPr>
        <p:txBody>
          <a:bodyPr anchorCtr="0" anchor="t" bIns="34275" lIns="68575" spcFirstLastPara="1" rIns="68575" wrap="square" tIns="34275">
            <a:noAutofit/>
          </a:bodyPr>
          <a:lstStyle>
            <a:lvl1pPr indent="-317500" lvl="0" marL="457200" algn="l">
              <a:spcBef>
                <a:spcPts val="300"/>
              </a:spcBef>
              <a:spcAft>
                <a:spcPts val="0"/>
              </a:spcAft>
              <a:buClr>
                <a:schemeClr val="dk1"/>
              </a:buClr>
              <a:buSzPts val="1400"/>
              <a:buChar char="•"/>
              <a:defRPr/>
            </a:lvl1pPr>
            <a:lvl2pPr indent="-317500" lvl="1" marL="914400" algn="l">
              <a:spcBef>
                <a:spcPts val="300"/>
              </a:spcBef>
              <a:spcAft>
                <a:spcPts val="0"/>
              </a:spcAft>
              <a:buClr>
                <a:schemeClr val="dk1"/>
              </a:buClr>
              <a:buSzPts val="1400"/>
              <a:buChar char="–"/>
              <a:defRPr/>
            </a:lvl2pPr>
            <a:lvl3pPr indent="-317500" lvl="2" marL="1371600" algn="l">
              <a:spcBef>
                <a:spcPts val="300"/>
              </a:spcBef>
              <a:spcAft>
                <a:spcPts val="0"/>
              </a:spcAft>
              <a:buClr>
                <a:schemeClr val="dk1"/>
              </a:buClr>
              <a:buSzPts val="1400"/>
              <a:buChar char="•"/>
              <a:defRPr/>
            </a:lvl3pPr>
            <a:lvl4pPr indent="-317500" lvl="3" marL="1828800" algn="l">
              <a:spcBef>
                <a:spcPts val="300"/>
              </a:spcBef>
              <a:spcAft>
                <a:spcPts val="0"/>
              </a:spcAft>
              <a:buClr>
                <a:schemeClr val="dk1"/>
              </a:buClr>
              <a:buSzPts val="1400"/>
              <a:buChar char="–"/>
              <a:defRPr/>
            </a:lvl4pPr>
            <a:lvl5pPr indent="-317500" lvl="4" marL="2286000" algn="l">
              <a:spcBef>
                <a:spcPts val="300"/>
              </a:spcBef>
              <a:spcAft>
                <a:spcPts val="0"/>
              </a:spcAft>
              <a:buClr>
                <a:schemeClr val="dk1"/>
              </a:buClr>
              <a:buSzPts val="1400"/>
              <a:buChar char="»"/>
              <a:defRPr/>
            </a:lvl5pPr>
            <a:lvl6pPr indent="-317500" lvl="5" marL="2743200" algn="l">
              <a:spcBef>
                <a:spcPts val="300"/>
              </a:spcBef>
              <a:spcAft>
                <a:spcPts val="0"/>
              </a:spcAft>
              <a:buClr>
                <a:schemeClr val="dk1"/>
              </a:buClr>
              <a:buSzPts val="1400"/>
              <a:buChar char="•"/>
              <a:defRPr/>
            </a:lvl6pPr>
            <a:lvl7pPr indent="-317500" lvl="6" marL="3200400" algn="l">
              <a:spcBef>
                <a:spcPts val="300"/>
              </a:spcBef>
              <a:spcAft>
                <a:spcPts val="0"/>
              </a:spcAft>
              <a:buClr>
                <a:schemeClr val="dk1"/>
              </a:buClr>
              <a:buSzPts val="1400"/>
              <a:buChar char="•"/>
              <a:defRPr/>
            </a:lvl7pPr>
            <a:lvl8pPr indent="-317500" lvl="7" marL="3657600" algn="l">
              <a:spcBef>
                <a:spcPts val="300"/>
              </a:spcBef>
              <a:spcAft>
                <a:spcPts val="0"/>
              </a:spcAft>
              <a:buClr>
                <a:schemeClr val="dk1"/>
              </a:buClr>
              <a:buSzPts val="1400"/>
              <a:buChar char="•"/>
              <a:defRPr/>
            </a:lvl8pPr>
            <a:lvl9pPr indent="-317500" lvl="8" marL="4114800" algn="l">
              <a:spcBef>
                <a:spcPts val="300"/>
              </a:spcBef>
              <a:spcAft>
                <a:spcPts val="0"/>
              </a:spcAft>
              <a:buClr>
                <a:schemeClr val="dk1"/>
              </a:buClr>
              <a:buSzPts val="1400"/>
              <a:buChar char="•"/>
              <a:defRPr/>
            </a:lvl9pPr>
          </a:lstStyle>
          <a:p/>
        </p:txBody>
      </p:sp>
      <p:sp>
        <p:nvSpPr>
          <p:cNvPr id="116" name="Google Shape;116;p23"/>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7" name="Google Shape;117;p23"/>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8" name="Google Shape;118;p23"/>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9" name="Shape 119"/>
        <p:cNvGrpSpPr/>
        <p:nvPr/>
      </p:nvGrpSpPr>
      <p:grpSpPr>
        <a:xfrm>
          <a:off x="0" y="0"/>
          <a:ext cx="0" cy="0"/>
          <a:chOff x="0" y="0"/>
          <a:chExt cx="0" cy="0"/>
        </a:xfrm>
      </p:grpSpPr>
      <p:sp>
        <p:nvSpPr>
          <p:cNvPr id="120" name="Google Shape;120;p24"/>
          <p:cNvSpPr txBox="1"/>
          <p:nvPr>
            <p:ph type="title"/>
          </p:nvPr>
        </p:nvSpPr>
        <p:spPr>
          <a:xfrm rot="5400000">
            <a:off x="5463778" y="1371603"/>
            <a:ext cx="4388644" cy="20574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121" name="Google Shape;121;p24"/>
          <p:cNvSpPr txBox="1"/>
          <p:nvPr>
            <p:ph idx="1" type="body"/>
          </p:nvPr>
        </p:nvSpPr>
        <p:spPr>
          <a:xfrm rot="5400000">
            <a:off x="1272778" y="-609597"/>
            <a:ext cx="4388644" cy="6019800"/>
          </a:xfrm>
          <a:prstGeom prst="rect">
            <a:avLst/>
          </a:prstGeom>
          <a:noFill/>
          <a:ln>
            <a:noFill/>
          </a:ln>
        </p:spPr>
        <p:txBody>
          <a:bodyPr anchorCtr="0" anchor="t" bIns="34275" lIns="68575" spcFirstLastPara="1" rIns="68575" wrap="square" tIns="34275">
            <a:noAutofit/>
          </a:bodyPr>
          <a:lstStyle>
            <a:lvl1pPr indent="-317500" lvl="0" marL="457200" algn="l">
              <a:spcBef>
                <a:spcPts val="300"/>
              </a:spcBef>
              <a:spcAft>
                <a:spcPts val="0"/>
              </a:spcAft>
              <a:buClr>
                <a:schemeClr val="dk1"/>
              </a:buClr>
              <a:buSzPts val="1400"/>
              <a:buChar char="•"/>
              <a:defRPr/>
            </a:lvl1pPr>
            <a:lvl2pPr indent="-317500" lvl="1" marL="914400" algn="l">
              <a:spcBef>
                <a:spcPts val="300"/>
              </a:spcBef>
              <a:spcAft>
                <a:spcPts val="0"/>
              </a:spcAft>
              <a:buClr>
                <a:schemeClr val="dk1"/>
              </a:buClr>
              <a:buSzPts val="1400"/>
              <a:buChar char="–"/>
              <a:defRPr/>
            </a:lvl2pPr>
            <a:lvl3pPr indent="-317500" lvl="2" marL="1371600" algn="l">
              <a:spcBef>
                <a:spcPts val="300"/>
              </a:spcBef>
              <a:spcAft>
                <a:spcPts val="0"/>
              </a:spcAft>
              <a:buClr>
                <a:schemeClr val="dk1"/>
              </a:buClr>
              <a:buSzPts val="1400"/>
              <a:buChar char="•"/>
              <a:defRPr/>
            </a:lvl3pPr>
            <a:lvl4pPr indent="-317500" lvl="3" marL="1828800" algn="l">
              <a:spcBef>
                <a:spcPts val="300"/>
              </a:spcBef>
              <a:spcAft>
                <a:spcPts val="0"/>
              </a:spcAft>
              <a:buClr>
                <a:schemeClr val="dk1"/>
              </a:buClr>
              <a:buSzPts val="1400"/>
              <a:buChar char="–"/>
              <a:defRPr/>
            </a:lvl4pPr>
            <a:lvl5pPr indent="-317500" lvl="4" marL="2286000" algn="l">
              <a:spcBef>
                <a:spcPts val="300"/>
              </a:spcBef>
              <a:spcAft>
                <a:spcPts val="0"/>
              </a:spcAft>
              <a:buClr>
                <a:schemeClr val="dk1"/>
              </a:buClr>
              <a:buSzPts val="1400"/>
              <a:buChar char="»"/>
              <a:defRPr/>
            </a:lvl5pPr>
            <a:lvl6pPr indent="-317500" lvl="5" marL="2743200" algn="l">
              <a:spcBef>
                <a:spcPts val="300"/>
              </a:spcBef>
              <a:spcAft>
                <a:spcPts val="0"/>
              </a:spcAft>
              <a:buClr>
                <a:schemeClr val="dk1"/>
              </a:buClr>
              <a:buSzPts val="1400"/>
              <a:buChar char="•"/>
              <a:defRPr/>
            </a:lvl6pPr>
            <a:lvl7pPr indent="-317500" lvl="6" marL="3200400" algn="l">
              <a:spcBef>
                <a:spcPts val="300"/>
              </a:spcBef>
              <a:spcAft>
                <a:spcPts val="0"/>
              </a:spcAft>
              <a:buClr>
                <a:schemeClr val="dk1"/>
              </a:buClr>
              <a:buSzPts val="1400"/>
              <a:buChar char="•"/>
              <a:defRPr/>
            </a:lvl7pPr>
            <a:lvl8pPr indent="-317500" lvl="7" marL="3657600" algn="l">
              <a:spcBef>
                <a:spcPts val="300"/>
              </a:spcBef>
              <a:spcAft>
                <a:spcPts val="0"/>
              </a:spcAft>
              <a:buClr>
                <a:schemeClr val="dk1"/>
              </a:buClr>
              <a:buSzPts val="1400"/>
              <a:buChar char="•"/>
              <a:defRPr/>
            </a:lvl8pPr>
            <a:lvl9pPr indent="-317500" lvl="8" marL="4114800" algn="l">
              <a:spcBef>
                <a:spcPts val="300"/>
              </a:spcBef>
              <a:spcAft>
                <a:spcPts val="0"/>
              </a:spcAft>
              <a:buClr>
                <a:schemeClr val="dk1"/>
              </a:buClr>
              <a:buSzPts val="1400"/>
              <a:buChar char="•"/>
              <a:defRPr/>
            </a:lvl9pPr>
          </a:lstStyle>
          <a:p/>
        </p:txBody>
      </p:sp>
      <p:sp>
        <p:nvSpPr>
          <p:cNvPr id="122" name="Google Shape;122;p24"/>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3" name="Google Shape;123;p24"/>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4" name="Google Shape;124;p24"/>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1" name="Shape 131"/>
        <p:cNvGrpSpPr/>
        <p:nvPr/>
      </p:nvGrpSpPr>
      <p:grpSpPr>
        <a:xfrm>
          <a:off x="0" y="0"/>
          <a:ext cx="0" cy="0"/>
          <a:chOff x="0" y="0"/>
          <a:chExt cx="0" cy="0"/>
        </a:xfrm>
      </p:grpSpPr>
      <p:sp>
        <p:nvSpPr>
          <p:cNvPr id="132" name="Google Shape;132;p26"/>
          <p:cNvSpPr txBox="1"/>
          <p:nvPr>
            <p:ph type="ctrTitle"/>
          </p:nvPr>
        </p:nvSpPr>
        <p:spPr>
          <a:xfrm>
            <a:off x="685800" y="1597821"/>
            <a:ext cx="7772400" cy="1102519"/>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33" name="Google Shape;133;p26"/>
          <p:cNvSpPr txBox="1"/>
          <p:nvPr>
            <p:ph idx="1" type="subTitle"/>
          </p:nvPr>
        </p:nvSpPr>
        <p:spPr>
          <a:xfrm>
            <a:off x="1371600" y="2914650"/>
            <a:ext cx="6400800" cy="131445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500"/>
              </a:spcBef>
              <a:spcAft>
                <a:spcPts val="0"/>
              </a:spcAft>
              <a:buClr>
                <a:srgbClr val="888888"/>
              </a:buClr>
              <a:buSzPts val="2400"/>
              <a:buNone/>
              <a:defRPr>
                <a:solidFill>
                  <a:srgbClr val="888888"/>
                </a:solidFill>
              </a:defRPr>
            </a:lvl1pPr>
            <a:lvl2pPr lvl="1" algn="ctr">
              <a:lnSpc>
                <a:spcPct val="100000"/>
              </a:lnSpc>
              <a:spcBef>
                <a:spcPts val="400"/>
              </a:spcBef>
              <a:spcAft>
                <a:spcPts val="0"/>
              </a:spcAft>
              <a:buClr>
                <a:srgbClr val="888888"/>
              </a:buClr>
              <a:buSzPts val="2100"/>
              <a:buNone/>
              <a:defRPr>
                <a:solidFill>
                  <a:srgbClr val="888888"/>
                </a:solidFill>
              </a:defRPr>
            </a:lvl2pPr>
            <a:lvl3pPr lvl="2" algn="ctr">
              <a:lnSpc>
                <a:spcPct val="100000"/>
              </a:lnSpc>
              <a:spcBef>
                <a:spcPts val="400"/>
              </a:spcBef>
              <a:spcAft>
                <a:spcPts val="0"/>
              </a:spcAft>
              <a:buClr>
                <a:srgbClr val="888888"/>
              </a:buClr>
              <a:buSzPts val="1800"/>
              <a:buNone/>
              <a:defRPr>
                <a:solidFill>
                  <a:srgbClr val="888888"/>
                </a:solidFill>
              </a:defRPr>
            </a:lvl3pPr>
            <a:lvl4pPr lvl="3" algn="ctr">
              <a:lnSpc>
                <a:spcPct val="100000"/>
              </a:lnSpc>
              <a:spcBef>
                <a:spcPts val="300"/>
              </a:spcBef>
              <a:spcAft>
                <a:spcPts val="0"/>
              </a:spcAft>
              <a:buClr>
                <a:srgbClr val="888888"/>
              </a:buClr>
              <a:buSzPts val="1500"/>
              <a:buNone/>
              <a:defRPr>
                <a:solidFill>
                  <a:srgbClr val="888888"/>
                </a:solidFill>
              </a:defRPr>
            </a:lvl4pPr>
            <a:lvl5pPr lvl="4" algn="ctr">
              <a:lnSpc>
                <a:spcPct val="100000"/>
              </a:lnSpc>
              <a:spcBef>
                <a:spcPts val="300"/>
              </a:spcBef>
              <a:spcAft>
                <a:spcPts val="0"/>
              </a:spcAft>
              <a:buClr>
                <a:srgbClr val="888888"/>
              </a:buClr>
              <a:buSzPts val="15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p:txBody>
      </p:sp>
      <p:sp>
        <p:nvSpPr>
          <p:cNvPr id="134" name="Google Shape;134;p26"/>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5" name="Google Shape;135;p26"/>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6" name="Google Shape;136;p26"/>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37" name="Shape 137"/>
        <p:cNvGrpSpPr/>
        <p:nvPr/>
      </p:nvGrpSpPr>
      <p:grpSpPr>
        <a:xfrm>
          <a:off x="0" y="0"/>
          <a:ext cx="0" cy="0"/>
          <a:chOff x="0" y="0"/>
          <a:chExt cx="0" cy="0"/>
        </a:xfrm>
      </p:grpSpPr>
      <p:sp>
        <p:nvSpPr>
          <p:cNvPr id="138" name="Google Shape;138;p27"/>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39" name="Google Shape;139;p27"/>
          <p:cNvSpPr txBox="1"/>
          <p:nvPr>
            <p:ph idx="1" type="body"/>
          </p:nvPr>
        </p:nvSpPr>
        <p:spPr>
          <a:xfrm>
            <a:off x="457200" y="821531"/>
            <a:ext cx="8229600" cy="3773091"/>
          </a:xfrm>
          <a:prstGeom prst="rect">
            <a:avLst/>
          </a:prstGeom>
          <a:noFill/>
          <a:ln>
            <a:noFill/>
          </a:ln>
        </p:spPr>
        <p:txBody>
          <a:bodyPr anchorCtr="0" anchor="t" bIns="34275" lIns="68575" spcFirstLastPara="1" rIns="68575" wrap="square" tIns="34275">
            <a:noAutofit/>
          </a:bodyPr>
          <a:lstStyle>
            <a:lvl1pPr indent="-317500" lvl="0" marL="457200" algn="l">
              <a:lnSpc>
                <a:spcPct val="100000"/>
              </a:lnSpc>
              <a:spcBef>
                <a:spcPts val="300"/>
              </a:spcBef>
              <a:spcAft>
                <a:spcPts val="0"/>
              </a:spcAft>
              <a:buClr>
                <a:schemeClr val="dk1"/>
              </a:buClr>
              <a:buSzPts val="1400"/>
              <a:buChar char="•"/>
              <a:defRPr/>
            </a:lvl1pPr>
            <a:lvl2pPr indent="-317500" lvl="1" marL="914400" algn="l">
              <a:lnSpc>
                <a:spcPct val="100000"/>
              </a:lnSpc>
              <a:spcBef>
                <a:spcPts val="300"/>
              </a:spcBef>
              <a:spcAft>
                <a:spcPts val="0"/>
              </a:spcAft>
              <a:buClr>
                <a:schemeClr val="dk1"/>
              </a:buClr>
              <a:buSzPts val="1400"/>
              <a:buChar char="–"/>
              <a:defRPr/>
            </a:lvl2pPr>
            <a:lvl3pPr indent="-317500" lvl="2" marL="1371600" algn="l">
              <a:lnSpc>
                <a:spcPct val="100000"/>
              </a:lnSpc>
              <a:spcBef>
                <a:spcPts val="300"/>
              </a:spcBef>
              <a:spcAft>
                <a:spcPts val="0"/>
              </a:spcAft>
              <a:buClr>
                <a:schemeClr val="dk1"/>
              </a:buClr>
              <a:buSzPts val="1400"/>
              <a:buChar char="•"/>
              <a:defRPr/>
            </a:lvl3pPr>
            <a:lvl4pPr indent="-317500" lvl="3" marL="1828800" algn="l">
              <a:lnSpc>
                <a:spcPct val="100000"/>
              </a:lnSpc>
              <a:spcBef>
                <a:spcPts val="300"/>
              </a:spcBef>
              <a:spcAft>
                <a:spcPts val="0"/>
              </a:spcAft>
              <a:buClr>
                <a:schemeClr val="dk1"/>
              </a:buClr>
              <a:buSzPts val="1400"/>
              <a:buChar char="–"/>
              <a:defRPr/>
            </a:lvl4pPr>
            <a:lvl5pPr indent="-317500" lvl="4" marL="2286000" algn="l">
              <a:lnSpc>
                <a:spcPct val="100000"/>
              </a:lnSpc>
              <a:spcBef>
                <a:spcPts val="300"/>
              </a:spcBef>
              <a:spcAft>
                <a:spcPts val="0"/>
              </a:spcAft>
              <a:buClr>
                <a:schemeClr val="dk1"/>
              </a:buClr>
              <a:buSzPts val="1400"/>
              <a:buChar char="»"/>
              <a:defRPr/>
            </a:lvl5pPr>
            <a:lvl6pPr indent="-317500" lvl="5" marL="2743200" algn="l">
              <a:lnSpc>
                <a:spcPct val="100000"/>
              </a:lnSpc>
              <a:spcBef>
                <a:spcPts val="300"/>
              </a:spcBef>
              <a:spcAft>
                <a:spcPts val="0"/>
              </a:spcAft>
              <a:buClr>
                <a:schemeClr val="dk1"/>
              </a:buClr>
              <a:buSzPts val="1400"/>
              <a:buChar char="•"/>
              <a:defRPr/>
            </a:lvl6pPr>
            <a:lvl7pPr indent="-317500" lvl="6" marL="3200400" algn="l">
              <a:lnSpc>
                <a:spcPct val="100000"/>
              </a:lnSpc>
              <a:spcBef>
                <a:spcPts val="300"/>
              </a:spcBef>
              <a:spcAft>
                <a:spcPts val="0"/>
              </a:spcAft>
              <a:buClr>
                <a:schemeClr val="dk1"/>
              </a:buClr>
              <a:buSzPts val="1400"/>
              <a:buChar char="•"/>
              <a:defRPr/>
            </a:lvl7pPr>
            <a:lvl8pPr indent="-317500" lvl="7" marL="3657600" algn="l">
              <a:lnSpc>
                <a:spcPct val="100000"/>
              </a:lnSpc>
              <a:spcBef>
                <a:spcPts val="300"/>
              </a:spcBef>
              <a:spcAft>
                <a:spcPts val="0"/>
              </a:spcAft>
              <a:buClr>
                <a:schemeClr val="dk1"/>
              </a:buClr>
              <a:buSzPts val="1400"/>
              <a:buChar char="•"/>
              <a:defRPr/>
            </a:lvl8pPr>
            <a:lvl9pPr indent="-317500" lvl="8" marL="4114800" algn="l">
              <a:lnSpc>
                <a:spcPct val="100000"/>
              </a:lnSpc>
              <a:spcBef>
                <a:spcPts val="300"/>
              </a:spcBef>
              <a:spcAft>
                <a:spcPts val="0"/>
              </a:spcAft>
              <a:buClr>
                <a:schemeClr val="dk1"/>
              </a:buClr>
              <a:buSzPts val="1400"/>
              <a:buChar char="•"/>
              <a:defRPr/>
            </a:lvl9pPr>
          </a:lstStyle>
          <a:p/>
        </p:txBody>
      </p:sp>
      <p:sp>
        <p:nvSpPr>
          <p:cNvPr id="140" name="Google Shape;140;p27"/>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1" name="Google Shape;141;p27"/>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2" name="Google Shape;142;p27"/>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43" name="Shape 143"/>
        <p:cNvGrpSpPr/>
        <p:nvPr/>
      </p:nvGrpSpPr>
      <p:grpSpPr>
        <a:xfrm>
          <a:off x="0" y="0"/>
          <a:ext cx="0" cy="0"/>
          <a:chOff x="0" y="0"/>
          <a:chExt cx="0" cy="0"/>
        </a:xfrm>
      </p:grpSpPr>
      <p:sp>
        <p:nvSpPr>
          <p:cNvPr id="144" name="Google Shape;144;p28"/>
          <p:cNvSpPr txBox="1"/>
          <p:nvPr>
            <p:ph type="title"/>
          </p:nvPr>
        </p:nvSpPr>
        <p:spPr>
          <a:xfrm>
            <a:off x="722313" y="3305177"/>
            <a:ext cx="7772400" cy="1021556"/>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b="1" sz="3000" cap="none"/>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45" name="Google Shape;145;p28"/>
          <p:cNvSpPr txBox="1"/>
          <p:nvPr>
            <p:ph idx="1" type="body"/>
          </p:nvPr>
        </p:nvSpPr>
        <p:spPr>
          <a:xfrm>
            <a:off x="722313" y="2180035"/>
            <a:ext cx="7772400" cy="1125140"/>
          </a:xfrm>
          <a:prstGeom prst="rect">
            <a:avLst/>
          </a:prstGeom>
          <a:noFill/>
          <a:ln>
            <a:noFill/>
          </a:ln>
        </p:spPr>
        <p:txBody>
          <a:bodyPr anchorCtr="0" anchor="b" bIns="34275" lIns="68575" spcFirstLastPara="1" rIns="68575" wrap="square" tIns="34275">
            <a:noAutofit/>
          </a:bodyPr>
          <a:lstStyle>
            <a:lvl1pPr indent="-228600" lvl="0" marL="457200" algn="l">
              <a:lnSpc>
                <a:spcPct val="100000"/>
              </a:lnSpc>
              <a:spcBef>
                <a:spcPts val="300"/>
              </a:spcBef>
              <a:spcAft>
                <a:spcPts val="0"/>
              </a:spcAft>
              <a:buClr>
                <a:srgbClr val="888888"/>
              </a:buClr>
              <a:buSzPts val="1500"/>
              <a:buNone/>
              <a:defRPr sz="1500">
                <a:solidFill>
                  <a:srgbClr val="888888"/>
                </a:solidFill>
              </a:defRPr>
            </a:lvl1pPr>
            <a:lvl2pPr indent="-228600" lvl="1" marL="914400" algn="l">
              <a:lnSpc>
                <a:spcPct val="100000"/>
              </a:lnSpc>
              <a:spcBef>
                <a:spcPts val="300"/>
              </a:spcBef>
              <a:spcAft>
                <a:spcPts val="0"/>
              </a:spcAft>
              <a:buClr>
                <a:srgbClr val="888888"/>
              </a:buClr>
              <a:buSzPts val="1400"/>
              <a:buNone/>
              <a:defRPr sz="1400">
                <a:solidFill>
                  <a:srgbClr val="888888"/>
                </a:solidFill>
              </a:defRPr>
            </a:lvl2pPr>
            <a:lvl3pPr indent="-228600" lvl="2" marL="1371600" algn="l">
              <a:lnSpc>
                <a:spcPct val="100000"/>
              </a:lnSpc>
              <a:spcBef>
                <a:spcPts val="200"/>
              </a:spcBef>
              <a:spcAft>
                <a:spcPts val="0"/>
              </a:spcAft>
              <a:buClr>
                <a:srgbClr val="888888"/>
              </a:buClr>
              <a:buSzPts val="1200"/>
              <a:buNone/>
              <a:defRPr sz="1200">
                <a:solidFill>
                  <a:srgbClr val="888888"/>
                </a:solidFill>
              </a:defRPr>
            </a:lvl3pPr>
            <a:lvl4pPr indent="-228600" lvl="3" marL="1828800" algn="l">
              <a:lnSpc>
                <a:spcPct val="100000"/>
              </a:lnSpc>
              <a:spcBef>
                <a:spcPts val="200"/>
              </a:spcBef>
              <a:spcAft>
                <a:spcPts val="0"/>
              </a:spcAft>
              <a:buClr>
                <a:srgbClr val="888888"/>
              </a:buClr>
              <a:buSzPts val="1100"/>
              <a:buNone/>
              <a:defRPr sz="1100">
                <a:solidFill>
                  <a:srgbClr val="888888"/>
                </a:solidFill>
              </a:defRPr>
            </a:lvl4pPr>
            <a:lvl5pPr indent="-228600" lvl="4" marL="2286000" algn="l">
              <a:lnSpc>
                <a:spcPct val="100000"/>
              </a:lnSpc>
              <a:spcBef>
                <a:spcPts val="200"/>
              </a:spcBef>
              <a:spcAft>
                <a:spcPts val="0"/>
              </a:spcAft>
              <a:buClr>
                <a:srgbClr val="888888"/>
              </a:buClr>
              <a:buSzPts val="1100"/>
              <a:buNone/>
              <a:defRPr sz="1100">
                <a:solidFill>
                  <a:srgbClr val="888888"/>
                </a:solidFill>
              </a:defRPr>
            </a:lvl5pPr>
            <a:lvl6pPr indent="-228600" lvl="5" marL="2743200" algn="l">
              <a:lnSpc>
                <a:spcPct val="100000"/>
              </a:lnSpc>
              <a:spcBef>
                <a:spcPts val="200"/>
              </a:spcBef>
              <a:spcAft>
                <a:spcPts val="0"/>
              </a:spcAft>
              <a:buClr>
                <a:srgbClr val="888888"/>
              </a:buClr>
              <a:buSzPts val="1100"/>
              <a:buNone/>
              <a:defRPr sz="1100">
                <a:solidFill>
                  <a:srgbClr val="888888"/>
                </a:solidFill>
              </a:defRPr>
            </a:lvl6pPr>
            <a:lvl7pPr indent="-228600" lvl="6" marL="3200400" algn="l">
              <a:lnSpc>
                <a:spcPct val="100000"/>
              </a:lnSpc>
              <a:spcBef>
                <a:spcPts val="200"/>
              </a:spcBef>
              <a:spcAft>
                <a:spcPts val="0"/>
              </a:spcAft>
              <a:buClr>
                <a:srgbClr val="888888"/>
              </a:buClr>
              <a:buSzPts val="1100"/>
              <a:buNone/>
              <a:defRPr sz="1100">
                <a:solidFill>
                  <a:srgbClr val="888888"/>
                </a:solidFill>
              </a:defRPr>
            </a:lvl7pPr>
            <a:lvl8pPr indent="-228600" lvl="7" marL="3657600" algn="l">
              <a:lnSpc>
                <a:spcPct val="100000"/>
              </a:lnSpc>
              <a:spcBef>
                <a:spcPts val="200"/>
              </a:spcBef>
              <a:spcAft>
                <a:spcPts val="0"/>
              </a:spcAft>
              <a:buClr>
                <a:srgbClr val="888888"/>
              </a:buClr>
              <a:buSzPts val="1100"/>
              <a:buNone/>
              <a:defRPr sz="1100">
                <a:solidFill>
                  <a:srgbClr val="888888"/>
                </a:solidFill>
              </a:defRPr>
            </a:lvl8pPr>
            <a:lvl9pPr indent="-228600" lvl="8" marL="4114800" algn="l">
              <a:lnSpc>
                <a:spcPct val="100000"/>
              </a:lnSpc>
              <a:spcBef>
                <a:spcPts val="200"/>
              </a:spcBef>
              <a:spcAft>
                <a:spcPts val="0"/>
              </a:spcAft>
              <a:buClr>
                <a:srgbClr val="888888"/>
              </a:buClr>
              <a:buSzPts val="1100"/>
              <a:buNone/>
              <a:defRPr sz="1100">
                <a:solidFill>
                  <a:srgbClr val="888888"/>
                </a:solidFill>
              </a:defRPr>
            </a:lvl9pPr>
          </a:lstStyle>
          <a:p/>
        </p:txBody>
      </p:sp>
      <p:sp>
        <p:nvSpPr>
          <p:cNvPr id="146" name="Google Shape;146;p28"/>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7" name="Google Shape;147;p28"/>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8" name="Google Shape;148;p28"/>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49" name="Shape 149"/>
        <p:cNvGrpSpPr/>
        <p:nvPr/>
      </p:nvGrpSpPr>
      <p:grpSpPr>
        <a:xfrm>
          <a:off x="0" y="0"/>
          <a:ext cx="0" cy="0"/>
          <a:chOff x="0" y="0"/>
          <a:chExt cx="0" cy="0"/>
        </a:xfrm>
      </p:grpSpPr>
      <p:sp>
        <p:nvSpPr>
          <p:cNvPr id="150" name="Google Shape;150;p29"/>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51" name="Google Shape;151;p29"/>
          <p:cNvSpPr txBox="1"/>
          <p:nvPr>
            <p:ph idx="1" type="body"/>
          </p:nvPr>
        </p:nvSpPr>
        <p:spPr>
          <a:xfrm>
            <a:off x="457200" y="1200152"/>
            <a:ext cx="4038600" cy="3394472"/>
          </a:xfrm>
          <a:prstGeom prst="rect">
            <a:avLst/>
          </a:prstGeom>
          <a:noFill/>
          <a:ln>
            <a:noFill/>
          </a:ln>
        </p:spPr>
        <p:txBody>
          <a:bodyPr anchorCtr="0" anchor="t" bIns="34275" lIns="68575" spcFirstLastPara="1" rIns="68575" wrap="square" tIns="34275">
            <a:noAutofit/>
          </a:bodyPr>
          <a:lstStyle>
            <a:lvl1pPr indent="-361950" lvl="0" marL="457200" algn="l">
              <a:lnSpc>
                <a:spcPct val="100000"/>
              </a:lnSpc>
              <a:spcBef>
                <a:spcPts val="400"/>
              </a:spcBef>
              <a:spcAft>
                <a:spcPts val="0"/>
              </a:spcAft>
              <a:buClr>
                <a:schemeClr val="dk1"/>
              </a:buClr>
              <a:buSzPts val="2100"/>
              <a:buChar char="•"/>
              <a:defRPr sz="2100"/>
            </a:lvl1pPr>
            <a:lvl2pPr indent="-342900" lvl="1" marL="914400" algn="l">
              <a:lnSpc>
                <a:spcPct val="100000"/>
              </a:lnSpc>
              <a:spcBef>
                <a:spcPts val="400"/>
              </a:spcBef>
              <a:spcAft>
                <a:spcPts val="0"/>
              </a:spcAft>
              <a:buClr>
                <a:schemeClr val="dk1"/>
              </a:buClr>
              <a:buSzPts val="1800"/>
              <a:buChar char="–"/>
              <a:defRPr sz="1800"/>
            </a:lvl2pPr>
            <a:lvl3pPr indent="-323850" lvl="2" marL="1371600" algn="l">
              <a:lnSpc>
                <a:spcPct val="100000"/>
              </a:lnSpc>
              <a:spcBef>
                <a:spcPts val="300"/>
              </a:spcBef>
              <a:spcAft>
                <a:spcPts val="0"/>
              </a:spcAft>
              <a:buClr>
                <a:schemeClr val="dk1"/>
              </a:buClr>
              <a:buSzPts val="1500"/>
              <a:buChar char="•"/>
              <a:defRPr sz="1500"/>
            </a:lvl3pPr>
            <a:lvl4pPr indent="-317500" lvl="3" marL="1828800" algn="l">
              <a:lnSpc>
                <a:spcPct val="100000"/>
              </a:lnSpc>
              <a:spcBef>
                <a:spcPts val="300"/>
              </a:spcBef>
              <a:spcAft>
                <a:spcPts val="0"/>
              </a:spcAft>
              <a:buClr>
                <a:schemeClr val="dk1"/>
              </a:buClr>
              <a:buSzPts val="1400"/>
              <a:buChar char="–"/>
              <a:defRPr sz="1400"/>
            </a:lvl4pPr>
            <a:lvl5pPr indent="-317500" lvl="4" marL="2286000" algn="l">
              <a:lnSpc>
                <a:spcPct val="100000"/>
              </a:lnSpc>
              <a:spcBef>
                <a:spcPts val="300"/>
              </a:spcBef>
              <a:spcAft>
                <a:spcPts val="0"/>
              </a:spcAft>
              <a:buClr>
                <a:schemeClr val="dk1"/>
              </a:buClr>
              <a:buSzPts val="1400"/>
              <a:buChar char="»"/>
              <a:defRPr sz="1400"/>
            </a:lvl5pPr>
            <a:lvl6pPr indent="-317500" lvl="5" marL="2743200" algn="l">
              <a:lnSpc>
                <a:spcPct val="100000"/>
              </a:lnSpc>
              <a:spcBef>
                <a:spcPts val="300"/>
              </a:spcBef>
              <a:spcAft>
                <a:spcPts val="0"/>
              </a:spcAft>
              <a:buClr>
                <a:schemeClr val="dk1"/>
              </a:buClr>
              <a:buSzPts val="1400"/>
              <a:buChar char="•"/>
              <a:defRPr sz="1400"/>
            </a:lvl6pPr>
            <a:lvl7pPr indent="-317500" lvl="6" marL="3200400" algn="l">
              <a:lnSpc>
                <a:spcPct val="100000"/>
              </a:lnSpc>
              <a:spcBef>
                <a:spcPts val="300"/>
              </a:spcBef>
              <a:spcAft>
                <a:spcPts val="0"/>
              </a:spcAft>
              <a:buClr>
                <a:schemeClr val="dk1"/>
              </a:buClr>
              <a:buSzPts val="1400"/>
              <a:buChar char="•"/>
              <a:defRPr sz="1400"/>
            </a:lvl7pPr>
            <a:lvl8pPr indent="-317500" lvl="7" marL="3657600" algn="l">
              <a:lnSpc>
                <a:spcPct val="100000"/>
              </a:lnSpc>
              <a:spcBef>
                <a:spcPts val="300"/>
              </a:spcBef>
              <a:spcAft>
                <a:spcPts val="0"/>
              </a:spcAft>
              <a:buClr>
                <a:schemeClr val="dk1"/>
              </a:buClr>
              <a:buSzPts val="1400"/>
              <a:buChar char="•"/>
              <a:defRPr sz="1400"/>
            </a:lvl8pPr>
            <a:lvl9pPr indent="-317500" lvl="8" marL="4114800" algn="l">
              <a:lnSpc>
                <a:spcPct val="100000"/>
              </a:lnSpc>
              <a:spcBef>
                <a:spcPts val="300"/>
              </a:spcBef>
              <a:spcAft>
                <a:spcPts val="0"/>
              </a:spcAft>
              <a:buClr>
                <a:schemeClr val="dk1"/>
              </a:buClr>
              <a:buSzPts val="1400"/>
              <a:buChar char="•"/>
              <a:defRPr sz="1400"/>
            </a:lvl9pPr>
          </a:lstStyle>
          <a:p/>
        </p:txBody>
      </p:sp>
      <p:sp>
        <p:nvSpPr>
          <p:cNvPr id="152" name="Google Shape;152;p29"/>
          <p:cNvSpPr txBox="1"/>
          <p:nvPr>
            <p:ph idx="2" type="body"/>
          </p:nvPr>
        </p:nvSpPr>
        <p:spPr>
          <a:xfrm>
            <a:off x="4648200" y="1200152"/>
            <a:ext cx="4038600" cy="3394472"/>
          </a:xfrm>
          <a:prstGeom prst="rect">
            <a:avLst/>
          </a:prstGeom>
          <a:noFill/>
          <a:ln>
            <a:noFill/>
          </a:ln>
        </p:spPr>
        <p:txBody>
          <a:bodyPr anchorCtr="0" anchor="t" bIns="34275" lIns="68575" spcFirstLastPara="1" rIns="68575" wrap="square" tIns="34275">
            <a:noAutofit/>
          </a:bodyPr>
          <a:lstStyle>
            <a:lvl1pPr indent="-361950" lvl="0" marL="457200" algn="l">
              <a:lnSpc>
                <a:spcPct val="100000"/>
              </a:lnSpc>
              <a:spcBef>
                <a:spcPts val="400"/>
              </a:spcBef>
              <a:spcAft>
                <a:spcPts val="0"/>
              </a:spcAft>
              <a:buClr>
                <a:schemeClr val="dk1"/>
              </a:buClr>
              <a:buSzPts val="2100"/>
              <a:buChar char="•"/>
              <a:defRPr sz="2100"/>
            </a:lvl1pPr>
            <a:lvl2pPr indent="-342900" lvl="1" marL="914400" algn="l">
              <a:lnSpc>
                <a:spcPct val="100000"/>
              </a:lnSpc>
              <a:spcBef>
                <a:spcPts val="400"/>
              </a:spcBef>
              <a:spcAft>
                <a:spcPts val="0"/>
              </a:spcAft>
              <a:buClr>
                <a:schemeClr val="dk1"/>
              </a:buClr>
              <a:buSzPts val="1800"/>
              <a:buChar char="–"/>
              <a:defRPr sz="1800"/>
            </a:lvl2pPr>
            <a:lvl3pPr indent="-323850" lvl="2" marL="1371600" algn="l">
              <a:lnSpc>
                <a:spcPct val="100000"/>
              </a:lnSpc>
              <a:spcBef>
                <a:spcPts val="300"/>
              </a:spcBef>
              <a:spcAft>
                <a:spcPts val="0"/>
              </a:spcAft>
              <a:buClr>
                <a:schemeClr val="dk1"/>
              </a:buClr>
              <a:buSzPts val="1500"/>
              <a:buChar char="•"/>
              <a:defRPr sz="1500"/>
            </a:lvl3pPr>
            <a:lvl4pPr indent="-317500" lvl="3" marL="1828800" algn="l">
              <a:lnSpc>
                <a:spcPct val="100000"/>
              </a:lnSpc>
              <a:spcBef>
                <a:spcPts val="300"/>
              </a:spcBef>
              <a:spcAft>
                <a:spcPts val="0"/>
              </a:spcAft>
              <a:buClr>
                <a:schemeClr val="dk1"/>
              </a:buClr>
              <a:buSzPts val="1400"/>
              <a:buChar char="–"/>
              <a:defRPr sz="1400"/>
            </a:lvl4pPr>
            <a:lvl5pPr indent="-317500" lvl="4" marL="2286000" algn="l">
              <a:lnSpc>
                <a:spcPct val="100000"/>
              </a:lnSpc>
              <a:spcBef>
                <a:spcPts val="300"/>
              </a:spcBef>
              <a:spcAft>
                <a:spcPts val="0"/>
              </a:spcAft>
              <a:buClr>
                <a:schemeClr val="dk1"/>
              </a:buClr>
              <a:buSzPts val="1400"/>
              <a:buChar char="»"/>
              <a:defRPr sz="1400"/>
            </a:lvl5pPr>
            <a:lvl6pPr indent="-317500" lvl="5" marL="2743200" algn="l">
              <a:lnSpc>
                <a:spcPct val="100000"/>
              </a:lnSpc>
              <a:spcBef>
                <a:spcPts val="300"/>
              </a:spcBef>
              <a:spcAft>
                <a:spcPts val="0"/>
              </a:spcAft>
              <a:buClr>
                <a:schemeClr val="dk1"/>
              </a:buClr>
              <a:buSzPts val="1400"/>
              <a:buChar char="•"/>
              <a:defRPr sz="1400"/>
            </a:lvl6pPr>
            <a:lvl7pPr indent="-317500" lvl="6" marL="3200400" algn="l">
              <a:lnSpc>
                <a:spcPct val="100000"/>
              </a:lnSpc>
              <a:spcBef>
                <a:spcPts val="300"/>
              </a:spcBef>
              <a:spcAft>
                <a:spcPts val="0"/>
              </a:spcAft>
              <a:buClr>
                <a:schemeClr val="dk1"/>
              </a:buClr>
              <a:buSzPts val="1400"/>
              <a:buChar char="•"/>
              <a:defRPr sz="1400"/>
            </a:lvl7pPr>
            <a:lvl8pPr indent="-317500" lvl="7" marL="3657600" algn="l">
              <a:lnSpc>
                <a:spcPct val="100000"/>
              </a:lnSpc>
              <a:spcBef>
                <a:spcPts val="300"/>
              </a:spcBef>
              <a:spcAft>
                <a:spcPts val="0"/>
              </a:spcAft>
              <a:buClr>
                <a:schemeClr val="dk1"/>
              </a:buClr>
              <a:buSzPts val="1400"/>
              <a:buChar char="•"/>
              <a:defRPr sz="1400"/>
            </a:lvl8pPr>
            <a:lvl9pPr indent="-317500" lvl="8" marL="4114800" algn="l">
              <a:lnSpc>
                <a:spcPct val="100000"/>
              </a:lnSpc>
              <a:spcBef>
                <a:spcPts val="300"/>
              </a:spcBef>
              <a:spcAft>
                <a:spcPts val="0"/>
              </a:spcAft>
              <a:buClr>
                <a:schemeClr val="dk1"/>
              </a:buClr>
              <a:buSzPts val="1400"/>
              <a:buChar char="•"/>
              <a:defRPr sz="1400"/>
            </a:lvl9pPr>
          </a:lstStyle>
          <a:p/>
        </p:txBody>
      </p:sp>
      <p:sp>
        <p:nvSpPr>
          <p:cNvPr id="153" name="Google Shape;153;p29"/>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4" name="Google Shape;154;p29"/>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5" name="Google Shape;155;p29"/>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56" name="Shape 156"/>
        <p:cNvGrpSpPr/>
        <p:nvPr/>
      </p:nvGrpSpPr>
      <p:grpSpPr>
        <a:xfrm>
          <a:off x="0" y="0"/>
          <a:ext cx="0" cy="0"/>
          <a:chOff x="0" y="0"/>
          <a:chExt cx="0" cy="0"/>
        </a:xfrm>
      </p:grpSpPr>
      <p:sp>
        <p:nvSpPr>
          <p:cNvPr id="157" name="Google Shape;157;p30"/>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58" name="Google Shape;158;p30"/>
          <p:cNvSpPr txBox="1"/>
          <p:nvPr>
            <p:ph idx="1" type="body"/>
          </p:nvPr>
        </p:nvSpPr>
        <p:spPr>
          <a:xfrm>
            <a:off x="457200" y="1151335"/>
            <a:ext cx="4040188" cy="479822"/>
          </a:xfrm>
          <a:prstGeom prst="rect">
            <a:avLst/>
          </a:prstGeom>
          <a:noFill/>
          <a:ln>
            <a:noFill/>
          </a:ln>
        </p:spPr>
        <p:txBody>
          <a:bodyPr anchorCtr="0" anchor="b" bIns="34275" lIns="68575" spcFirstLastPara="1" rIns="68575" wrap="square" tIns="34275">
            <a:noAutofit/>
          </a:bodyPr>
          <a:lstStyle>
            <a:lvl1pPr indent="-228600" lvl="0" marL="457200" algn="l">
              <a:lnSpc>
                <a:spcPct val="100000"/>
              </a:lnSpc>
              <a:spcBef>
                <a:spcPts val="400"/>
              </a:spcBef>
              <a:spcAft>
                <a:spcPts val="0"/>
              </a:spcAft>
              <a:buClr>
                <a:schemeClr val="dk1"/>
              </a:buClr>
              <a:buSzPts val="1800"/>
              <a:buNone/>
              <a:defRPr b="1" sz="1800"/>
            </a:lvl1pPr>
            <a:lvl2pPr indent="-228600" lvl="1" marL="914400" algn="l">
              <a:lnSpc>
                <a:spcPct val="100000"/>
              </a:lnSpc>
              <a:spcBef>
                <a:spcPts val="300"/>
              </a:spcBef>
              <a:spcAft>
                <a:spcPts val="0"/>
              </a:spcAft>
              <a:buClr>
                <a:schemeClr val="dk1"/>
              </a:buClr>
              <a:buSzPts val="1500"/>
              <a:buNone/>
              <a:defRPr b="1" sz="1500"/>
            </a:lvl2pPr>
            <a:lvl3pPr indent="-228600" lvl="2" marL="1371600" algn="l">
              <a:lnSpc>
                <a:spcPct val="100000"/>
              </a:lnSpc>
              <a:spcBef>
                <a:spcPts val="300"/>
              </a:spcBef>
              <a:spcAft>
                <a:spcPts val="0"/>
              </a:spcAft>
              <a:buClr>
                <a:schemeClr val="dk1"/>
              </a:buClr>
              <a:buSzPts val="1400"/>
              <a:buNone/>
              <a:defRPr b="1" sz="1400"/>
            </a:lvl3pPr>
            <a:lvl4pPr indent="-228600" lvl="3" marL="1828800" algn="l">
              <a:lnSpc>
                <a:spcPct val="100000"/>
              </a:lnSpc>
              <a:spcBef>
                <a:spcPts val="200"/>
              </a:spcBef>
              <a:spcAft>
                <a:spcPts val="0"/>
              </a:spcAft>
              <a:buClr>
                <a:schemeClr val="dk1"/>
              </a:buClr>
              <a:buSzPts val="1200"/>
              <a:buNone/>
              <a:defRPr b="1" sz="1200"/>
            </a:lvl4pPr>
            <a:lvl5pPr indent="-228600" lvl="4" marL="2286000" algn="l">
              <a:lnSpc>
                <a:spcPct val="100000"/>
              </a:lnSpc>
              <a:spcBef>
                <a:spcPts val="200"/>
              </a:spcBef>
              <a:spcAft>
                <a:spcPts val="0"/>
              </a:spcAft>
              <a:buClr>
                <a:schemeClr val="dk1"/>
              </a:buClr>
              <a:buSzPts val="1200"/>
              <a:buNone/>
              <a:defRPr b="1" sz="1200"/>
            </a:lvl5pPr>
            <a:lvl6pPr indent="-228600" lvl="5" marL="2743200" algn="l">
              <a:lnSpc>
                <a:spcPct val="100000"/>
              </a:lnSpc>
              <a:spcBef>
                <a:spcPts val="200"/>
              </a:spcBef>
              <a:spcAft>
                <a:spcPts val="0"/>
              </a:spcAft>
              <a:buClr>
                <a:schemeClr val="dk1"/>
              </a:buClr>
              <a:buSzPts val="1200"/>
              <a:buNone/>
              <a:defRPr b="1" sz="1200"/>
            </a:lvl6pPr>
            <a:lvl7pPr indent="-228600" lvl="6" marL="3200400" algn="l">
              <a:lnSpc>
                <a:spcPct val="100000"/>
              </a:lnSpc>
              <a:spcBef>
                <a:spcPts val="200"/>
              </a:spcBef>
              <a:spcAft>
                <a:spcPts val="0"/>
              </a:spcAft>
              <a:buClr>
                <a:schemeClr val="dk1"/>
              </a:buClr>
              <a:buSzPts val="1200"/>
              <a:buNone/>
              <a:defRPr b="1" sz="1200"/>
            </a:lvl7pPr>
            <a:lvl8pPr indent="-228600" lvl="7" marL="3657600" algn="l">
              <a:lnSpc>
                <a:spcPct val="100000"/>
              </a:lnSpc>
              <a:spcBef>
                <a:spcPts val="200"/>
              </a:spcBef>
              <a:spcAft>
                <a:spcPts val="0"/>
              </a:spcAft>
              <a:buClr>
                <a:schemeClr val="dk1"/>
              </a:buClr>
              <a:buSzPts val="1200"/>
              <a:buNone/>
              <a:defRPr b="1" sz="1200"/>
            </a:lvl8pPr>
            <a:lvl9pPr indent="-228600" lvl="8" marL="4114800" algn="l">
              <a:lnSpc>
                <a:spcPct val="100000"/>
              </a:lnSpc>
              <a:spcBef>
                <a:spcPts val="200"/>
              </a:spcBef>
              <a:spcAft>
                <a:spcPts val="0"/>
              </a:spcAft>
              <a:buClr>
                <a:schemeClr val="dk1"/>
              </a:buClr>
              <a:buSzPts val="1200"/>
              <a:buNone/>
              <a:defRPr b="1" sz="1200"/>
            </a:lvl9pPr>
          </a:lstStyle>
          <a:p/>
        </p:txBody>
      </p:sp>
      <p:sp>
        <p:nvSpPr>
          <p:cNvPr id="159" name="Google Shape;159;p30"/>
          <p:cNvSpPr txBox="1"/>
          <p:nvPr>
            <p:ph idx="2" type="body"/>
          </p:nvPr>
        </p:nvSpPr>
        <p:spPr>
          <a:xfrm>
            <a:off x="457200" y="1631156"/>
            <a:ext cx="4040188" cy="2963466"/>
          </a:xfrm>
          <a:prstGeom prst="rect">
            <a:avLst/>
          </a:prstGeom>
          <a:noFill/>
          <a:ln>
            <a:noFill/>
          </a:ln>
        </p:spPr>
        <p:txBody>
          <a:bodyPr anchorCtr="0" anchor="t" bIns="34275" lIns="68575" spcFirstLastPara="1" rIns="68575" wrap="square" tIns="34275">
            <a:noAutofit/>
          </a:bodyPr>
          <a:lstStyle>
            <a:lvl1pPr indent="-342900" lvl="0" marL="457200" algn="l">
              <a:lnSpc>
                <a:spcPct val="100000"/>
              </a:lnSpc>
              <a:spcBef>
                <a:spcPts val="400"/>
              </a:spcBef>
              <a:spcAft>
                <a:spcPts val="0"/>
              </a:spcAft>
              <a:buClr>
                <a:schemeClr val="dk1"/>
              </a:buClr>
              <a:buSzPts val="1800"/>
              <a:buChar char="•"/>
              <a:defRPr sz="1800"/>
            </a:lvl1pPr>
            <a:lvl2pPr indent="-323850" lvl="1" marL="914400" algn="l">
              <a:lnSpc>
                <a:spcPct val="100000"/>
              </a:lnSpc>
              <a:spcBef>
                <a:spcPts val="300"/>
              </a:spcBef>
              <a:spcAft>
                <a:spcPts val="0"/>
              </a:spcAft>
              <a:buClr>
                <a:schemeClr val="dk1"/>
              </a:buClr>
              <a:buSzPts val="1500"/>
              <a:buChar char="–"/>
              <a:defRPr sz="1500"/>
            </a:lvl2pPr>
            <a:lvl3pPr indent="-317500" lvl="2" marL="1371600" algn="l">
              <a:lnSpc>
                <a:spcPct val="100000"/>
              </a:lnSpc>
              <a:spcBef>
                <a:spcPts val="300"/>
              </a:spcBef>
              <a:spcAft>
                <a:spcPts val="0"/>
              </a:spcAft>
              <a:buClr>
                <a:schemeClr val="dk1"/>
              </a:buClr>
              <a:buSzPts val="1400"/>
              <a:buChar char="•"/>
              <a:defRPr sz="1400"/>
            </a:lvl3pPr>
            <a:lvl4pPr indent="-304800" lvl="3" marL="1828800" algn="l">
              <a:lnSpc>
                <a:spcPct val="100000"/>
              </a:lnSpc>
              <a:spcBef>
                <a:spcPts val="200"/>
              </a:spcBef>
              <a:spcAft>
                <a:spcPts val="0"/>
              </a:spcAft>
              <a:buClr>
                <a:schemeClr val="dk1"/>
              </a:buClr>
              <a:buSzPts val="1200"/>
              <a:buChar char="–"/>
              <a:defRPr sz="1200"/>
            </a:lvl4pPr>
            <a:lvl5pPr indent="-304800" lvl="4" marL="2286000" algn="l">
              <a:lnSpc>
                <a:spcPct val="100000"/>
              </a:lnSpc>
              <a:spcBef>
                <a:spcPts val="200"/>
              </a:spcBef>
              <a:spcAft>
                <a:spcPts val="0"/>
              </a:spcAft>
              <a:buClr>
                <a:schemeClr val="dk1"/>
              </a:buClr>
              <a:buSzPts val="1200"/>
              <a:buChar char="»"/>
              <a:defRPr sz="1200"/>
            </a:lvl5pPr>
            <a:lvl6pPr indent="-304800" lvl="5" marL="2743200" algn="l">
              <a:lnSpc>
                <a:spcPct val="100000"/>
              </a:lnSpc>
              <a:spcBef>
                <a:spcPts val="200"/>
              </a:spcBef>
              <a:spcAft>
                <a:spcPts val="0"/>
              </a:spcAft>
              <a:buClr>
                <a:schemeClr val="dk1"/>
              </a:buClr>
              <a:buSzPts val="1200"/>
              <a:buChar char="•"/>
              <a:defRPr sz="1200"/>
            </a:lvl6pPr>
            <a:lvl7pPr indent="-304800" lvl="6" marL="3200400" algn="l">
              <a:lnSpc>
                <a:spcPct val="100000"/>
              </a:lnSpc>
              <a:spcBef>
                <a:spcPts val="200"/>
              </a:spcBef>
              <a:spcAft>
                <a:spcPts val="0"/>
              </a:spcAft>
              <a:buClr>
                <a:schemeClr val="dk1"/>
              </a:buClr>
              <a:buSzPts val="1200"/>
              <a:buChar char="•"/>
              <a:defRPr sz="1200"/>
            </a:lvl7pPr>
            <a:lvl8pPr indent="-304800" lvl="7" marL="3657600" algn="l">
              <a:lnSpc>
                <a:spcPct val="100000"/>
              </a:lnSpc>
              <a:spcBef>
                <a:spcPts val="200"/>
              </a:spcBef>
              <a:spcAft>
                <a:spcPts val="0"/>
              </a:spcAft>
              <a:buClr>
                <a:schemeClr val="dk1"/>
              </a:buClr>
              <a:buSzPts val="1200"/>
              <a:buChar char="•"/>
              <a:defRPr sz="1200"/>
            </a:lvl8pPr>
            <a:lvl9pPr indent="-304800" lvl="8" marL="4114800" algn="l">
              <a:lnSpc>
                <a:spcPct val="100000"/>
              </a:lnSpc>
              <a:spcBef>
                <a:spcPts val="200"/>
              </a:spcBef>
              <a:spcAft>
                <a:spcPts val="0"/>
              </a:spcAft>
              <a:buClr>
                <a:schemeClr val="dk1"/>
              </a:buClr>
              <a:buSzPts val="1200"/>
              <a:buChar char="•"/>
              <a:defRPr sz="1200"/>
            </a:lvl9pPr>
          </a:lstStyle>
          <a:p/>
        </p:txBody>
      </p:sp>
      <p:sp>
        <p:nvSpPr>
          <p:cNvPr id="160" name="Google Shape;160;p30"/>
          <p:cNvSpPr txBox="1"/>
          <p:nvPr>
            <p:ph idx="3" type="body"/>
          </p:nvPr>
        </p:nvSpPr>
        <p:spPr>
          <a:xfrm>
            <a:off x="4645027" y="1151335"/>
            <a:ext cx="4041775" cy="479822"/>
          </a:xfrm>
          <a:prstGeom prst="rect">
            <a:avLst/>
          </a:prstGeom>
          <a:noFill/>
          <a:ln>
            <a:noFill/>
          </a:ln>
        </p:spPr>
        <p:txBody>
          <a:bodyPr anchorCtr="0" anchor="b" bIns="34275" lIns="68575" spcFirstLastPara="1" rIns="68575" wrap="square" tIns="34275">
            <a:noAutofit/>
          </a:bodyPr>
          <a:lstStyle>
            <a:lvl1pPr indent="-228600" lvl="0" marL="457200" algn="l">
              <a:lnSpc>
                <a:spcPct val="100000"/>
              </a:lnSpc>
              <a:spcBef>
                <a:spcPts val="400"/>
              </a:spcBef>
              <a:spcAft>
                <a:spcPts val="0"/>
              </a:spcAft>
              <a:buClr>
                <a:schemeClr val="dk1"/>
              </a:buClr>
              <a:buSzPts val="1800"/>
              <a:buNone/>
              <a:defRPr b="1" sz="1800"/>
            </a:lvl1pPr>
            <a:lvl2pPr indent="-228600" lvl="1" marL="914400" algn="l">
              <a:lnSpc>
                <a:spcPct val="100000"/>
              </a:lnSpc>
              <a:spcBef>
                <a:spcPts val="300"/>
              </a:spcBef>
              <a:spcAft>
                <a:spcPts val="0"/>
              </a:spcAft>
              <a:buClr>
                <a:schemeClr val="dk1"/>
              </a:buClr>
              <a:buSzPts val="1500"/>
              <a:buNone/>
              <a:defRPr b="1" sz="1500"/>
            </a:lvl2pPr>
            <a:lvl3pPr indent="-228600" lvl="2" marL="1371600" algn="l">
              <a:lnSpc>
                <a:spcPct val="100000"/>
              </a:lnSpc>
              <a:spcBef>
                <a:spcPts val="300"/>
              </a:spcBef>
              <a:spcAft>
                <a:spcPts val="0"/>
              </a:spcAft>
              <a:buClr>
                <a:schemeClr val="dk1"/>
              </a:buClr>
              <a:buSzPts val="1400"/>
              <a:buNone/>
              <a:defRPr b="1" sz="1400"/>
            </a:lvl3pPr>
            <a:lvl4pPr indent="-228600" lvl="3" marL="1828800" algn="l">
              <a:lnSpc>
                <a:spcPct val="100000"/>
              </a:lnSpc>
              <a:spcBef>
                <a:spcPts val="200"/>
              </a:spcBef>
              <a:spcAft>
                <a:spcPts val="0"/>
              </a:spcAft>
              <a:buClr>
                <a:schemeClr val="dk1"/>
              </a:buClr>
              <a:buSzPts val="1200"/>
              <a:buNone/>
              <a:defRPr b="1" sz="1200"/>
            </a:lvl4pPr>
            <a:lvl5pPr indent="-228600" lvl="4" marL="2286000" algn="l">
              <a:lnSpc>
                <a:spcPct val="100000"/>
              </a:lnSpc>
              <a:spcBef>
                <a:spcPts val="200"/>
              </a:spcBef>
              <a:spcAft>
                <a:spcPts val="0"/>
              </a:spcAft>
              <a:buClr>
                <a:schemeClr val="dk1"/>
              </a:buClr>
              <a:buSzPts val="1200"/>
              <a:buNone/>
              <a:defRPr b="1" sz="1200"/>
            </a:lvl5pPr>
            <a:lvl6pPr indent="-228600" lvl="5" marL="2743200" algn="l">
              <a:lnSpc>
                <a:spcPct val="100000"/>
              </a:lnSpc>
              <a:spcBef>
                <a:spcPts val="200"/>
              </a:spcBef>
              <a:spcAft>
                <a:spcPts val="0"/>
              </a:spcAft>
              <a:buClr>
                <a:schemeClr val="dk1"/>
              </a:buClr>
              <a:buSzPts val="1200"/>
              <a:buNone/>
              <a:defRPr b="1" sz="1200"/>
            </a:lvl6pPr>
            <a:lvl7pPr indent="-228600" lvl="6" marL="3200400" algn="l">
              <a:lnSpc>
                <a:spcPct val="100000"/>
              </a:lnSpc>
              <a:spcBef>
                <a:spcPts val="200"/>
              </a:spcBef>
              <a:spcAft>
                <a:spcPts val="0"/>
              </a:spcAft>
              <a:buClr>
                <a:schemeClr val="dk1"/>
              </a:buClr>
              <a:buSzPts val="1200"/>
              <a:buNone/>
              <a:defRPr b="1" sz="1200"/>
            </a:lvl7pPr>
            <a:lvl8pPr indent="-228600" lvl="7" marL="3657600" algn="l">
              <a:lnSpc>
                <a:spcPct val="100000"/>
              </a:lnSpc>
              <a:spcBef>
                <a:spcPts val="200"/>
              </a:spcBef>
              <a:spcAft>
                <a:spcPts val="0"/>
              </a:spcAft>
              <a:buClr>
                <a:schemeClr val="dk1"/>
              </a:buClr>
              <a:buSzPts val="1200"/>
              <a:buNone/>
              <a:defRPr b="1" sz="1200"/>
            </a:lvl8pPr>
            <a:lvl9pPr indent="-228600" lvl="8" marL="4114800" algn="l">
              <a:lnSpc>
                <a:spcPct val="100000"/>
              </a:lnSpc>
              <a:spcBef>
                <a:spcPts val="200"/>
              </a:spcBef>
              <a:spcAft>
                <a:spcPts val="0"/>
              </a:spcAft>
              <a:buClr>
                <a:schemeClr val="dk1"/>
              </a:buClr>
              <a:buSzPts val="1200"/>
              <a:buNone/>
              <a:defRPr b="1" sz="1200"/>
            </a:lvl9pPr>
          </a:lstStyle>
          <a:p/>
        </p:txBody>
      </p:sp>
      <p:sp>
        <p:nvSpPr>
          <p:cNvPr id="161" name="Google Shape;161;p30"/>
          <p:cNvSpPr txBox="1"/>
          <p:nvPr>
            <p:ph idx="4" type="body"/>
          </p:nvPr>
        </p:nvSpPr>
        <p:spPr>
          <a:xfrm>
            <a:off x="4645027" y="1631156"/>
            <a:ext cx="4041775" cy="2963466"/>
          </a:xfrm>
          <a:prstGeom prst="rect">
            <a:avLst/>
          </a:prstGeom>
          <a:noFill/>
          <a:ln>
            <a:noFill/>
          </a:ln>
        </p:spPr>
        <p:txBody>
          <a:bodyPr anchorCtr="0" anchor="t" bIns="34275" lIns="68575" spcFirstLastPara="1" rIns="68575" wrap="square" tIns="34275">
            <a:noAutofit/>
          </a:bodyPr>
          <a:lstStyle>
            <a:lvl1pPr indent="-342900" lvl="0" marL="457200" algn="l">
              <a:lnSpc>
                <a:spcPct val="100000"/>
              </a:lnSpc>
              <a:spcBef>
                <a:spcPts val="400"/>
              </a:spcBef>
              <a:spcAft>
                <a:spcPts val="0"/>
              </a:spcAft>
              <a:buClr>
                <a:schemeClr val="dk1"/>
              </a:buClr>
              <a:buSzPts val="1800"/>
              <a:buChar char="•"/>
              <a:defRPr sz="1800"/>
            </a:lvl1pPr>
            <a:lvl2pPr indent="-323850" lvl="1" marL="914400" algn="l">
              <a:lnSpc>
                <a:spcPct val="100000"/>
              </a:lnSpc>
              <a:spcBef>
                <a:spcPts val="300"/>
              </a:spcBef>
              <a:spcAft>
                <a:spcPts val="0"/>
              </a:spcAft>
              <a:buClr>
                <a:schemeClr val="dk1"/>
              </a:buClr>
              <a:buSzPts val="1500"/>
              <a:buChar char="–"/>
              <a:defRPr sz="1500"/>
            </a:lvl2pPr>
            <a:lvl3pPr indent="-317500" lvl="2" marL="1371600" algn="l">
              <a:lnSpc>
                <a:spcPct val="100000"/>
              </a:lnSpc>
              <a:spcBef>
                <a:spcPts val="300"/>
              </a:spcBef>
              <a:spcAft>
                <a:spcPts val="0"/>
              </a:spcAft>
              <a:buClr>
                <a:schemeClr val="dk1"/>
              </a:buClr>
              <a:buSzPts val="1400"/>
              <a:buChar char="•"/>
              <a:defRPr sz="1400"/>
            </a:lvl3pPr>
            <a:lvl4pPr indent="-304800" lvl="3" marL="1828800" algn="l">
              <a:lnSpc>
                <a:spcPct val="100000"/>
              </a:lnSpc>
              <a:spcBef>
                <a:spcPts val="200"/>
              </a:spcBef>
              <a:spcAft>
                <a:spcPts val="0"/>
              </a:spcAft>
              <a:buClr>
                <a:schemeClr val="dk1"/>
              </a:buClr>
              <a:buSzPts val="1200"/>
              <a:buChar char="–"/>
              <a:defRPr sz="1200"/>
            </a:lvl4pPr>
            <a:lvl5pPr indent="-304800" lvl="4" marL="2286000" algn="l">
              <a:lnSpc>
                <a:spcPct val="100000"/>
              </a:lnSpc>
              <a:spcBef>
                <a:spcPts val="200"/>
              </a:spcBef>
              <a:spcAft>
                <a:spcPts val="0"/>
              </a:spcAft>
              <a:buClr>
                <a:schemeClr val="dk1"/>
              </a:buClr>
              <a:buSzPts val="1200"/>
              <a:buChar char="»"/>
              <a:defRPr sz="1200"/>
            </a:lvl5pPr>
            <a:lvl6pPr indent="-304800" lvl="5" marL="2743200" algn="l">
              <a:lnSpc>
                <a:spcPct val="100000"/>
              </a:lnSpc>
              <a:spcBef>
                <a:spcPts val="200"/>
              </a:spcBef>
              <a:spcAft>
                <a:spcPts val="0"/>
              </a:spcAft>
              <a:buClr>
                <a:schemeClr val="dk1"/>
              </a:buClr>
              <a:buSzPts val="1200"/>
              <a:buChar char="•"/>
              <a:defRPr sz="1200"/>
            </a:lvl6pPr>
            <a:lvl7pPr indent="-304800" lvl="6" marL="3200400" algn="l">
              <a:lnSpc>
                <a:spcPct val="100000"/>
              </a:lnSpc>
              <a:spcBef>
                <a:spcPts val="200"/>
              </a:spcBef>
              <a:spcAft>
                <a:spcPts val="0"/>
              </a:spcAft>
              <a:buClr>
                <a:schemeClr val="dk1"/>
              </a:buClr>
              <a:buSzPts val="1200"/>
              <a:buChar char="•"/>
              <a:defRPr sz="1200"/>
            </a:lvl7pPr>
            <a:lvl8pPr indent="-304800" lvl="7" marL="3657600" algn="l">
              <a:lnSpc>
                <a:spcPct val="100000"/>
              </a:lnSpc>
              <a:spcBef>
                <a:spcPts val="200"/>
              </a:spcBef>
              <a:spcAft>
                <a:spcPts val="0"/>
              </a:spcAft>
              <a:buClr>
                <a:schemeClr val="dk1"/>
              </a:buClr>
              <a:buSzPts val="1200"/>
              <a:buChar char="•"/>
              <a:defRPr sz="1200"/>
            </a:lvl8pPr>
            <a:lvl9pPr indent="-304800" lvl="8" marL="4114800" algn="l">
              <a:lnSpc>
                <a:spcPct val="100000"/>
              </a:lnSpc>
              <a:spcBef>
                <a:spcPts val="200"/>
              </a:spcBef>
              <a:spcAft>
                <a:spcPts val="0"/>
              </a:spcAft>
              <a:buClr>
                <a:schemeClr val="dk1"/>
              </a:buClr>
              <a:buSzPts val="1200"/>
              <a:buChar char="•"/>
              <a:defRPr sz="1200"/>
            </a:lvl9pPr>
          </a:lstStyle>
          <a:p/>
        </p:txBody>
      </p:sp>
      <p:sp>
        <p:nvSpPr>
          <p:cNvPr id="162" name="Google Shape;162;p30"/>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3" name="Google Shape;163;p30"/>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4" name="Google Shape;164;p30"/>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31"/>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67" name="Google Shape;167;p31"/>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8" name="Google Shape;168;p31"/>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9" name="Google Shape;169;p31"/>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70" name="Shape 170"/>
        <p:cNvGrpSpPr/>
        <p:nvPr/>
      </p:nvGrpSpPr>
      <p:grpSpPr>
        <a:xfrm>
          <a:off x="0" y="0"/>
          <a:ext cx="0" cy="0"/>
          <a:chOff x="0" y="0"/>
          <a:chExt cx="0" cy="0"/>
        </a:xfrm>
      </p:grpSpPr>
      <p:sp>
        <p:nvSpPr>
          <p:cNvPr id="171" name="Google Shape;171;p32"/>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72" name="Google Shape;172;p32"/>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73" name="Google Shape;173;p32"/>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74" name="Shape 174"/>
        <p:cNvGrpSpPr/>
        <p:nvPr/>
      </p:nvGrpSpPr>
      <p:grpSpPr>
        <a:xfrm>
          <a:off x="0" y="0"/>
          <a:ext cx="0" cy="0"/>
          <a:chOff x="0" y="0"/>
          <a:chExt cx="0" cy="0"/>
        </a:xfrm>
      </p:grpSpPr>
      <p:sp>
        <p:nvSpPr>
          <p:cNvPr id="175" name="Google Shape;175;p33"/>
          <p:cNvSpPr txBox="1"/>
          <p:nvPr>
            <p:ph type="title"/>
          </p:nvPr>
        </p:nvSpPr>
        <p:spPr>
          <a:xfrm>
            <a:off x="457201" y="204788"/>
            <a:ext cx="3008313" cy="871538"/>
          </a:xfrm>
          <a:prstGeom prst="rect">
            <a:avLst/>
          </a:prstGeom>
          <a:noFill/>
          <a:ln>
            <a:noFill/>
          </a:ln>
        </p:spPr>
        <p:txBody>
          <a:bodyPr anchorCtr="0" anchor="b" bIns="34275" lIns="68575" spcFirstLastPara="1" rIns="68575" wrap="square" tIns="34275">
            <a:noAutofit/>
          </a:bodyPr>
          <a:lstStyle>
            <a:lvl1pPr lvl="0" algn="l">
              <a:lnSpc>
                <a:spcPct val="100000"/>
              </a:lnSpc>
              <a:spcBef>
                <a:spcPts val="0"/>
              </a:spcBef>
              <a:spcAft>
                <a:spcPts val="0"/>
              </a:spcAft>
              <a:buSzPts val="1100"/>
              <a:buNone/>
              <a:defRPr b="1" sz="1500"/>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76" name="Google Shape;176;p33"/>
          <p:cNvSpPr txBox="1"/>
          <p:nvPr>
            <p:ph idx="1" type="body"/>
          </p:nvPr>
        </p:nvSpPr>
        <p:spPr>
          <a:xfrm>
            <a:off x="3575050" y="204790"/>
            <a:ext cx="5111750" cy="4389835"/>
          </a:xfrm>
          <a:prstGeom prst="rect">
            <a:avLst/>
          </a:prstGeom>
          <a:noFill/>
          <a:ln>
            <a:noFill/>
          </a:ln>
        </p:spPr>
        <p:txBody>
          <a:bodyPr anchorCtr="0" anchor="t" bIns="34275" lIns="68575" spcFirstLastPara="1" rIns="68575" wrap="square" tIns="34275">
            <a:noAutofit/>
          </a:bodyPr>
          <a:lstStyle>
            <a:lvl1pPr indent="-381000" lvl="0" marL="457200" algn="l">
              <a:lnSpc>
                <a:spcPct val="100000"/>
              </a:lnSpc>
              <a:spcBef>
                <a:spcPts val="500"/>
              </a:spcBef>
              <a:spcAft>
                <a:spcPts val="0"/>
              </a:spcAft>
              <a:buClr>
                <a:schemeClr val="dk1"/>
              </a:buClr>
              <a:buSzPts val="2400"/>
              <a:buChar char="•"/>
              <a:defRPr sz="2400"/>
            </a:lvl1pPr>
            <a:lvl2pPr indent="-361950" lvl="1" marL="914400" algn="l">
              <a:lnSpc>
                <a:spcPct val="100000"/>
              </a:lnSpc>
              <a:spcBef>
                <a:spcPts val="400"/>
              </a:spcBef>
              <a:spcAft>
                <a:spcPts val="0"/>
              </a:spcAft>
              <a:buClr>
                <a:schemeClr val="dk1"/>
              </a:buClr>
              <a:buSzPts val="2100"/>
              <a:buChar char="–"/>
              <a:defRPr sz="2100"/>
            </a:lvl2pPr>
            <a:lvl3pPr indent="-342900" lvl="2" marL="1371600" algn="l">
              <a:lnSpc>
                <a:spcPct val="100000"/>
              </a:lnSpc>
              <a:spcBef>
                <a:spcPts val="400"/>
              </a:spcBef>
              <a:spcAft>
                <a:spcPts val="0"/>
              </a:spcAft>
              <a:buClr>
                <a:schemeClr val="dk1"/>
              </a:buClr>
              <a:buSzPts val="1800"/>
              <a:buChar char="•"/>
              <a:defRPr sz="1800"/>
            </a:lvl3pPr>
            <a:lvl4pPr indent="-323850" lvl="3" marL="1828800" algn="l">
              <a:lnSpc>
                <a:spcPct val="100000"/>
              </a:lnSpc>
              <a:spcBef>
                <a:spcPts val="300"/>
              </a:spcBef>
              <a:spcAft>
                <a:spcPts val="0"/>
              </a:spcAft>
              <a:buClr>
                <a:schemeClr val="dk1"/>
              </a:buClr>
              <a:buSzPts val="1500"/>
              <a:buChar char="–"/>
              <a:defRPr sz="1500"/>
            </a:lvl4pPr>
            <a:lvl5pPr indent="-323850" lvl="4" marL="2286000" algn="l">
              <a:lnSpc>
                <a:spcPct val="100000"/>
              </a:lnSpc>
              <a:spcBef>
                <a:spcPts val="300"/>
              </a:spcBef>
              <a:spcAft>
                <a:spcPts val="0"/>
              </a:spcAft>
              <a:buClr>
                <a:schemeClr val="dk1"/>
              </a:buClr>
              <a:buSzPts val="1500"/>
              <a:buChar char="»"/>
              <a:defRPr sz="1500"/>
            </a:lvl5pPr>
            <a:lvl6pPr indent="-323850" lvl="5" marL="2743200" algn="l">
              <a:lnSpc>
                <a:spcPct val="100000"/>
              </a:lnSpc>
              <a:spcBef>
                <a:spcPts val="300"/>
              </a:spcBef>
              <a:spcAft>
                <a:spcPts val="0"/>
              </a:spcAft>
              <a:buClr>
                <a:schemeClr val="dk1"/>
              </a:buClr>
              <a:buSzPts val="1500"/>
              <a:buChar char="•"/>
              <a:defRPr sz="1500"/>
            </a:lvl6pPr>
            <a:lvl7pPr indent="-323850" lvl="6" marL="3200400" algn="l">
              <a:lnSpc>
                <a:spcPct val="100000"/>
              </a:lnSpc>
              <a:spcBef>
                <a:spcPts val="300"/>
              </a:spcBef>
              <a:spcAft>
                <a:spcPts val="0"/>
              </a:spcAft>
              <a:buClr>
                <a:schemeClr val="dk1"/>
              </a:buClr>
              <a:buSzPts val="1500"/>
              <a:buChar char="•"/>
              <a:defRPr sz="1500"/>
            </a:lvl7pPr>
            <a:lvl8pPr indent="-323850" lvl="7" marL="3657600" algn="l">
              <a:lnSpc>
                <a:spcPct val="100000"/>
              </a:lnSpc>
              <a:spcBef>
                <a:spcPts val="300"/>
              </a:spcBef>
              <a:spcAft>
                <a:spcPts val="0"/>
              </a:spcAft>
              <a:buClr>
                <a:schemeClr val="dk1"/>
              </a:buClr>
              <a:buSzPts val="1500"/>
              <a:buChar char="•"/>
              <a:defRPr sz="1500"/>
            </a:lvl8pPr>
            <a:lvl9pPr indent="-323850" lvl="8" marL="4114800" algn="l">
              <a:lnSpc>
                <a:spcPct val="100000"/>
              </a:lnSpc>
              <a:spcBef>
                <a:spcPts val="300"/>
              </a:spcBef>
              <a:spcAft>
                <a:spcPts val="0"/>
              </a:spcAft>
              <a:buClr>
                <a:schemeClr val="dk1"/>
              </a:buClr>
              <a:buSzPts val="1500"/>
              <a:buChar char="•"/>
              <a:defRPr sz="1500"/>
            </a:lvl9pPr>
          </a:lstStyle>
          <a:p/>
        </p:txBody>
      </p:sp>
      <p:sp>
        <p:nvSpPr>
          <p:cNvPr id="177" name="Google Shape;177;p33"/>
          <p:cNvSpPr txBox="1"/>
          <p:nvPr>
            <p:ph idx="2" type="body"/>
          </p:nvPr>
        </p:nvSpPr>
        <p:spPr>
          <a:xfrm>
            <a:off x="457201" y="1076327"/>
            <a:ext cx="3008313" cy="3518297"/>
          </a:xfrm>
          <a:prstGeom prst="rect">
            <a:avLst/>
          </a:prstGeom>
          <a:noFill/>
          <a:ln>
            <a:noFill/>
          </a:ln>
        </p:spPr>
        <p:txBody>
          <a:bodyPr anchorCtr="0" anchor="t" bIns="34275" lIns="68575" spcFirstLastPara="1" rIns="68575" wrap="square" tIns="34275">
            <a:noAutofit/>
          </a:bodyPr>
          <a:lstStyle>
            <a:lvl1pPr indent="-228600" lvl="0" marL="457200" algn="l">
              <a:lnSpc>
                <a:spcPct val="100000"/>
              </a:lnSpc>
              <a:spcBef>
                <a:spcPts val="200"/>
              </a:spcBef>
              <a:spcAft>
                <a:spcPts val="0"/>
              </a:spcAft>
              <a:buClr>
                <a:schemeClr val="dk1"/>
              </a:buClr>
              <a:buSzPts val="1100"/>
              <a:buNone/>
              <a:defRPr sz="1100"/>
            </a:lvl1pPr>
            <a:lvl2pPr indent="-228600" lvl="1" marL="914400" algn="l">
              <a:lnSpc>
                <a:spcPct val="100000"/>
              </a:lnSpc>
              <a:spcBef>
                <a:spcPts val="200"/>
              </a:spcBef>
              <a:spcAft>
                <a:spcPts val="0"/>
              </a:spcAft>
              <a:buClr>
                <a:schemeClr val="dk1"/>
              </a:buClr>
              <a:buSzPts val="900"/>
              <a:buNone/>
              <a:defRPr sz="900"/>
            </a:lvl2pPr>
            <a:lvl3pPr indent="-228600" lvl="2" marL="1371600" algn="l">
              <a:lnSpc>
                <a:spcPct val="100000"/>
              </a:lnSpc>
              <a:spcBef>
                <a:spcPts val="200"/>
              </a:spcBef>
              <a:spcAft>
                <a:spcPts val="0"/>
              </a:spcAft>
              <a:buClr>
                <a:schemeClr val="dk1"/>
              </a:buClr>
              <a:buSzPts val="800"/>
              <a:buNone/>
              <a:defRPr sz="800"/>
            </a:lvl3pPr>
            <a:lvl4pPr indent="-228600" lvl="3" marL="1828800" algn="l">
              <a:lnSpc>
                <a:spcPct val="100000"/>
              </a:lnSpc>
              <a:spcBef>
                <a:spcPts val="100"/>
              </a:spcBef>
              <a:spcAft>
                <a:spcPts val="0"/>
              </a:spcAft>
              <a:buClr>
                <a:schemeClr val="dk1"/>
              </a:buClr>
              <a:buSzPts val="700"/>
              <a:buNone/>
              <a:defRPr sz="700"/>
            </a:lvl4pPr>
            <a:lvl5pPr indent="-228600" lvl="4" marL="2286000" algn="l">
              <a:lnSpc>
                <a:spcPct val="100000"/>
              </a:lnSpc>
              <a:spcBef>
                <a:spcPts val="100"/>
              </a:spcBef>
              <a:spcAft>
                <a:spcPts val="0"/>
              </a:spcAft>
              <a:buClr>
                <a:schemeClr val="dk1"/>
              </a:buClr>
              <a:buSzPts val="700"/>
              <a:buNone/>
              <a:defRPr sz="700"/>
            </a:lvl5pPr>
            <a:lvl6pPr indent="-228600" lvl="5" marL="2743200" algn="l">
              <a:lnSpc>
                <a:spcPct val="100000"/>
              </a:lnSpc>
              <a:spcBef>
                <a:spcPts val="100"/>
              </a:spcBef>
              <a:spcAft>
                <a:spcPts val="0"/>
              </a:spcAft>
              <a:buClr>
                <a:schemeClr val="dk1"/>
              </a:buClr>
              <a:buSzPts val="700"/>
              <a:buNone/>
              <a:defRPr sz="700"/>
            </a:lvl6pPr>
            <a:lvl7pPr indent="-228600" lvl="6" marL="3200400" algn="l">
              <a:lnSpc>
                <a:spcPct val="100000"/>
              </a:lnSpc>
              <a:spcBef>
                <a:spcPts val="100"/>
              </a:spcBef>
              <a:spcAft>
                <a:spcPts val="0"/>
              </a:spcAft>
              <a:buClr>
                <a:schemeClr val="dk1"/>
              </a:buClr>
              <a:buSzPts val="700"/>
              <a:buNone/>
              <a:defRPr sz="700"/>
            </a:lvl7pPr>
            <a:lvl8pPr indent="-228600" lvl="7" marL="3657600" algn="l">
              <a:lnSpc>
                <a:spcPct val="100000"/>
              </a:lnSpc>
              <a:spcBef>
                <a:spcPts val="100"/>
              </a:spcBef>
              <a:spcAft>
                <a:spcPts val="0"/>
              </a:spcAft>
              <a:buClr>
                <a:schemeClr val="dk1"/>
              </a:buClr>
              <a:buSzPts val="700"/>
              <a:buNone/>
              <a:defRPr sz="700"/>
            </a:lvl8pPr>
            <a:lvl9pPr indent="-228600" lvl="8" marL="4114800" algn="l">
              <a:lnSpc>
                <a:spcPct val="100000"/>
              </a:lnSpc>
              <a:spcBef>
                <a:spcPts val="100"/>
              </a:spcBef>
              <a:spcAft>
                <a:spcPts val="0"/>
              </a:spcAft>
              <a:buClr>
                <a:schemeClr val="dk1"/>
              </a:buClr>
              <a:buSzPts val="700"/>
              <a:buNone/>
              <a:defRPr sz="700"/>
            </a:lvl9pPr>
          </a:lstStyle>
          <a:p/>
        </p:txBody>
      </p:sp>
      <p:sp>
        <p:nvSpPr>
          <p:cNvPr id="178" name="Google Shape;178;p33"/>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79" name="Google Shape;179;p33"/>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80" name="Google Shape;180;p33"/>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81" name="Shape 181"/>
        <p:cNvGrpSpPr/>
        <p:nvPr/>
      </p:nvGrpSpPr>
      <p:grpSpPr>
        <a:xfrm>
          <a:off x="0" y="0"/>
          <a:ext cx="0" cy="0"/>
          <a:chOff x="0" y="0"/>
          <a:chExt cx="0" cy="0"/>
        </a:xfrm>
      </p:grpSpPr>
      <p:sp>
        <p:nvSpPr>
          <p:cNvPr id="182" name="Google Shape;182;p34"/>
          <p:cNvSpPr txBox="1"/>
          <p:nvPr>
            <p:ph type="title"/>
          </p:nvPr>
        </p:nvSpPr>
        <p:spPr>
          <a:xfrm>
            <a:off x="1792288" y="3600450"/>
            <a:ext cx="5486400" cy="425054"/>
          </a:xfrm>
          <a:prstGeom prst="rect">
            <a:avLst/>
          </a:prstGeom>
          <a:noFill/>
          <a:ln>
            <a:noFill/>
          </a:ln>
        </p:spPr>
        <p:txBody>
          <a:bodyPr anchorCtr="0" anchor="b" bIns="34275" lIns="68575" spcFirstLastPara="1" rIns="68575" wrap="square" tIns="34275">
            <a:noAutofit/>
          </a:bodyPr>
          <a:lstStyle>
            <a:lvl1pPr lvl="0" algn="l">
              <a:lnSpc>
                <a:spcPct val="100000"/>
              </a:lnSpc>
              <a:spcBef>
                <a:spcPts val="0"/>
              </a:spcBef>
              <a:spcAft>
                <a:spcPts val="0"/>
              </a:spcAft>
              <a:buSzPts val="1100"/>
              <a:buNone/>
              <a:defRPr b="1" sz="1500"/>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83" name="Google Shape;183;p34"/>
          <p:cNvSpPr/>
          <p:nvPr>
            <p:ph idx="2" type="pic"/>
          </p:nvPr>
        </p:nvSpPr>
        <p:spPr>
          <a:xfrm>
            <a:off x="1792288" y="459581"/>
            <a:ext cx="5486400" cy="3086100"/>
          </a:xfrm>
          <a:prstGeom prst="rect">
            <a:avLst/>
          </a:prstGeom>
          <a:noFill/>
          <a:ln>
            <a:noFill/>
          </a:ln>
        </p:spPr>
      </p:sp>
      <p:sp>
        <p:nvSpPr>
          <p:cNvPr id="184" name="Google Shape;184;p34"/>
          <p:cNvSpPr txBox="1"/>
          <p:nvPr>
            <p:ph idx="1" type="body"/>
          </p:nvPr>
        </p:nvSpPr>
        <p:spPr>
          <a:xfrm>
            <a:off x="1792288" y="4025503"/>
            <a:ext cx="5486400" cy="603647"/>
          </a:xfrm>
          <a:prstGeom prst="rect">
            <a:avLst/>
          </a:prstGeom>
          <a:noFill/>
          <a:ln>
            <a:noFill/>
          </a:ln>
        </p:spPr>
        <p:txBody>
          <a:bodyPr anchorCtr="0" anchor="t" bIns="34275" lIns="68575" spcFirstLastPara="1" rIns="68575" wrap="square" tIns="34275">
            <a:noAutofit/>
          </a:bodyPr>
          <a:lstStyle>
            <a:lvl1pPr indent="-228600" lvl="0" marL="457200" algn="l">
              <a:lnSpc>
                <a:spcPct val="100000"/>
              </a:lnSpc>
              <a:spcBef>
                <a:spcPts val="200"/>
              </a:spcBef>
              <a:spcAft>
                <a:spcPts val="0"/>
              </a:spcAft>
              <a:buClr>
                <a:schemeClr val="dk1"/>
              </a:buClr>
              <a:buSzPts val="1100"/>
              <a:buNone/>
              <a:defRPr sz="1100"/>
            </a:lvl1pPr>
            <a:lvl2pPr indent="-228600" lvl="1" marL="914400" algn="l">
              <a:lnSpc>
                <a:spcPct val="100000"/>
              </a:lnSpc>
              <a:spcBef>
                <a:spcPts val="200"/>
              </a:spcBef>
              <a:spcAft>
                <a:spcPts val="0"/>
              </a:spcAft>
              <a:buClr>
                <a:schemeClr val="dk1"/>
              </a:buClr>
              <a:buSzPts val="900"/>
              <a:buNone/>
              <a:defRPr sz="900"/>
            </a:lvl2pPr>
            <a:lvl3pPr indent="-228600" lvl="2" marL="1371600" algn="l">
              <a:lnSpc>
                <a:spcPct val="100000"/>
              </a:lnSpc>
              <a:spcBef>
                <a:spcPts val="200"/>
              </a:spcBef>
              <a:spcAft>
                <a:spcPts val="0"/>
              </a:spcAft>
              <a:buClr>
                <a:schemeClr val="dk1"/>
              </a:buClr>
              <a:buSzPts val="800"/>
              <a:buNone/>
              <a:defRPr sz="800"/>
            </a:lvl3pPr>
            <a:lvl4pPr indent="-228600" lvl="3" marL="1828800" algn="l">
              <a:lnSpc>
                <a:spcPct val="100000"/>
              </a:lnSpc>
              <a:spcBef>
                <a:spcPts val="100"/>
              </a:spcBef>
              <a:spcAft>
                <a:spcPts val="0"/>
              </a:spcAft>
              <a:buClr>
                <a:schemeClr val="dk1"/>
              </a:buClr>
              <a:buSzPts val="700"/>
              <a:buNone/>
              <a:defRPr sz="700"/>
            </a:lvl4pPr>
            <a:lvl5pPr indent="-228600" lvl="4" marL="2286000" algn="l">
              <a:lnSpc>
                <a:spcPct val="100000"/>
              </a:lnSpc>
              <a:spcBef>
                <a:spcPts val="100"/>
              </a:spcBef>
              <a:spcAft>
                <a:spcPts val="0"/>
              </a:spcAft>
              <a:buClr>
                <a:schemeClr val="dk1"/>
              </a:buClr>
              <a:buSzPts val="700"/>
              <a:buNone/>
              <a:defRPr sz="700"/>
            </a:lvl5pPr>
            <a:lvl6pPr indent="-228600" lvl="5" marL="2743200" algn="l">
              <a:lnSpc>
                <a:spcPct val="100000"/>
              </a:lnSpc>
              <a:spcBef>
                <a:spcPts val="100"/>
              </a:spcBef>
              <a:spcAft>
                <a:spcPts val="0"/>
              </a:spcAft>
              <a:buClr>
                <a:schemeClr val="dk1"/>
              </a:buClr>
              <a:buSzPts val="700"/>
              <a:buNone/>
              <a:defRPr sz="700"/>
            </a:lvl6pPr>
            <a:lvl7pPr indent="-228600" lvl="6" marL="3200400" algn="l">
              <a:lnSpc>
                <a:spcPct val="100000"/>
              </a:lnSpc>
              <a:spcBef>
                <a:spcPts val="100"/>
              </a:spcBef>
              <a:spcAft>
                <a:spcPts val="0"/>
              </a:spcAft>
              <a:buClr>
                <a:schemeClr val="dk1"/>
              </a:buClr>
              <a:buSzPts val="700"/>
              <a:buNone/>
              <a:defRPr sz="700"/>
            </a:lvl7pPr>
            <a:lvl8pPr indent="-228600" lvl="7" marL="3657600" algn="l">
              <a:lnSpc>
                <a:spcPct val="100000"/>
              </a:lnSpc>
              <a:spcBef>
                <a:spcPts val="100"/>
              </a:spcBef>
              <a:spcAft>
                <a:spcPts val="0"/>
              </a:spcAft>
              <a:buClr>
                <a:schemeClr val="dk1"/>
              </a:buClr>
              <a:buSzPts val="700"/>
              <a:buNone/>
              <a:defRPr sz="700"/>
            </a:lvl8pPr>
            <a:lvl9pPr indent="-228600" lvl="8" marL="4114800" algn="l">
              <a:lnSpc>
                <a:spcPct val="100000"/>
              </a:lnSpc>
              <a:spcBef>
                <a:spcPts val="100"/>
              </a:spcBef>
              <a:spcAft>
                <a:spcPts val="0"/>
              </a:spcAft>
              <a:buClr>
                <a:schemeClr val="dk1"/>
              </a:buClr>
              <a:buSzPts val="700"/>
              <a:buNone/>
              <a:defRPr sz="700"/>
            </a:lvl9pPr>
          </a:lstStyle>
          <a:p/>
        </p:txBody>
      </p:sp>
      <p:sp>
        <p:nvSpPr>
          <p:cNvPr id="185" name="Google Shape;185;p34"/>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86" name="Google Shape;186;p34"/>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87" name="Google Shape;187;p34"/>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88" name="Shape 188"/>
        <p:cNvGrpSpPr/>
        <p:nvPr/>
      </p:nvGrpSpPr>
      <p:grpSpPr>
        <a:xfrm>
          <a:off x="0" y="0"/>
          <a:ext cx="0" cy="0"/>
          <a:chOff x="0" y="0"/>
          <a:chExt cx="0" cy="0"/>
        </a:xfrm>
      </p:grpSpPr>
      <p:sp>
        <p:nvSpPr>
          <p:cNvPr id="189" name="Google Shape;189;p35"/>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90" name="Google Shape;190;p35"/>
          <p:cNvSpPr txBox="1"/>
          <p:nvPr>
            <p:ph idx="1" type="body"/>
          </p:nvPr>
        </p:nvSpPr>
        <p:spPr>
          <a:xfrm rot="5400000">
            <a:off x="2685455" y="-1406723"/>
            <a:ext cx="3773091" cy="8229600"/>
          </a:xfrm>
          <a:prstGeom prst="rect">
            <a:avLst/>
          </a:prstGeom>
          <a:noFill/>
          <a:ln>
            <a:noFill/>
          </a:ln>
        </p:spPr>
        <p:txBody>
          <a:bodyPr anchorCtr="0" anchor="t" bIns="34275" lIns="68575" spcFirstLastPara="1" rIns="68575" wrap="square" tIns="34275">
            <a:noAutofit/>
          </a:bodyPr>
          <a:lstStyle>
            <a:lvl1pPr indent="-317500" lvl="0" marL="457200" algn="l">
              <a:lnSpc>
                <a:spcPct val="100000"/>
              </a:lnSpc>
              <a:spcBef>
                <a:spcPts val="300"/>
              </a:spcBef>
              <a:spcAft>
                <a:spcPts val="0"/>
              </a:spcAft>
              <a:buClr>
                <a:schemeClr val="dk1"/>
              </a:buClr>
              <a:buSzPts val="1400"/>
              <a:buChar char="•"/>
              <a:defRPr/>
            </a:lvl1pPr>
            <a:lvl2pPr indent="-317500" lvl="1" marL="914400" algn="l">
              <a:lnSpc>
                <a:spcPct val="100000"/>
              </a:lnSpc>
              <a:spcBef>
                <a:spcPts val="300"/>
              </a:spcBef>
              <a:spcAft>
                <a:spcPts val="0"/>
              </a:spcAft>
              <a:buClr>
                <a:schemeClr val="dk1"/>
              </a:buClr>
              <a:buSzPts val="1400"/>
              <a:buChar char="–"/>
              <a:defRPr/>
            </a:lvl2pPr>
            <a:lvl3pPr indent="-317500" lvl="2" marL="1371600" algn="l">
              <a:lnSpc>
                <a:spcPct val="100000"/>
              </a:lnSpc>
              <a:spcBef>
                <a:spcPts val="300"/>
              </a:spcBef>
              <a:spcAft>
                <a:spcPts val="0"/>
              </a:spcAft>
              <a:buClr>
                <a:schemeClr val="dk1"/>
              </a:buClr>
              <a:buSzPts val="1400"/>
              <a:buChar char="•"/>
              <a:defRPr/>
            </a:lvl3pPr>
            <a:lvl4pPr indent="-317500" lvl="3" marL="1828800" algn="l">
              <a:lnSpc>
                <a:spcPct val="100000"/>
              </a:lnSpc>
              <a:spcBef>
                <a:spcPts val="300"/>
              </a:spcBef>
              <a:spcAft>
                <a:spcPts val="0"/>
              </a:spcAft>
              <a:buClr>
                <a:schemeClr val="dk1"/>
              </a:buClr>
              <a:buSzPts val="1400"/>
              <a:buChar char="–"/>
              <a:defRPr/>
            </a:lvl4pPr>
            <a:lvl5pPr indent="-317500" lvl="4" marL="2286000" algn="l">
              <a:lnSpc>
                <a:spcPct val="100000"/>
              </a:lnSpc>
              <a:spcBef>
                <a:spcPts val="300"/>
              </a:spcBef>
              <a:spcAft>
                <a:spcPts val="0"/>
              </a:spcAft>
              <a:buClr>
                <a:schemeClr val="dk1"/>
              </a:buClr>
              <a:buSzPts val="1400"/>
              <a:buChar char="»"/>
              <a:defRPr/>
            </a:lvl5pPr>
            <a:lvl6pPr indent="-317500" lvl="5" marL="2743200" algn="l">
              <a:lnSpc>
                <a:spcPct val="100000"/>
              </a:lnSpc>
              <a:spcBef>
                <a:spcPts val="300"/>
              </a:spcBef>
              <a:spcAft>
                <a:spcPts val="0"/>
              </a:spcAft>
              <a:buClr>
                <a:schemeClr val="dk1"/>
              </a:buClr>
              <a:buSzPts val="1400"/>
              <a:buChar char="•"/>
              <a:defRPr/>
            </a:lvl6pPr>
            <a:lvl7pPr indent="-317500" lvl="6" marL="3200400" algn="l">
              <a:lnSpc>
                <a:spcPct val="100000"/>
              </a:lnSpc>
              <a:spcBef>
                <a:spcPts val="300"/>
              </a:spcBef>
              <a:spcAft>
                <a:spcPts val="0"/>
              </a:spcAft>
              <a:buClr>
                <a:schemeClr val="dk1"/>
              </a:buClr>
              <a:buSzPts val="1400"/>
              <a:buChar char="•"/>
              <a:defRPr/>
            </a:lvl7pPr>
            <a:lvl8pPr indent="-317500" lvl="7" marL="3657600" algn="l">
              <a:lnSpc>
                <a:spcPct val="100000"/>
              </a:lnSpc>
              <a:spcBef>
                <a:spcPts val="300"/>
              </a:spcBef>
              <a:spcAft>
                <a:spcPts val="0"/>
              </a:spcAft>
              <a:buClr>
                <a:schemeClr val="dk1"/>
              </a:buClr>
              <a:buSzPts val="1400"/>
              <a:buChar char="•"/>
              <a:defRPr/>
            </a:lvl8pPr>
            <a:lvl9pPr indent="-317500" lvl="8" marL="4114800" algn="l">
              <a:lnSpc>
                <a:spcPct val="100000"/>
              </a:lnSpc>
              <a:spcBef>
                <a:spcPts val="300"/>
              </a:spcBef>
              <a:spcAft>
                <a:spcPts val="0"/>
              </a:spcAft>
              <a:buClr>
                <a:schemeClr val="dk1"/>
              </a:buClr>
              <a:buSzPts val="1400"/>
              <a:buChar char="•"/>
              <a:defRPr/>
            </a:lvl9pPr>
          </a:lstStyle>
          <a:p/>
        </p:txBody>
      </p:sp>
      <p:sp>
        <p:nvSpPr>
          <p:cNvPr id="191" name="Google Shape;191;p35"/>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2" name="Google Shape;192;p35"/>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3" name="Google Shape;193;p35"/>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94" name="Shape 194"/>
        <p:cNvGrpSpPr/>
        <p:nvPr/>
      </p:nvGrpSpPr>
      <p:grpSpPr>
        <a:xfrm>
          <a:off x="0" y="0"/>
          <a:ext cx="0" cy="0"/>
          <a:chOff x="0" y="0"/>
          <a:chExt cx="0" cy="0"/>
        </a:xfrm>
      </p:grpSpPr>
      <p:sp>
        <p:nvSpPr>
          <p:cNvPr id="195" name="Google Shape;195;p36"/>
          <p:cNvSpPr txBox="1"/>
          <p:nvPr>
            <p:ph type="title"/>
          </p:nvPr>
        </p:nvSpPr>
        <p:spPr>
          <a:xfrm rot="5400000">
            <a:off x="5463778" y="1371603"/>
            <a:ext cx="4388644" cy="20574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96" name="Google Shape;196;p36"/>
          <p:cNvSpPr txBox="1"/>
          <p:nvPr>
            <p:ph idx="1" type="body"/>
          </p:nvPr>
        </p:nvSpPr>
        <p:spPr>
          <a:xfrm rot="5400000">
            <a:off x="1272778" y="-609597"/>
            <a:ext cx="4388644" cy="6019800"/>
          </a:xfrm>
          <a:prstGeom prst="rect">
            <a:avLst/>
          </a:prstGeom>
          <a:noFill/>
          <a:ln>
            <a:noFill/>
          </a:ln>
        </p:spPr>
        <p:txBody>
          <a:bodyPr anchorCtr="0" anchor="t" bIns="34275" lIns="68575" spcFirstLastPara="1" rIns="68575" wrap="square" tIns="34275">
            <a:noAutofit/>
          </a:bodyPr>
          <a:lstStyle>
            <a:lvl1pPr indent="-317500" lvl="0" marL="457200" algn="l">
              <a:lnSpc>
                <a:spcPct val="100000"/>
              </a:lnSpc>
              <a:spcBef>
                <a:spcPts val="300"/>
              </a:spcBef>
              <a:spcAft>
                <a:spcPts val="0"/>
              </a:spcAft>
              <a:buClr>
                <a:schemeClr val="dk1"/>
              </a:buClr>
              <a:buSzPts val="1400"/>
              <a:buChar char="•"/>
              <a:defRPr/>
            </a:lvl1pPr>
            <a:lvl2pPr indent="-317500" lvl="1" marL="914400" algn="l">
              <a:lnSpc>
                <a:spcPct val="100000"/>
              </a:lnSpc>
              <a:spcBef>
                <a:spcPts val="300"/>
              </a:spcBef>
              <a:spcAft>
                <a:spcPts val="0"/>
              </a:spcAft>
              <a:buClr>
                <a:schemeClr val="dk1"/>
              </a:buClr>
              <a:buSzPts val="1400"/>
              <a:buChar char="–"/>
              <a:defRPr/>
            </a:lvl2pPr>
            <a:lvl3pPr indent="-317500" lvl="2" marL="1371600" algn="l">
              <a:lnSpc>
                <a:spcPct val="100000"/>
              </a:lnSpc>
              <a:spcBef>
                <a:spcPts val="300"/>
              </a:spcBef>
              <a:spcAft>
                <a:spcPts val="0"/>
              </a:spcAft>
              <a:buClr>
                <a:schemeClr val="dk1"/>
              </a:buClr>
              <a:buSzPts val="1400"/>
              <a:buChar char="•"/>
              <a:defRPr/>
            </a:lvl3pPr>
            <a:lvl4pPr indent="-317500" lvl="3" marL="1828800" algn="l">
              <a:lnSpc>
                <a:spcPct val="100000"/>
              </a:lnSpc>
              <a:spcBef>
                <a:spcPts val="300"/>
              </a:spcBef>
              <a:spcAft>
                <a:spcPts val="0"/>
              </a:spcAft>
              <a:buClr>
                <a:schemeClr val="dk1"/>
              </a:buClr>
              <a:buSzPts val="1400"/>
              <a:buChar char="–"/>
              <a:defRPr/>
            </a:lvl4pPr>
            <a:lvl5pPr indent="-317500" lvl="4" marL="2286000" algn="l">
              <a:lnSpc>
                <a:spcPct val="100000"/>
              </a:lnSpc>
              <a:spcBef>
                <a:spcPts val="300"/>
              </a:spcBef>
              <a:spcAft>
                <a:spcPts val="0"/>
              </a:spcAft>
              <a:buClr>
                <a:schemeClr val="dk1"/>
              </a:buClr>
              <a:buSzPts val="1400"/>
              <a:buChar char="»"/>
              <a:defRPr/>
            </a:lvl5pPr>
            <a:lvl6pPr indent="-317500" lvl="5" marL="2743200" algn="l">
              <a:lnSpc>
                <a:spcPct val="100000"/>
              </a:lnSpc>
              <a:spcBef>
                <a:spcPts val="300"/>
              </a:spcBef>
              <a:spcAft>
                <a:spcPts val="0"/>
              </a:spcAft>
              <a:buClr>
                <a:schemeClr val="dk1"/>
              </a:buClr>
              <a:buSzPts val="1400"/>
              <a:buChar char="•"/>
              <a:defRPr/>
            </a:lvl6pPr>
            <a:lvl7pPr indent="-317500" lvl="6" marL="3200400" algn="l">
              <a:lnSpc>
                <a:spcPct val="100000"/>
              </a:lnSpc>
              <a:spcBef>
                <a:spcPts val="300"/>
              </a:spcBef>
              <a:spcAft>
                <a:spcPts val="0"/>
              </a:spcAft>
              <a:buClr>
                <a:schemeClr val="dk1"/>
              </a:buClr>
              <a:buSzPts val="1400"/>
              <a:buChar char="•"/>
              <a:defRPr/>
            </a:lvl7pPr>
            <a:lvl8pPr indent="-317500" lvl="7" marL="3657600" algn="l">
              <a:lnSpc>
                <a:spcPct val="100000"/>
              </a:lnSpc>
              <a:spcBef>
                <a:spcPts val="300"/>
              </a:spcBef>
              <a:spcAft>
                <a:spcPts val="0"/>
              </a:spcAft>
              <a:buClr>
                <a:schemeClr val="dk1"/>
              </a:buClr>
              <a:buSzPts val="1400"/>
              <a:buChar char="•"/>
              <a:defRPr/>
            </a:lvl8pPr>
            <a:lvl9pPr indent="-317500" lvl="8" marL="4114800" algn="l">
              <a:lnSpc>
                <a:spcPct val="100000"/>
              </a:lnSpc>
              <a:spcBef>
                <a:spcPts val="300"/>
              </a:spcBef>
              <a:spcAft>
                <a:spcPts val="0"/>
              </a:spcAft>
              <a:buClr>
                <a:schemeClr val="dk1"/>
              </a:buClr>
              <a:buSzPts val="1400"/>
              <a:buChar char="•"/>
              <a:defRPr/>
            </a:lvl9pPr>
          </a:lstStyle>
          <a:p/>
        </p:txBody>
      </p:sp>
      <p:sp>
        <p:nvSpPr>
          <p:cNvPr id="197" name="Google Shape;197;p36"/>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8" name="Google Shape;198;p36"/>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9" name="Google Shape;199;p36"/>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4.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1pPr>
            <a:lvl2pPr lvl="1"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2pPr>
            <a:lvl3pPr lvl="2"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3pPr>
            <a:lvl4pPr lvl="3"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4pPr>
            <a:lvl5pPr lvl="4"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5pPr>
            <a:lvl6pPr lvl="5"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6pPr>
            <a:lvl7pPr lvl="6"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7pPr>
            <a:lvl8pPr lvl="7"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8pPr>
            <a:lvl9pPr lvl="8"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9pPr>
          </a:lstStyle>
          <a:p/>
        </p:txBody>
      </p:sp>
      <p:sp>
        <p:nvSpPr>
          <p:cNvPr id="52" name="Google Shape;52;p13"/>
          <p:cNvSpPr txBox="1"/>
          <p:nvPr>
            <p:ph idx="1" type="body"/>
          </p:nvPr>
        </p:nvSpPr>
        <p:spPr>
          <a:xfrm>
            <a:off x="457200" y="821531"/>
            <a:ext cx="8229600" cy="3773091"/>
          </a:xfrm>
          <a:prstGeom prst="rect">
            <a:avLst/>
          </a:prstGeom>
          <a:noFill/>
          <a:ln>
            <a:noFill/>
          </a:ln>
        </p:spPr>
        <p:txBody>
          <a:bodyPr anchorCtr="0" anchor="t" bIns="34275" lIns="68575" spcFirstLastPara="1" rIns="68575" wrap="square" tIns="34275">
            <a:noAutofit/>
          </a:bodyPr>
          <a:lstStyle>
            <a:lvl1pPr indent="-381000" lvl="0" marL="457200" marR="0" rtl="0" algn="l">
              <a:spcBef>
                <a:spcPts val="500"/>
              </a:spcBef>
              <a:spcAft>
                <a:spcPts val="0"/>
              </a:spcAft>
              <a:buClr>
                <a:schemeClr val="dk1"/>
              </a:buClr>
              <a:buSzPts val="2400"/>
              <a:buFont typeface="Arial"/>
              <a:buChar char="•"/>
              <a:defRPr b="0" i="0" sz="2400" u="none" cap="none" strike="noStrike">
                <a:solidFill>
                  <a:schemeClr val="dk1"/>
                </a:solidFill>
                <a:latin typeface="Oswald"/>
                <a:ea typeface="Oswald"/>
                <a:cs typeface="Oswald"/>
                <a:sym typeface="Oswald"/>
              </a:defRPr>
            </a:lvl1pPr>
            <a:lvl2pPr indent="-361950" lvl="1" marL="914400" marR="0" rtl="0" algn="l">
              <a:spcBef>
                <a:spcPts val="400"/>
              </a:spcBef>
              <a:spcAft>
                <a:spcPts val="0"/>
              </a:spcAft>
              <a:buClr>
                <a:schemeClr val="dk1"/>
              </a:buClr>
              <a:buSzPts val="2100"/>
              <a:buFont typeface="Arial"/>
              <a:buChar char="–"/>
              <a:defRPr b="0" i="0" sz="2100" u="none" cap="none" strike="noStrike">
                <a:solidFill>
                  <a:schemeClr val="dk1"/>
                </a:solidFill>
                <a:latin typeface="Oswald"/>
                <a:ea typeface="Oswald"/>
                <a:cs typeface="Oswald"/>
                <a:sym typeface="Oswald"/>
              </a:defRPr>
            </a:lvl2pPr>
            <a:lvl3pPr indent="-342900" lvl="2" marL="1371600" marR="0" rtl="0" algn="l">
              <a:spcBef>
                <a:spcPts val="400"/>
              </a:spcBef>
              <a:spcAft>
                <a:spcPts val="0"/>
              </a:spcAft>
              <a:buClr>
                <a:schemeClr val="dk1"/>
              </a:buClr>
              <a:buSzPts val="1800"/>
              <a:buFont typeface="Arial"/>
              <a:buChar char="•"/>
              <a:defRPr b="0" i="0" sz="1800" u="none" cap="none" strike="noStrike">
                <a:solidFill>
                  <a:schemeClr val="dk1"/>
                </a:solidFill>
                <a:latin typeface="Oswald"/>
                <a:ea typeface="Oswald"/>
                <a:cs typeface="Oswald"/>
                <a:sym typeface="Oswald"/>
              </a:defRPr>
            </a:lvl3pPr>
            <a:lvl4pPr indent="-323850" lvl="3" marL="1828800" marR="0" rtl="0" algn="l">
              <a:spcBef>
                <a:spcPts val="300"/>
              </a:spcBef>
              <a:spcAft>
                <a:spcPts val="0"/>
              </a:spcAft>
              <a:buClr>
                <a:schemeClr val="dk1"/>
              </a:buClr>
              <a:buSzPts val="1500"/>
              <a:buFont typeface="Arial"/>
              <a:buChar char="–"/>
              <a:defRPr b="0" i="0" sz="1500" u="none" cap="none" strike="noStrike">
                <a:solidFill>
                  <a:schemeClr val="dk1"/>
                </a:solidFill>
                <a:latin typeface="Oswald"/>
                <a:ea typeface="Oswald"/>
                <a:cs typeface="Oswald"/>
                <a:sym typeface="Oswald"/>
              </a:defRPr>
            </a:lvl4pPr>
            <a:lvl5pPr indent="-323850" lvl="4" marL="2286000" marR="0" rtl="0" algn="l">
              <a:spcBef>
                <a:spcPts val="300"/>
              </a:spcBef>
              <a:spcAft>
                <a:spcPts val="0"/>
              </a:spcAft>
              <a:buClr>
                <a:schemeClr val="dk1"/>
              </a:buClr>
              <a:buSzPts val="1500"/>
              <a:buFont typeface="Arial"/>
              <a:buChar char="»"/>
              <a:defRPr b="0" i="0" sz="1500" u="none" cap="none" strike="noStrike">
                <a:solidFill>
                  <a:schemeClr val="dk1"/>
                </a:solidFill>
                <a:latin typeface="Oswald"/>
                <a:ea typeface="Oswald"/>
                <a:cs typeface="Oswald"/>
                <a:sym typeface="Oswald"/>
              </a:defRPr>
            </a:lvl5pPr>
            <a:lvl6pPr indent="-323850" lvl="5" marL="27432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6pPr>
            <a:lvl7pPr indent="-323850" lvl="6" marL="32004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7pPr>
            <a:lvl8pPr indent="-323850" lvl="7" marL="36576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8pPr>
            <a:lvl9pPr indent="-323850" lvl="8" marL="41148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9pPr>
          </a:lstStyle>
          <a:p/>
        </p:txBody>
      </p:sp>
      <p:sp>
        <p:nvSpPr>
          <p:cNvPr id="53" name="Google Shape;53;p13"/>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SzPts val="1100"/>
              <a:buNone/>
              <a:defRPr b="0" i="0" sz="900" u="none" cap="none" strike="noStrike">
                <a:solidFill>
                  <a:srgbClr val="898989"/>
                </a:solidFill>
                <a:latin typeface="Oswald"/>
                <a:ea typeface="Oswald"/>
                <a:cs typeface="Oswald"/>
                <a:sym typeface="Oswald"/>
              </a:defRPr>
            </a:lvl1pPr>
            <a:lvl2pPr lvl="1"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marR="0" rtl="0" algn="ctr">
              <a:spcBef>
                <a:spcPts val="0"/>
              </a:spcBef>
              <a:spcAft>
                <a:spcPts val="0"/>
              </a:spcAft>
              <a:buSzPts val="1100"/>
              <a:buNone/>
              <a:defRPr b="0" i="0" sz="900" u="none" cap="none" strike="noStrike">
                <a:solidFill>
                  <a:srgbClr val="888888"/>
                </a:solidFill>
                <a:latin typeface="Oswald"/>
                <a:ea typeface="Oswald"/>
                <a:cs typeface="Oswald"/>
                <a:sym typeface="Oswald"/>
              </a:defRPr>
            </a:lvl1pPr>
            <a:lvl2pPr lvl="1"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55" name="Google Shape;55;p13"/>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spcAft>
                <a:spcPts val="0"/>
              </a:spcAft>
              <a:buNone/>
              <a:defRPr b="0" i="0" sz="900" u="none" cap="none" strike="noStrike">
                <a:solidFill>
                  <a:srgbClr val="898989"/>
                </a:solidFill>
                <a:latin typeface="Oswald"/>
                <a:ea typeface="Oswald"/>
                <a:cs typeface="Oswald"/>
                <a:sym typeface="Oswald"/>
              </a:defRPr>
            </a:lvl1pPr>
            <a:lvl2pPr indent="0" lvl="1" marL="0" marR="0" rtl="0" algn="r">
              <a:spcBef>
                <a:spcPts val="0"/>
              </a:spcBef>
              <a:spcAft>
                <a:spcPts val="0"/>
              </a:spcAft>
              <a:buNone/>
              <a:defRPr b="0" i="0" sz="900" u="none" cap="none" strike="noStrike">
                <a:solidFill>
                  <a:srgbClr val="898989"/>
                </a:solidFill>
                <a:latin typeface="Oswald"/>
                <a:ea typeface="Oswald"/>
                <a:cs typeface="Oswald"/>
                <a:sym typeface="Oswald"/>
              </a:defRPr>
            </a:lvl2pPr>
            <a:lvl3pPr indent="0" lvl="2" marL="0" marR="0" rtl="0" algn="r">
              <a:spcBef>
                <a:spcPts val="0"/>
              </a:spcBef>
              <a:spcAft>
                <a:spcPts val="0"/>
              </a:spcAft>
              <a:buNone/>
              <a:defRPr b="0" i="0" sz="900" u="none" cap="none" strike="noStrike">
                <a:solidFill>
                  <a:srgbClr val="898989"/>
                </a:solidFill>
                <a:latin typeface="Oswald"/>
                <a:ea typeface="Oswald"/>
                <a:cs typeface="Oswald"/>
                <a:sym typeface="Oswald"/>
              </a:defRPr>
            </a:lvl3pPr>
            <a:lvl4pPr indent="0" lvl="3" marL="0" marR="0" rtl="0" algn="r">
              <a:spcBef>
                <a:spcPts val="0"/>
              </a:spcBef>
              <a:spcAft>
                <a:spcPts val="0"/>
              </a:spcAft>
              <a:buNone/>
              <a:defRPr b="0" i="0" sz="900" u="none" cap="none" strike="noStrike">
                <a:solidFill>
                  <a:srgbClr val="898989"/>
                </a:solidFill>
                <a:latin typeface="Oswald"/>
                <a:ea typeface="Oswald"/>
                <a:cs typeface="Oswald"/>
                <a:sym typeface="Oswald"/>
              </a:defRPr>
            </a:lvl4pPr>
            <a:lvl5pPr indent="0" lvl="4" marL="0" marR="0" rtl="0" algn="r">
              <a:spcBef>
                <a:spcPts val="0"/>
              </a:spcBef>
              <a:spcAft>
                <a:spcPts val="0"/>
              </a:spcAft>
              <a:buNone/>
              <a:defRPr b="0" i="0" sz="900" u="none" cap="none" strike="noStrike">
                <a:solidFill>
                  <a:srgbClr val="898989"/>
                </a:solidFill>
                <a:latin typeface="Oswald"/>
                <a:ea typeface="Oswald"/>
                <a:cs typeface="Oswald"/>
                <a:sym typeface="Oswald"/>
              </a:defRPr>
            </a:lvl5pPr>
            <a:lvl6pPr indent="0" lvl="5" marL="0" marR="0" rtl="0" algn="r">
              <a:spcBef>
                <a:spcPts val="0"/>
              </a:spcBef>
              <a:spcAft>
                <a:spcPts val="0"/>
              </a:spcAft>
              <a:buNone/>
              <a:defRPr b="0" i="0" sz="900" u="none" cap="none" strike="noStrike">
                <a:solidFill>
                  <a:srgbClr val="898989"/>
                </a:solidFill>
                <a:latin typeface="Oswald"/>
                <a:ea typeface="Oswald"/>
                <a:cs typeface="Oswald"/>
                <a:sym typeface="Oswald"/>
              </a:defRPr>
            </a:lvl6pPr>
            <a:lvl7pPr indent="0" lvl="6" marL="0" marR="0" rtl="0" algn="r">
              <a:spcBef>
                <a:spcPts val="0"/>
              </a:spcBef>
              <a:spcAft>
                <a:spcPts val="0"/>
              </a:spcAft>
              <a:buNone/>
              <a:defRPr b="0" i="0" sz="900" u="none" cap="none" strike="noStrike">
                <a:solidFill>
                  <a:srgbClr val="898989"/>
                </a:solidFill>
                <a:latin typeface="Oswald"/>
                <a:ea typeface="Oswald"/>
                <a:cs typeface="Oswald"/>
                <a:sym typeface="Oswald"/>
              </a:defRPr>
            </a:lvl7pPr>
            <a:lvl8pPr indent="0" lvl="7" marL="0" marR="0" rtl="0" algn="r">
              <a:spcBef>
                <a:spcPts val="0"/>
              </a:spcBef>
              <a:spcAft>
                <a:spcPts val="0"/>
              </a:spcAft>
              <a:buNone/>
              <a:defRPr b="0" i="0" sz="900" u="none" cap="none" strike="noStrike">
                <a:solidFill>
                  <a:srgbClr val="898989"/>
                </a:solidFill>
                <a:latin typeface="Oswald"/>
                <a:ea typeface="Oswald"/>
                <a:cs typeface="Oswald"/>
                <a:sym typeface="Oswald"/>
              </a:defRPr>
            </a:lvl8pPr>
            <a:lvl9pPr indent="0" lvl="8" marL="0" marR="0" rtl="0" algn="r">
              <a:spcBef>
                <a:spcPts val="0"/>
              </a:spcBef>
              <a:spcAft>
                <a:spcPts val="0"/>
              </a:spcAft>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25" name="Shape 125"/>
        <p:cNvGrpSpPr/>
        <p:nvPr/>
      </p:nvGrpSpPr>
      <p:grpSpPr>
        <a:xfrm>
          <a:off x="0" y="0"/>
          <a:ext cx="0" cy="0"/>
          <a:chOff x="0" y="0"/>
          <a:chExt cx="0" cy="0"/>
        </a:xfrm>
      </p:grpSpPr>
      <p:sp>
        <p:nvSpPr>
          <p:cNvPr id="126" name="Google Shape;126;p25"/>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1pPr>
            <a:lvl2pPr lvl="1"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2pPr>
            <a:lvl3pPr lvl="2"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3pPr>
            <a:lvl4pPr lvl="3"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4pPr>
            <a:lvl5pPr lvl="4"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5pPr>
            <a:lvl6pPr lvl="5"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6pPr>
            <a:lvl7pPr lvl="6"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7pPr>
            <a:lvl8pPr lvl="7"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8pPr>
            <a:lvl9pPr lvl="8"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9pPr>
          </a:lstStyle>
          <a:p/>
        </p:txBody>
      </p:sp>
      <p:sp>
        <p:nvSpPr>
          <p:cNvPr id="127" name="Google Shape;127;p25"/>
          <p:cNvSpPr txBox="1"/>
          <p:nvPr>
            <p:ph idx="1" type="body"/>
          </p:nvPr>
        </p:nvSpPr>
        <p:spPr>
          <a:xfrm>
            <a:off x="457200" y="821531"/>
            <a:ext cx="8229600" cy="3773091"/>
          </a:xfrm>
          <a:prstGeom prst="rect">
            <a:avLst/>
          </a:prstGeom>
          <a:noFill/>
          <a:ln>
            <a:noFill/>
          </a:ln>
        </p:spPr>
        <p:txBody>
          <a:bodyPr anchorCtr="0" anchor="t" bIns="34275" lIns="68575" spcFirstLastPara="1" rIns="68575" wrap="square" tIns="34275">
            <a:noAutofit/>
          </a:bodyPr>
          <a:lstStyle>
            <a:lvl1pPr indent="-381000" lvl="0" marL="457200" marR="0" rtl="0" algn="l">
              <a:lnSpc>
                <a:spcPct val="100000"/>
              </a:lnSpc>
              <a:spcBef>
                <a:spcPts val="500"/>
              </a:spcBef>
              <a:spcAft>
                <a:spcPts val="0"/>
              </a:spcAft>
              <a:buClr>
                <a:schemeClr val="dk1"/>
              </a:buClr>
              <a:buSzPts val="2400"/>
              <a:buFont typeface="Arial"/>
              <a:buChar char="•"/>
              <a:defRPr b="0" i="0" sz="2400" u="none" cap="none" strike="noStrike">
                <a:solidFill>
                  <a:schemeClr val="dk1"/>
                </a:solidFill>
                <a:latin typeface="Oswald"/>
                <a:ea typeface="Oswald"/>
                <a:cs typeface="Oswald"/>
                <a:sym typeface="Oswald"/>
              </a:defRPr>
            </a:lvl1pPr>
            <a:lvl2pPr indent="-361950" lvl="1" marL="914400" marR="0" rtl="0" algn="l">
              <a:lnSpc>
                <a:spcPct val="100000"/>
              </a:lnSpc>
              <a:spcBef>
                <a:spcPts val="400"/>
              </a:spcBef>
              <a:spcAft>
                <a:spcPts val="0"/>
              </a:spcAft>
              <a:buClr>
                <a:schemeClr val="dk1"/>
              </a:buClr>
              <a:buSzPts val="2100"/>
              <a:buFont typeface="Arial"/>
              <a:buChar char="–"/>
              <a:defRPr b="0" i="0" sz="2100" u="none" cap="none" strike="noStrike">
                <a:solidFill>
                  <a:schemeClr val="dk1"/>
                </a:solidFill>
                <a:latin typeface="Oswald"/>
                <a:ea typeface="Oswald"/>
                <a:cs typeface="Oswald"/>
                <a:sym typeface="Oswald"/>
              </a:defRPr>
            </a:lvl2pPr>
            <a:lvl3pPr indent="-342900" lvl="2" marL="13716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Oswald"/>
                <a:ea typeface="Oswald"/>
                <a:cs typeface="Oswald"/>
                <a:sym typeface="Oswald"/>
              </a:defRPr>
            </a:lvl3pPr>
            <a:lvl4pPr indent="-323850" lvl="3" marL="1828800" marR="0" rtl="0" algn="l">
              <a:lnSpc>
                <a:spcPct val="100000"/>
              </a:lnSpc>
              <a:spcBef>
                <a:spcPts val="300"/>
              </a:spcBef>
              <a:spcAft>
                <a:spcPts val="0"/>
              </a:spcAft>
              <a:buClr>
                <a:schemeClr val="dk1"/>
              </a:buClr>
              <a:buSzPts val="1500"/>
              <a:buFont typeface="Arial"/>
              <a:buChar char="–"/>
              <a:defRPr b="0" i="0" sz="1500" u="none" cap="none" strike="noStrike">
                <a:solidFill>
                  <a:schemeClr val="dk1"/>
                </a:solidFill>
                <a:latin typeface="Oswald"/>
                <a:ea typeface="Oswald"/>
                <a:cs typeface="Oswald"/>
                <a:sym typeface="Oswald"/>
              </a:defRPr>
            </a:lvl4pPr>
            <a:lvl5pPr indent="-323850" lvl="4" marL="2286000" marR="0" rtl="0" algn="l">
              <a:lnSpc>
                <a:spcPct val="100000"/>
              </a:lnSpc>
              <a:spcBef>
                <a:spcPts val="300"/>
              </a:spcBef>
              <a:spcAft>
                <a:spcPts val="0"/>
              </a:spcAft>
              <a:buClr>
                <a:schemeClr val="dk1"/>
              </a:buClr>
              <a:buSzPts val="1500"/>
              <a:buFont typeface="Arial"/>
              <a:buChar char="»"/>
              <a:defRPr b="0" i="0" sz="1500" u="none" cap="none" strike="noStrike">
                <a:solidFill>
                  <a:schemeClr val="dk1"/>
                </a:solidFill>
                <a:latin typeface="Oswald"/>
                <a:ea typeface="Oswald"/>
                <a:cs typeface="Oswald"/>
                <a:sym typeface="Oswald"/>
              </a:defRPr>
            </a:lvl5pPr>
            <a:lvl6pPr indent="-323850" lvl="5" marL="2743200" marR="0" rtl="0" algn="l">
              <a:lnSpc>
                <a:spcPct val="100000"/>
              </a:lnSpc>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6pPr>
            <a:lvl7pPr indent="-323850" lvl="6" marL="3200400" marR="0" rtl="0" algn="l">
              <a:lnSpc>
                <a:spcPct val="100000"/>
              </a:lnSpc>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7pPr>
            <a:lvl8pPr indent="-323850" lvl="7" marL="3657600" marR="0" rtl="0" algn="l">
              <a:lnSpc>
                <a:spcPct val="100000"/>
              </a:lnSpc>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8pPr>
            <a:lvl9pPr indent="-323850" lvl="8" marL="4114800" marR="0" rtl="0" algn="l">
              <a:lnSpc>
                <a:spcPct val="100000"/>
              </a:lnSpc>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9pPr>
          </a:lstStyle>
          <a:p/>
        </p:txBody>
      </p:sp>
      <p:sp>
        <p:nvSpPr>
          <p:cNvPr id="128" name="Google Shape;128;p25"/>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900" u="none" cap="none" strike="noStrike">
                <a:solidFill>
                  <a:srgbClr val="898989"/>
                </a:solidFill>
                <a:latin typeface="Oswald"/>
                <a:ea typeface="Oswald"/>
                <a:cs typeface="Oswald"/>
                <a:sym typeface="Oswald"/>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129" name="Google Shape;129;p25"/>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900" u="none" cap="none" strike="noStrike">
                <a:solidFill>
                  <a:srgbClr val="888888"/>
                </a:solidFill>
                <a:latin typeface="Oswald"/>
                <a:ea typeface="Oswald"/>
                <a:cs typeface="Oswald"/>
                <a:sym typeface="Oswald"/>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130" name="Google Shape;130;p25"/>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image" Target="../media/image13.png"/><Relationship Id="rId6" Type="http://schemas.openxmlformats.org/officeDocument/2006/relationships/hyperlink" Target="https://erddap.incois.gov.in/erddap/index.html" TargetMode="External"/><Relationship Id="rId7" Type="http://schemas.openxmlformats.org/officeDocument/2006/relationships/hyperlink" Target="https://data-argo.ifremer.fr/" TargetMode="External"/><Relationship Id="rId8" Type="http://schemas.openxmlformats.org/officeDocument/2006/relationships/hyperlink" Target="https://www.pmel.noaa.gov/gtmba/pmel-theme/indian-ocean-rama" TargetMode="External"/><Relationship Id="rId9" Type="http://schemas.openxmlformats.org/officeDocument/2006/relationships/hyperlink" Target="https://www.mdpi.com/2076-3417/15/5/2782" TargetMode="External"/><Relationship Id="rId10" Type="http://schemas.openxmlformats.org/officeDocument/2006/relationships/hyperlink" Target="https://doi.org/10.1080/1755876X.2015.1022330" TargetMode="External"/><Relationship Id="rId11" Type="http://schemas.openxmlformats.org/officeDocument/2006/relationships/image" Target="../media/image3.png"/><Relationship Id="rId12" Type="http://schemas.openxmlformats.org/officeDocument/2006/relationships/image" Target="../media/image4.png"/><Relationship Id="rId13" Type="http://schemas.openxmlformats.org/officeDocument/2006/relationships/hyperlink" Target="http://docs.oasis-open.org/emergency/cap/v1.2/CAP-v1.2-os.html" TargetMode="External"/><Relationship Id="rId14" Type="http://schemas.openxmlformats.org/officeDocument/2006/relationships/hyperlink" Target="https://sachet.ndma.gov.in/" TargetMode="External"/><Relationship Id="rId15" Type="http://schemas.openxmlformats.org/officeDocument/2006/relationships/hyperlink" Target="https://www.ogc.org/standards/wms" TargetMode="External"/><Relationship Id="rId16" Type="http://schemas.openxmlformats.org/officeDocument/2006/relationships/hyperlink" Target="https://www.ogc.org/standards/wc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4.png"/><Relationship Id="rId8" Type="http://schemas.openxmlformats.org/officeDocument/2006/relationships/image" Target="../media/image18.png"/><Relationship Id="rId9" Type="http://schemas.openxmlformats.org/officeDocument/2006/relationships/image" Target="../media/image21.png"/><Relationship Id="rId10" Type="http://schemas.openxmlformats.org/officeDocument/2006/relationships/image" Target="../media/image10.png"/><Relationship Id="rId11" Type="http://schemas.openxmlformats.org/officeDocument/2006/relationships/image" Target="../media/image15.png"/><Relationship Id="rId12" Type="http://schemas.openxmlformats.org/officeDocument/2006/relationships/image" Target="../media/image12.png"/><Relationship Id="rId13" Type="http://schemas.openxmlformats.org/officeDocument/2006/relationships/image" Target="../media/image17.png"/><Relationship Id="rId14" Type="http://schemas.openxmlformats.org/officeDocument/2006/relationships/image" Target="../media/image25.png"/><Relationship Id="rId15" Type="http://schemas.openxmlformats.org/officeDocument/2006/relationships/image" Target="../media/image20.png"/><Relationship Id="rId16" Type="http://schemas.openxmlformats.org/officeDocument/2006/relationships/image" Target="../media/image23.png"/><Relationship Id="rId17" Type="http://schemas.openxmlformats.org/officeDocument/2006/relationships/image" Target="../media/image6.png"/><Relationship Id="rId18" Type="http://schemas.openxmlformats.org/officeDocument/2006/relationships/image" Target="../media/image22.png"/><Relationship Id="rId19" Type="http://schemas.openxmlformats.org/officeDocument/2006/relationships/image" Target="../media/image8.png"/><Relationship Id="rId20" Type="http://schemas.openxmlformats.org/officeDocument/2006/relationships/image" Target="../media/image9.png"/><Relationship Id="rId21" Type="http://schemas.openxmlformats.org/officeDocument/2006/relationships/image" Target="../media/image19.png"/><Relationship Id="rId22" Type="http://schemas.openxmlformats.org/officeDocument/2006/relationships/image" Target="../media/image26.png"/><Relationship Id="rId23" Type="http://schemas.openxmlformats.org/officeDocument/2006/relationships/image" Target="../media/image27.png"/><Relationship Id="rId24" Type="http://schemas.openxmlformats.org/officeDocument/2006/relationships/image" Target="../media/image28.png"/><Relationship Id="rId25" Type="http://schemas.openxmlformats.org/officeDocument/2006/relationships/hyperlink" Target="https://erddap.incois.gov.in/erddap/index.html" TargetMode="External"/><Relationship Id="rId26" Type="http://schemas.openxmlformats.org/officeDocument/2006/relationships/hyperlink" Target="https://data-argo.ifremer.fr/" TargetMode="External"/><Relationship Id="rId27" Type="http://schemas.openxmlformats.org/officeDocument/2006/relationships/hyperlink" Target="https://www.pmel.noaa.gov/gtmba/pmel-theme/indian-ocean-rama" TargetMode="External"/><Relationship Id="rId28" Type="http://schemas.openxmlformats.org/officeDocument/2006/relationships/hyperlink" Target="https://sachet.ndma.gov.in/" TargetMode="External"/><Relationship Id="rId29" Type="http://schemas.openxmlformats.org/officeDocument/2006/relationships/hyperlink" Target="https://cfconventions.org/" TargetMode="External"/><Relationship Id="rId30" Type="http://schemas.openxmlformats.org/officeDocument/2006/relationships/hyperlink" Target="https://doi.org/10.3389/fmars.2020.00700" TargetMode="External"/><Relationship Id="rId31" Type="http://schemas.openxmlformats.org/officeDocument/2006/relationships/hyperlink" Target="https://www.mdpi.com/2077-1312/7/4/110" TargetMode="External"/><Relationship Id="rId32" Type="http://schemas.openxmlformats.org/officeDocument/2006/relationships/hyperlink" Target="https://doi.org/10.1175/JTECH-D-19-0041.1" TargetMode="External"/><Relationship Id="rId33" Type="http://schemas.openxmlformats.org/officeDocument/2006/relationships/hyperlink" Target="https://www.ogc.org/standards/wms" TargetMode="External"/><Relationship Id="rId34" Type="http://schemas.openxmlformats.org/officeDocument/2006/relationships/hyperlink" Target="https://www.ogc.org/standards/wcs" TargetMode="External"/><Relationship Id="rId35" Type="http://schemas.openxmlformats.org/officeDocument/2006/relationships/hyperlink" Target="https://doi.org/10.1080/1755876X.2015.1022330" TargetMode="External"/><Relationship Id="rId36" Type="http://schemas.openxmlformats.org/officeDocument/2006/relationships/hyperlink" Target="https://www.mdpi.com/2076-3417/15/5/2782"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image" Target="../media/image29.png"/><Relationship Id="rId6" Type="http://schemas.openxmlformats.org/officeDocument/2006/relationships/hyperlink" Target="https://www.mdpi.com/2076-3417/15/5/2782" TargetMode="External"/><Relationship Id="rId7" Type="http://schemas.openxmlformats.org/officeDocument/2006/relationships/hyperlink" Target="https://www.mdpi.com/2077-1312/7/4/110"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hyperlink" Target="https://doi.org/10.1080/1755876X.2015.1022330" TargetMode="External"/><Relationship Id="rId5" Type="http://schemas.openxmlformats.org/officeDocument/2006/relationships/hyperlink" Target="https://doi.org/10.3389/fmars.2020.00700" TargetMode="External"/><Relationship Id="rId6" Type="http://schemas.openxmlformats.org/officeDocument/2006/relationships/hyperlink" Target="https://www.teos-10.org/" TargetMode="External"/><Relationship Id="rId7" Type="http://schemas.openxmlformats.org/officeDocument/2006/relationships/hyperlink" Target="https://www.currentscience.ac.in/Volumes/105/02/0175.pdf" TargetMode="External"/><Relationship Id="rId8" Type="http://schemas.openxmlformats.org/officeDocument/2006/relationships/hyperlink" Target="https://www.sciencedirect.com/science/article/pii/S1364815220309658" TargetMode="External"/><Relationship Id="rId9" Type="http://schemas.openxmlformats.org/officeDocument/2006/relationships/hyperlink" Target="https://www.mdpi.com/2076-3417/15/5/2782" TargetMode="External"/><Relationship Id="rId10" Type="http://schemas.openxmlformats.org/officeDocument/2006/relationships/hyperlink" Target="https://doi.org/10.1175/JTECH-D-19-0041.1" TargetMode="External"/><Relationship Id="rId11" Type="http://schemas.openxmlformats.org/officeDocument/2006/relationships/hyperlink" Target="https://www.sciencedirect.com/science/article/pii/S1364815213000947" TargetMode="External"/><Relationship Id="rId12" Type="http://schemas.openxmlformats.org/officeDocument/2006/relationships/hyperlink" Target="https://www.mdpi.com/2077-1312/7/4/110" TargetMode="External"/><Relationship Id="rId13" Type="http://schemas.openxmlformats.org/officeDocument/2006/relationships/hyperlink" Target="https://arxiv.org/abs/2309.14328" TargetMode="External"/><Relationship Id="rId14" Type="http://schemas.openxmlformats.org/officeDocument/2006/relationships/hyperlink" Target="https://erddap.incois.gov.in/erddap/index.html" TargetMode="External"/><Relationship Id="rId15" Type="http://schemas.openxmlformats.org/officeDocument/2006/relationships/hyperlink" Target="https://data-argo.ifremer.fr/" TargetMode="External"/><Relationship Id="rId16" Type="http://schemas.openxmlformats.org/officeDocument/2006/relationships/hyperlink" Target="https://data.marine.copernicus.eu/product/GLOBAL_ANALYSISFORECAST_PHY_001_024/description" TargetMode="External"/><Relationship Id="rId17" Type="http://schemas.openxmlformats.org/officeDocument/2006/relationships/hyperlink" Target="https://www.pmel.noaa.gov/gtmba/pmel-theme/indian-ocean-rama" TargetMode="External"/><Relationship Id="rId18" Type="http://schemas.openxmlformats.org/officeDocument/2006/relationships/hyperlink" Target="https://sachet.ndma.gov.in/" TargetMode="External"/><Relationship Id="rId19" Type="http://schemas.openxmlformats.org/officeDocument/2006/relationships/hyperlink" Target="https://incois.gov.in/" TargetMode="External"/><Relationship Id="rId20" Type="http://schemas.openxmlformats.org/officeDocument/2006/relationships/hyperlink" Target="https://cfconventions.org/" TargetMode="External"/><Relationship Id="rId21" Type="http://schemas.openxmlformats.org/officeDocument/2006/relationships/hyperlink" Target="https://www.ogc.org/standards/wms" TargetMode="External"/><Relationship Id="rId22" Type="http://schemas.openxmlformats.org/officeDocument/2006/relationships/hyperlink" Target="https://www.ogc.org/standards/wcs" TargetMode="External"/><Relationship Id="rId23" Type="http://schemas.openxmlformats.org/officeDocument/2006/relationships/hyperlink" Target="http://docs.oasis-open.org/emergency/cap/v1.2/CAP-v1.2-os.html"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03" name="Shape 203"/>
        <p:cNvGrpSpPr/>
        <p:nvPr/>
      </p:nvGrpSpPr>
      <p:grpSpPr>
        <a:xfrm>
          <a:off x="0" y="0"/>
          <a:ext cx="0" cy="0"/>
          <a:chOff x="0" y="0"/>
          <a:chExt cx="0" cy="0"/>
        </a:xfrm>
      </p:grpSpPr>
      <p:sp>
        <p:nvSpPr>
          <p:cNvPr id="215" name="TextBox 214"/>
          <p:cNvSpPr txBox="1"/>
          <p:nvPr/>
        </p:nvSpPr>
        <p:spPr>
          <a:xfrm>
            <a:off x="45720" y="5074920"/>
            <a:ext cx="9052560" cy="45720"/>
          </a:xfrm>
          <a:prstGeom prst="rect">
            <a:avLst/>
          </a:prstGeom>
          <a:noFill/>
        </p:spPr>
        <p:txBody>
          <a:bodyPr wrap="square">
            <a:spAutoFit/>
          </a:bodyPr>
          <a:lstStyle/>
          <a:p>
            <a:r>
              <a:rPr sz="100">
                <a:solidFill>
                  <a:srgbClr val="FFFFFF"/>
                </a:solidFill>
              </a:rPr>
              <a:t>Smart India Hackathon 2026 SIH26067 MoES INCOIS Ministry of Earth Sciences web-based interactive 3D visualization platform numerical ocean model outputs in-situ observations digital twin Indian Ocean Bay of Bengal Disaster Management software PixelPaws SagarDrishti offline 24 depth levels 26 degC isosurface current vectors CAP warnings</a:t>
            </a:r>
          </a:p>
        </p:txBody>
      </p:sp>
      <p:sp>
        <p:nvSpPr>
          <p:cNvPr id="204" name="Google Shape;204;p37"/>
          <p:cNvSpPr/>
          <p:nvPr/>
        </p:nvSpPr>
        <p:spPr>
          <a:xfrm>
            <a:off x="5415063" y="228036"/>
            <a:ext cx="3478953" cy="3866225"/>
          </a:xfrm>
          <a:custGeom>
            <a:rect b="b" l="l" r="r" t="t"/>
            <a:pathLst>
              <a:path extrusionOk="0" h="5154967" w="6184806">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rgbClr val="7F7F7F">
              <a:alpha val="1490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t/>
            </a:r>
            <a:endParaRPr b="0" i="0" sz="1400" u="none" cap="none" strike="noStrike">
              <a:solidFill>
                <a:schemeClr val="lt1"/>
              </a:solidFill>
              <a:latin typeface="Calibri"/>
              <a:ea typeface="Calibri"/>
              <a:cs typeface="Calibri"/>
              <a:sym typeface="Calibri"/>
            </a:endParaRPr>
          </a:p>
        </p:txBody>
      </p:sp>
      <p:sp>
        <p:nvSpPr>
          <p:cNvPr id="205" name="Google Shape;205;p37"/>
          <p:cNvSpPr txBox="1"/>
          <p:nvPr>
            <p:ph type="ctrTitle"/>
          </p:nvPr>
        </p:nvSpPr>
        <p:spPr>
          <a:xfrm>
            <a:off x="646675" y="106173"/>
            <a:ext cx="6908400" cy="452700"/>
          </a:xfrm>
          <a:prstGeom prst="rect">
            <a:avLst/>
          </a:prstGeom>
          <a:noFill/>
          <a:ln>
            <a:noFill/>
          </a:ln>
        </p:spPr>
        <p:txBody>
          <a:bodyPr anchorCtr="0" anchor="ctr" bIns="34275" lIns="68575" spcFirstLastPara="1" rIns="68575" wrap="square" tIns="34275">
            <a:noAutofit/>
          </a:bodyPr>
          <a:lstStyle/>
          <a:p>
            <a:pPr indent="0" lvl="0" marL="0" rtl="0" algn="ctr">
              <a:spcBef>
                <a:spcPts val="0"/>
              </a:spcBef>
              <a:spcAft>
                <a:spcPts val="0"/>
              </a:spcAft>
              <a:buNone/>
            </a:pPr>
            <a:r>
              <a:rPr b="1" lang="en-GB" sz="3000">
                <a:solidFill>
                  <a:schemeClr val="dk2"/>
                </a:solidFill>
                <a:latin typeface="Garamond"/>
                <a:ea typeface="Garamond"/>
                <a:cs typeface="Garamond"/>
                <a:sym typeface="Garamond"/>
              </a:rPr>
              <a:t>SMART INDIA HACKATHON 2026</a:t>
            </a:r>
            <a:endParaRPr b="1" sz="3000">
              <a:solidFill>
                <a:schemeClr val="dk2"/>
              </a:solidFill>
              <a:latin typeface="Garamond"/>
              <a:ea typeface="Garamond"/>
              <a:cs typeface="Garamond"/>
              <a:sym typeface="Garamond"/>
            </a:endParaRPr>
          </a:p>
        </p:txBody>
      </p:sp>
      <p:sp>
        <p:nvSpPr>
          <p:cNvPr id="206" name="Google Shape;206;p37"/>
          <p:cNvSpPr txBox="1"/>
          <p:nvPr/>
        </p:nvSpPr>
        <p:spPr>
          <a:xfrm>
            <a:off x="277794" y="809251"/>
            <a:ext cx="4149000" cy="8364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1" i="0" lang="en-GB" sz="3300" u="none" cap="none" strike="noStrike">
                <a:solidFill>
                  <a:srgbClr val="0B2E4F"/>
                </a:solidFill>
                <a:latin typeface="Calibri"/>
                <a:ea typeface="Calibri"/>
                <a:cs typeface="Calibri"/>
                <a:sym typeface="Calibri"/>
              </a:rPr>
              <a:t>SagarDrishti</a:t>
            </a:r>
            <a:endParaRPr b="1" sz="3300">
              <a:solidFill>
                <a:srgbClr val="0B2E4F"/>
              </a:solidFill>
              <a:latin typeface="Calibri"/>
              <a:ea typeface="Calibri"/>
              <a:cs typeface="Calibri"/>
              <a:sym typeface="Calibri"/>
            </a:endParaRPr>
          </a:p>
          <a:p>
            <a:pPr indent="0" lvl="0" marL="0" marR="0" rtl="0" algn="l">
              <a:spcBef>
                <a:spcPts val="100"/>
              </a:spcBef>
              <a:spcAft>
                <a:spcPts val="0"/>
              </a:spcAft>
              <a:buNone/>
            </a:pPr>
            <a:r>
              <a:rPr b="0" i="1" lang="en-GB" sz="1600" u="none" cap="none" strike="noStrike">
                <a:solidFill>
                  <a:srgbClr val="12688F"/>
                </a:solidFill>
                <a:latin typeface="Calibri"/>
                <a:ea typeface="Calibri"/>
                <a:cs typeface="Calibri"/>
                <a:sym typeface="Calibri"/>
              </a:rPr>
              <a:t>A browser-native 3D digital twin of India's ocean</a:t>
            </a:r>
            <a:endParaRPr sz="1700"/>
          </a:p>
        </p:txBody>
      </p:sp>
      <p:pic>
        <p:nvPicPr>
          <p:cNvPr id="207" name="Google Shape;207;p37"/>
          <p:cNvPicPr preferRelativeResize="0"/>
          <p:nvPr/>
        </p:nvPicPr>
        <p:blipFill rotWithShape="1">
          <a:blip r:embed="rId3">
            <a:alphaModFix/>
          </a:blip>
          <a:srcRect b="0" l="0" r="0" t="0"/>
          <a:stretch/>
        </p:blipFill>
        <p:spPr>
          <a:xfrm>
            <a:off x="7335064" y="1125"/>
            <a:ext cx="1687388" cy="796752"/>
          </a:xfrm>
          <a:prstGeom prst="rect">
            <a:avLst/>
          </a:prstGeom>
          <a:noFill/>
          <a:ln>
            <a:noFill/>
          </a:ln>
        </p:spPr>
      </p:pic>
      <p:sp>
        <p:nvSpPr>
          <p:cNvPr id="208" name="Google Shape;208;p37"/>
          <p:cNvSpPr txBox="1"/>
          <p:nvPr/>
        </p:nvSpPr>
        <p:spPr>
          <a:xfrm>
            <a:off x="4571994" y="3694045"/>
            <a:ext cx="4450500" cy="400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GB" sz="1300" u="none" cap="none" strike="noStrike">
                <a:solidFill>
                  <a:srgbClr val="556471"/>
                </a:solidFill>
                <a:latin typeface="Calibri"/>
                <a:ea typeface="Calibri"/>
                <a:cs typeface="Calibri"/>
                <a:sym typeface="Calibri"/>
              </a:rPr>
              <a:t>Running today, offline: </a:t>
            </a:r>
            <a:r>
              <a:rPr b="1" i="0" lang="en-GB" sz="1300" u="none" cap="none" strike="noStrike">
                <a:solidFill>
                  <a:srgbClr val="556471"/>
                </a:solidFill>
                <a:latin typeface="Calibri"/>
                <a:ea typeface="Calibri"/>
                <a:cs typeface="Calibri"/>
                <a:sym typeface="Calibri"/>
              </a:rPr>
              <a:t>24 depth levels from 5 m to 2000 m, the </a:t>
            </a:r>
            <a:r>
              <a:rPr b="1" lang="en-GB" sz="1300">
                <a:solidFill>
                  <a:srgbClr val="556471"/>
                </a:solidFill>
                <a:latin typeface="Calibri"/>
                <a:ea typeface="Calibri"/>
                <a:cs typeface="Calibri"/>
                <a:sym typeface="Calibri"/>
              </a:rPr>
              <a:t>26°C </a:t>
            </a:r>
            <a:r>
              <a:rPr b="1" i="0" lang="en-GB" sz="1300" u="none" cap="none" strike="noStrike">
                <a:solidFill>
                  <a:srgbClr val="556471"/>
                </a:solidFill>
                <a:latin typeface="Calibri"/>
                <a:ea typeface="Calibri"/>
                <a:cs typeface="Calibri"/>
                <a:sym typeface="Calibri"/>
              </a:rPr>
              <a:t>isosurface, 337 current vectors and CAP warning areas.</a:t>
            </a:r>
            <a:endParaRPr b="1" sz="1800"/>
          </a:p>
        </p:txBody>
      </p:sp>
      <p:sp>
        <p:nvSpPr>
          <p:cNvPr id="209" name="Google Shape;209;p37"/>
          <p:cNvSpPr/>
          <p:nvPr/>
        </p:nvSpPr>
        <p:spPr>
          <a:xfrm>
            <a:off x="288036" y="1693518"/>
            <a:ext cx="1577400" cy="30900"/>
          </a:xfrm>
          <a:prstGeom prst="rect">
            <a:avLst/>
          </a:prstGeom>
          <a:solidFill>
            <a:srgbClr val="C44528"/>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t/>
            </a:r>
            <a:endParaRPr b="0" i="0" sz="1400" u="none" cap="none" strike="noStrike">
              <a:solidFill>
                <a:schemeClr val="dk1"/>
              </a:solidFill>
              <a:latin typeface="Calibri"/>
              <a:ea typeface="Calibri"/>
              <a:cs typeface="Calibri"/>
              <a:sym typeface="Calibri"/>
            </a:endParaRPr>
          </a:p>
        </p:txBody>
      </p:sp>
      <p:sp>
        <p:nvSpPr>
          <p:cNvPr id="210" name="Google Shape;210;p37"/>
          <p:cNvSpPr txBox="1"/>
          <p:nvPr/>
        </p:nvSpPr>
        <p:spPr>
          <a:xfrm>
            <a:off x="277800" y="1896027"/>
            <a:ext cx="4149000" cy="1926600"/>
          </a:xfrm>
          <a:prstGeom prst="rect">
            <a:avLst/>
          </a:prstGeom>
          <a:noFill/>
          <a:ln>
            <a:noFill/>
          </a:ln>
        </p:spPr>
        <p:txBody>
          <a:bodyPr anchorCtr="0" anchor="t" bIns="0" lIns="0" spcFirstLastPara="1" rIns="0" wrap="square" tIns="0">
            <a:spAutoFit/>
          </a:bodyPr>
          <a:lstStyle/>
          <a:p>
            <a:pPr indent="0" lvl="0" marL="0" marR="0" rtl="0" algn="l">
              <a:lnSpc>
                <a:spcPct val="95000"/>
              </a:lnSpc>
              <a:spcBef>
                <a:spcPts val="0"/>
              </a:spcBef>
              <a:spcAft>
                <a:spcPts val="0"/>
              </a:spcAft>
              <a:buNone/>
            </a:pPr>
            <a:r>
              <a:rPr b="1" i="0" lang="en-GB" sz="1300" u="none" cap="none" strike="noStrike">
                <a:solidFill>
                  <a:srgbClr val="C44528"/>
                </a:solidFill>
                <a:latin typeface="Calibri"/>
                <a:ea typeface="Calibri"/>
                <a:cs typeface="Calibri"/>
                <a:sym typeface="Calibri"/>
              </a:rPr>
              <a:t>▪  </a:t>
            </a:r>
            <a:r>
              <a:rPr b="1" i="0" lang="en-GB" u="none" cap="none" strike="noStrike">
                <a:solidFill>
                  <a:srgbClr val="0B2E4F"/>
                </a:solidFill>
                <a:latin typeface="Calibri"/>
                <a:ea typeface="Calibri"/>
                <a:cs typeface="Calibri"/>
                <a:sym typeface="Calibri"/>
              </a:rPr>
              <a:t>Problem Statement ID - </a:t>
            </a:r>
            <a:r>
              <a:rPr b="0" i="0" lang="en-GB" u="none" cap="none" strike="noStrike">
                <a:solidFill>
                  <a:srgbClr val="14202B"/>
                </a:solidFill>
                <a:latin typeface="Calibri"/>
                <a:ea typeface="Calibri"/>
                <a:cs typeface="Calibri"/>
                <a:sym typeface="Calibri"/>
              </a:rPr>
              <a:t>SIH26067</a:t>
            </a:r>
            <a:endParaRPr sz="1700">
              <a:latin typeface="Calibri"/>
              <a:ea typeface="Calibri"/>
              <a:cs typeface="Calibri"/>
              <a:sym typeface="Calibri"/>
            </a:endParaRPr>
          </a:p>
          <a:p>
            <a:pPr indent="0" lvl="0" marL="0" marR="0" rtl="0" algn="l">
              <a:lnSpc>
                <a:spcPct val="100000"/>
              </a:lnSpc>
              <a:spcBef>
                <a:spcPts val="400"/>
              </a:spcBef>
              <a:spcAft>
                <a:spcPts val="0"/>
              </a:spcAft>
              <a:buNone/>
            </a:pPr>
            <a:r>
              <a:rPr b="1" i="0" lang="en-GB" sz="1300" u="none" cap="none" strike="noStrike">
                <a:solidFill>
                  <a:srgbClr val="C44528"/>
                </a:solidFill>
                <a:latin typeface="Calibri"/>
                <a:ea typeface="Calibri"/>
                <a:cs typeface="Calibri"/>
                <a:sym typeface="Calibri"/>
              </a:rPr>
              <a:t>▪  </a:t>
            </a:r>
            <a:r>
              <a:rPr b="1" i="0" lang="en-GB" u="none" cap="none" strike="noStrike">
                <a:solidFill>
                  <a:srgbClr val="0B2E4F"/>
                </a:solidFill>
                <a:latin typeface="Calibri"/>
                <a:ea typeface="Calibri"/>
                <a:cs typeface="Calibri"/>
                <a:sym typeface="Calibri"/>
              </a:rPr>
              <a:t>Problem Statement Title - </a:t>
            </a:r>
            <a:r>
              <a:rPr lang="en-GB">
                <a:solidFill>
                  <a:srgbClr val="212529"/>
                </a:solidFill>
                <a:highlight>
                  <a:srgbClr val="FFFFFF"/>
                </a:highlight>
                <a:latin typeface="Calibri"/>
                <a:ea typeface="Calibri"/>
                <a:cs typeface="Calibri"/>
                <a:sym typeface="Calibri"/>
              </a:rPr>
              <a:t>Develop </a:t>
            </a:r>
            <a:r>
              <a:rPr lang="en-GB">
                <a:solidFill>
                  <a:srgbClr val="212529"/>
                </a:solidFill>
                <a:highlight>
                  <a:srgbClr val="FFFFFF"/>
                </a:highlight>
                <a:latin typeface="Calibri"/>
                <a:ea typeface="Calibri"/>
                <a:cs typeface="Calibri"/>
                <a:sym typeface="Calibri"/>
              </a:rPr>
              <a:t>a web-based interactive 3D visualization platform that integrates numerical ocean model outputs and in-situ observations.</a:t>
            </a:r>
            <a:r>
              <a:rPr lang="en-GB" sz="1100">
                <a:solidFill>
                  <a:schemeClr val="dk1"/>
                </a:solidFill>
              </a:rPr>
              <a:t> </a:t>
            </a:r>
            <a:endParaRPr sz="1700"/>
          </a:p>
          <a:p>
            <a:pPr indent="0" lvl="0" marL="0" marR="0" rtl="0" algn="l">
              <a:lnSpc>
                <a:spcPct val="95000"/>
              </a:lnSpc>
              <a:spcBef>
                <a:spcPts val="400"/>
              </a:spcBef>
              <a:spcAft>
                <a:spcPts val="0"/>
              </a:spcAft>
              <a:buNone/>
            </a:pPr>
            <a:r>
              <a:rPr b="1" i="0" lang="en-GB" sz="1300" u="none" cap="none" strike="noStrike">
                <a:solidFill>
                  <a:srgbClr val="C44528"/>
                </a:solidFill>
                <a:latin typeface="Calibri"/>
                <a:ea typeface="Calibri"/>
                <a:cs typeface="Calibri"/>
                <a:sym typeface="Calibri"/>
              </a:rPr>
              <a:t>▪  </a:t>
            </a:r>
            <a:r>
              <a:rPr b="1" i="0" lang="en-GB" u="none" cap="none" strike="noStrike">
                <a:solidFill>
                  <a:srgbClr val="0B2E4F"/>
                </a:solidFill>
                <a:latin typeface="Calibri"/>
                <a:ea typeface="Calibri"/>
                <a:cs typeface="Calibri"/>
                <a:sym typeface="Calibri"/>
              </a:rPr>
              <a:t>Theme - </a:t>
            </a:r>
            <a:r>
              <a:rPr b="0" i="0" lang="en-GB" u="none" cap="none" strike="noStrike">
                <a:solidFill>
                  <a:srgbClr val="14202B"/>
                </a:solidFill>
                <a:latin typeface="Calibri"/>
                <a:ea typeface="Calibri"/>
                <a:cs typeface="Calibri"/>
                <a:sym typeface="Calibri"/>
              </a:rPr>
              <a:t>Disaster Management</a:t>
            </a:r>
            <a:endParaRPr sz="1700"/>
          </a:p>
          <a:p>
            <a:pPr indent="0" lvl="0" marL="0" marR="0" rtl="0" algn="l">
              <a:lnSpc>
                <a:spcPct val="95000"/>
              </a:lnSpc>
              <a:spcBef>
                <a:spcPts val="400"/>
              </a:spcBef>
              <a:spcAft>
                <a:spcPts val="0"/>
              </a:spcAft>
              <a:buNone/>
            </a:pPr>
            <a:r>
              <a:rPr b="1" i="0" lang="en-GB" sz="1300" u="none" cap="none" strike="noStrike">
                <a:solidFill>
                  <a:srgbClr val="C44528"/>
                </a:solidFill>
                <a:latin typeface="Calibri"/>
                <a:ea typeface="Calibri"/>
                <a:cs typeface="Calibri"/>
                <a:sym typeface="Calibri"/>
              </a:rPr>
              <a:t>▪  </a:t>
            </a:r>
            <a:r>
              <a:rPr b="1" i="0" lang="en-GB" u="none" cap="none" strike="noStrike">
                <a:solidFill>
                  <a:srgbClr val="0B2E4F"/>
                </a:solidFill>
                <a:latin typeface="Calibri"/>
                <a:ea typeface="Calibri"/>
                <a:cs typeface="Calibri"/>
                <a:sym typeface="Calibri"/>
              </a:rPr>
              <a:t>PS Category - </a:t>
            </a:r>
            <a:r>
              <a:rPr b="0" i="0" lang="en-GB" u="none" cap="none" strike="noStrike">
                <a:solidFill>
                  <a:srgbClr val="14202B"/>
                </a:solidFill>
                <a:latin typeface="Calibri"/>
                <a:ea typeface="Calibri"/>
                <a:cs typeface="Calibri"/>
                <a:sym typeface="Calibri"/>
              </a:rPr>
              <a:t>Software</a:t>
            </a:r>
            <a:endParaRPr sz="1700"/>
          </a:p>
          <a:p>
            <a:pPr indent="0" lvl="0" marL="0" marR="0" rtl="0" algn="l">
              <a:lnSpc>
                <a:spcPct val="95000"/>
              </a:lnSpc>
              <a:spcBef>
                <a:spcPts val="400"/>
              </a:spcBef>
              <a:spcAft>
                <a:spcPts val="0"/>
              </a:spcAft>
              <a:buNone/>
            </a:pPr>
            <a:r>
              <a:rPr b="1" i="0" lang="en-GB" sz="1300" u="none" cap="none" strike="noStrike">
                <a:solidFill>
                  <a:srgbClr val="C44528"/>
                </a:solidFill>
                <a:latin typeface="Calibri"/>
                <a:ea typeface="Calibri"/>
                <a:cs typeface="Calibri"/>
                <a:sym typeface="Calibri"/>
              </a:rPr>
              <a:t>▪  </a:t>
            </a:r>
            <a:r>
              <a:rPr b="1" i="0" lang="en-GB" u="none" cap="none" strike="noStrike">
                <a:solidFill>
                  <a:srgbClr val="0B2E4F"/>
                </a:solidFill>
                <a:latin typeface="Calibri"/>
                <a:ea typeface="Calibri"/>
                <a:cs typeface="Calibri"/>
                <a:sym typeface="Calibri"/>
              </a:rPr>
              <a:t>Team ID </a:t>
            </a:r>
            <a:r>
              <a:rPr b="1" i="0" lang="en-GB" u="none" cap="none" strike="noStrike">
                <a:solidFill>
                  <a:srgbClr val="0B2E4F"/>
                </a:solidFill>
                <a:latin typeface="Calibri"/>
                <a:ea typeface="Calibri"/>
                <a:cs typeface="Calibri"/>
                <a:sym typeface="Calibri"/>
              </a:rPr>
              <a:t>-  </a:t>
            </a:r>
            <a:r>
              <a:rPr lang="en-GB" sz="1200">
                <a:solidFill>
                  <a:srgbClr val="222222"/>
                </a:solidFill>
                <a:highlight>
                  <a:srgbClr val="FFFFFF"/>
                </a:highlight>
                <a:latin typeface="Roboto"/>
                <a:ea typeface="Roboto"/>
                <a:cs typeface="Roboto"/>
                <a:sym typeface="Roboto"/>
              </a:rPr>
              <a:t>158120</a:t>
            </a:r>
            <a:r>
              <a:rPr lang="en-GB" sz="1100">
                <a:solidFill>
                  <a:schemeClr val="dk1"/>
                </a:solidFill>
              </a:rPr>
              <a:t> </a:t>
            </a:r>
            <a:endParaRPr sz="1700"/>
          </a:p>
          <a:p>
            <a:pPr indent="0" lvl="0" marL="0" marR="0" rtl="0" algn="l">
              <a:lnSpc>
                <a:spcPct val="95000"/>
              </a:lnSpc>
              <a:spcBef>
                <a:spcPts val="400"/>
              </a:spcBef>
              <a:spcAft>
                <a:spcPts val="0"/>
              </a:spcAft>
              <a:buNone/>
            </a:pPr>
            <a:r>
              <a:rPr b="1" i="0" lang="en-GB" sz="1300" u="none" cap="none" strike="noStrike">
                <a:solidFill>
                  <a:srgbClr val="C44528"/>
                </a:solidFill>
                <a:latin typeface="Calibri"/>
                <a:ea typeface="Calibri"/>
                <a:cs typeface="Calibri"/>
                <a:sym typeface="Calibri"/>
              </a:rPr>
              <a:t>▪  </a:t>
            </a:r>
            <a:r>
              <a:rPr b="1" i="0" lang="en-GB" u="none" cap="none" strike="noStrike">
                <a:solidFill>
                  <a:srgbClr val="0B2E4F"/>
                </a:solidFill>
                <a:latin typeface="Calibri"/>
                <a:ea typeface="Calibri"/>
                <a:cs typeface="Calibri"/>
                <a:sym typeface="Calibri"/>
              </a:rPr>
              <a:t>Team Name - </a:t>
            </a:r>
            <a:r>
              <a:rPr lang="en-GB">
                <a:solidFill>
                  <a:srgbClr val="14202B"/>
                </a:solidFill>
                <a:latin typeface="Calibri"/>
                <a:ea typeface="Calibri"/>
                <a:cs typeface="Calibri"/>
                <a:sym typeface="Calibri"/>
              </a:rPr>
              <a:t>PixelPaws</a:t>
            </a:r>
            <a:endParaRPr sz="1700"/>
          </a:p>
        </p:txBody>
      </p:sp>
      <p:sp>
        <p:nvSpPr>
          <p:cNvPr id="211" name="Google Shape;211;p37"/>
          <p:cNvSpPr/>
          <p:nvPr/>
        </p:nvSpPr>
        <p:spPr>
          <a:xfrm>
            <a:off x="288025" y="4319825"/>
            <a:ext cx="8606100" cy="487800"/>
          </a:xfrm>
          <a:prstGeom prst="rect">
            <a:avLst/>
          </a:prstGeom>
          <a:solidFill>
            <a:schemeClr val="dk2"/>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t/>
            </a:r>
            <a:endParaRPr b="0" i="0" sz="1400" u="none" cap="none" strike="noStrike">
              <a:solidFill>
                <a:schemeClr val="dk1"/>
              </a:solidFill>
              <a:latin typeface="Calibri"/>
              <a:ea typeface="Calibri"/>
              <a:cs typeface="Calibri"/>
              <a:sym typeface="Calibri"/>
            </a:endParaRPr>
          </a:p>
        </p:txBody>
      </p:sp>
      <p:sp>
        <p:nvSpPr>
          <p:cNvPr id="212" name="Google Shape;212;p37"/>
          <p:cNvSpPr/>
          <p:nvPr/>
        </p:nvSpPr>
        <p:spPr>
          <a:xfrm>
            <a:off x="288024" y="4319750"/>
            <a:ext cx="67800" cy="487800"/>
          </a:xfrm>
          <a:prstGeom prst="rect">
            <a:avLst/>
          </a:prstGeom>
          <a:solidFill>
            <a:srgbClr val="C44528"/>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t/>
            </a:r>
            <a:endParaRPr b="0" i="0" sz="1400" u="none" cap="none" strike="noStrike">
              <a:solidFill>
                <a:schemeClr val="dk1"/>
              </a:solidFill>
              <a:latin typeface="Calibri"/>
              <a:ea typeface="Calibri"/>
              <a:cs typeface="Calibri"/>
              <a:sym typeface="Calibri"/>
            </a:endParaRPr>
          </a:p>
        </p:txBody>
      </p:sp>
      <p:sp>
        <p:nvSpPr>
          <p:cNvPr id="213" name="Google Shape;213;p37"/>
          <p:cNvSpPr txBox="1"/>
          <p:nvPr/>
        </p:nvSpPr>
        <p:spPr>
          <a:xfrm>
            <a:off x="452625" y="4350554"/>
            <a:ext cx="8441400" cy="394800"/>
          </a:xfrm>
          <a:prstGeom prst="rect">
            <a:avLst/>
          </a:prstGeom>
          <a:noFill/>
          <a:ln>
            <a:noFill/>
          </a:ln>
        </p:spPr>
        <p:txBody>
          <a:bodyPr anchorCtr="0" anchor="ctr" bIns="0" lIns="0" spcFirstLastPara="1" rIns="0" wrap="square" tIns="0">
            <a:spAutoFit/>
          </a:bodyPr>
          <a:lstStyle/>
          <a:p>
            <a:pPr indent="0" lvl="0" marL="0" marR="0" rtl="0" algn="l">
              <a:lnSpc>
                <a:spcPct val="95000"/>
              </a:lnSpc>
              <a:spcBef>
                <a:spcPts val="0"/>
              </a:spcBef>
              <a:spcAft>
                <a:spcPts val="0"/>
              </a:spcAft>
              <a:buNone/>
            </a:pPr>
            <a:r>
              <a:rPr b="1" i="0" lang="en-GB" u="none" cap="none" strike="noStrike">
                <a:solidFill>
                  <a:srgbClr val="6FD4D0"/>
                </a:solidFill>
                <a:latin typeface="Calibri"/>
                <a:ea typeface="Calibri"/>
                <a:cs typeface="Calibri"/>
                <a:sym typeface="Calibri"/>
              </a:rPr>
              <a:t>Not a proposal on paper.   </a:t>
            </a:r>
            <a:r>
              <a:rPr b="0" i="0" lang="en-GB" sz="1300" u="none" cap="none" strike="noStrike">
                <a:solidFill>
                  <a:srgbClr val="D3E3EC"/>
                </a:solidFill>
                <a:latin typeface="Calibri"/>
                <a:ea typeface="Calibri"/>
                <a:cs typeface="Calibri"/>
                <a:sym typeface="Calibri"/>
              </a:rPr>
              <a:t>6</a:t>
            </a:r>
            <a:r>
              <a:rPr lang="en-GB" sz="1300">
                <a:solidFill>
                  <a:srgbClr val="D3E3EC"/>
                </a:solidFill>
                <a:latin typeface="Calibri"/>
                <a:ea typeface="Calibri"/>
                <a:cs typeface="Calibri"/>
                <a:sym typeface="Calibri"/>
              </a:rPr>
              <a:t>07</a:t>
            </a:r>
            <a:r>
              <a:rPr b="0" i="0" lang="en-GB" sz="1300" u="none" cap="none" strike="noStrike">
                <a:solidFill>
                  <a:srgbClr val="D3E3EC"/>
                </a:solidFill>
                <a:latin typeface="Calibri"/>
                <a:ea typeface="Calibri"/>
                <a:cs typeface="Calibri"/>
                <a:sym typeface="Calibri"/>
              </a:rPr>
              <a:t> automated tests · 51 fps at 1080p on integrated graphics · 10.5 M gridded values · </a:t>
            </a:r>
            <a:r>
              <a:rPr lang="en-GB" sz="1300">
                <a:solidFill>
                  <a:srgbClr val="D3E3EC"/>
                </a:solidFill>
                <a:latin typeface="Calibri"/>
                <a:ea typeface="Calibri"/>
                <a:cs typeface="Calibri"/>
                <a:sym typeface="Calibri"/>
              </a:rPr>
              <a:t>30,012</a:t>
            </a:r>
            <a:r>
              <a:rPr b="0" i="0" lang="en-GB" sz="1300" u="none" cap="none" strike="noStrike">
                <a:solidFill>
                  <a:srgbClr val="D3E3EC"/>
                </a:solidFill>
                <a:latin typeface="Calibri"/>
                <a:ea typeface="Calibri"/>
                <a:cs typeface="Calibri"/>
                <a:sym typeface="Calibri"/>
              </a:rPr>
              <a:t> QC-passed instrument levels · zero requests that leave the machine. Every figure in this deck was measured, not estimated.</a:t>
            </a:r>
            <a:endParaRPr sz="1700"/>
          </a:p>
        </p:txBody>
      </p:sp>
      <p:pic>
        <p:nvPicPr>
          <p:cNvPr id="214" name="Google Shape;214;p37"/>
          <p:cNvPicPr preferRelativeResize="0"/>
          <p:nvPr/>
        </p:nvPicPr>
        <p:blipFill rotWithShape="1">
          <a:blip r:embed="rId4">
            <a:alphaModFix/>
          </a:blip>
          <a:srcRect b="0" l="738" r="59179" t="0"/>
          <a:stretch/>
        </p:blipFill>
        <p:spPr>
          <a:xfrm>
            <a:off x="6304747" y="809250"/>
            <a:ext cx="2530002" cy="27896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87" name="TextBox 286"/>
          <p:cNvSpPr txBox="1"/>
          <p:nvPr/>
        </p:nvSpPr>
        <p:spPr>
          <a:xfrm>
            <a:off x="45720" y="5074920"/>
            <a:ext cx="9052560" cy="45720"/>
          </a:xfrm>
          <a:prstGeom prst="rect">
            <a:avLst/>
          </a:prstGeom>
          <a:noFill/>
        </p:spPr>
        <p:txBody>
          <a:bodyPr wrap="square">
            <a:spAutoFit/>
          </a:bodyPr>
          <a:lstStyle/>
          <a:p>
            <a:r>
              <a:rPr sz="100">
                <a:solidFill>
                  <a:srgbClr val="FFFFFF"/>
                </a:solidFill>
              </a:rPr>
              <a:t>integrated web-based 3D visualization render model fields and in-situ instrument observations single interactive environment co-visualize model outputs instrument profiles desktop-bound 2D plan views disparate software packages hazard assessment search and rescue fishery advisories climate monitoring volumetric rendering depth-slice navigation isosurface extraction time-step animation Argo profiling float glider CTD BGC biogeochemical moored buoy RAMA depth-vs-variable profile chart geospatially accurate clickable markers model-vs-observation RMSE bias Class-4 verification</a:t>
            </a:r>
          </a:p>
        </p:txBody>
      </p:sp>
      <p:sp>
        <p:nvSpPr>
          <p:cNvPr id="221" name="Google Shape;221;p38"/>
          <p:cNvSpPr/>
          <p:nvPr/>
        </p:nvSpPr>
        <p:spPr>
          <a:xfrm>
            <a:off x="0" y="4766072"/>
            <a:ext cx="9144000" cy="377400"/>
          </a:xfrm>
          <a:prstGeom prst="rect">
            <a:avLst/>
          </a:prstGeom>
          <a:solidFill>
            <a:srgbClr val="0070C0"/>
          </a:solidFill>
          <a:ln>
            <a:noFill/>
          </a:ln>
          <a:effectLst>
            <a:outerShdw rotWithShape="0" dir="5400000" dist="23000">
              <a:srgbClr val="808080">
                <a:alpha val="34902"/>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rgbClr val="953734"/>
              </a:solidFill>
              <a:latin typeface="Calibri"/>
              <a:ea typeface="Calibri"/>
              <a:cs typeface="Calibri"/>
              <a:sym typeface="Calibri"/>
            </a:endParaRPr>
          </a:p>
        </p:txBody>
      </p:sp>
      <p:sp>
        <p:nvSpPr>
          <p:cNvPr id="222" name="Google Shape;222;p38"/>
          <p:cNvSpPr txBox="1"/>
          <p:nvPr>
            <p:ph type="title"/>
          </p:nvPr>
        </p:nvSpPr>
        <p:spPr>
          <a:xfrm>
            <a:off x="1472175" y="149525"/>
            <a:ext cx="6108600" cy="605400"/>
          </a:xfrm>
          <a:prstGeom prst="rect">
            <a:avLst/>
          </a:prstGeom>
          <a:noFill/>
          <a:ln>
            <a:noFill/>
          </a:ln>
        </p:spPr>
        <p:txBody>
          <a:bodyPr anchorCtr="0" anchor="ctr" bIns="34275" lIns="68575" spcFirstLastPara="1" rIns="68575" wrap="square" tIns="34275">
            <a:noAutofit/>
          </a:bodyPr>
          <a:lstStyle/>
          <a:p>
            <a:pPr indent="0" lvl="0" marL="0" rtl="0" algn="ctr">
              <a:lnSpc>
                <a:spcPct val="100000"/>
              </a:lnSpc>
              <a:spcBef>
                <a:spcPts val="0"/>
              </a:spcBef>
              <a:spcAft>
                <a:spcPts val="0"/>
              </a:spcAft>
              <a:buSzPts val="1100"/>
              <a:buNone/>
            </a:pPr>
            <a:r>
              <a:rPr b="1" lang="en-GB" sz="2500">
                <a:solidFill>
                  <a:srgbClr val="0B2E4F"/>
                </a:solidFill>
                <a:latin typeface="Times New Roman"/>
                <a:ea typeface="Times New Roman"/>
                <a:cs typeface="Times New Roman"/>
                <a:sym typeface="Times New Roman"/>
              </a:rPr>
              <a:t>The Problem &amp; Our Solution</a:t>
            </a:r>
            <a:endParaRPr sz="2500"/>
          </a:p>
        </p:txBody>
      </p:sp>
      <p:sp>
        <p:nvSpPr>
          <p:cNvPr id="223" name="Google Shape;223;p38"/>
          <p:cNvSpPr txBox="1"/>
          <p:nvPr>
            <p:ph idx="12" type="sldNum"/>
          </p:nvPr>
        </p:nvSpPr>
        <p:spPr>
          <a:xfrm>
            <a:off x="6553200" y="4817396"/>
            <a:ext cx="21336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SzPts val="1100"/>
              <a:buNone/>
            </a:pPr>
            <a:fld id="{00000000-1234-1234-1234-123412341234}" type="slidenum">
              <a:rPr b="1" lang="en-GB" sz="1100">
                <a:solidFill>
                  <a:schemeClr val="lt1"/>
                </a:solidFill>
              </a:rPr>
              <a:t>‹#›</a:t>
            </a:fld>
            <a:endParaRPr b="1" sz="1100">
              <a:solidFill>
                <a:schemeClr val="lt1"/>
              </a:solidFill>
            </a:endParaRPr>
          </a:p>
        </p:txBody>
      </p:sp>
      <p:sp>
        <p:nvSpPr>
          <p:cNvPr id="224" name="Google Shape;224;p38"/>
          <p:cNvSpPr txBox="1"/>
          <p:nvPr>
            <p:ph idx="11" type="ftr"/>
          </p:nvPr>
        </p:nvSpPr>
        <p:spPr>
          <a:xfrm>
            <a:off x="3227220" y="4802772"/>
            <a:ext cx="2983500" cy="273900"/>
          </a:xfrm>
          <a:prstGeom prst="rect">
            <a:avLst/>
          </a:prstGeom>
          <a:noFill/>
          <a:ln>
            <a:noFill/>
          </a:ln>
        </p:spPr>
        <p:txBody>
          <a:bodyPr anchorCtr="0" anchor="ctr" bIns="34275" lIns="68575" spcFirstLastPara="1" rIns="68575" wrap="square" tIns="34275">
            <a:noAutofit/>
          </a:bodyPr>
          <a:lstStyle/>
          <a:p>
            <a:pPr indent="0" lvl="0" marL="0" rtl="0" algn="ctr">
              <a:lnSpc>
                <a:spcPct val="100000"/>
              </a:lnSpc>
              <a:spcBef>
                <a:spcPts val="0"/>
              </a:spcBef>
              <a:spcAft>
                <a:spcPts val="0"/>
              </a:spcAft>
              <a:buSzPts val="1100"/>
              <a:buNone/>
            </a:pPr>
            <a:r>
              <a:rPr b="1" i="0" lang="en-GB" sz="700">
                <a:solidFill>
                  <a:srgbClr val="FFFFFF"/>
                </a:solidFill>
                <a:latin typeface="Calibri"/>
                <a:ea typeface="Calibri"/>
                <a:cs typeface="Calibri"/>
                <a:sym typeface="Calibri"/>
              </a:rPr>
              <a:t>SagarDrishti  ·  PS SIH26067  ·  @SIH Idea Submission</a:t>
            </a:r>
            <a:endParaRPr sz="1300">
              <a:solidFill>
                <a:schemeClr val="lt1"/>
              </a:solidFill>
            </a:endParaRPr>
          </a:p>
        </p:txBody>
      </p:sp>
      <p:sp>
        <p:nvSpPr>
          <p:cNvPr descr="Your startup LOGO" id="225" name="Google Shape;225;p38"/>
          <p:cNvSpPr/>
          <p:nvPr/>
        </p:nvSpPr>
        <p:spPr>
          <a:xfrm>
            <a:off x="112625" y="78400"/>
            <a:ext cx="1089300" cy="605400"/>
          </a:xfrm>
          <a:prstGeom prst="ellipse">
            <a:avLst/>
          </a:prstGeom>
          <a:solidFill>
            <a:schemeClr val="lt1"/>
          </a:solidFill>
          <a:ln cap="flat" cmpd="sng" w="25400">
            <a:solidFill>
              <a:schemeClr val="accent1"/>
            </a:solidFill>
            <a:prstDash val="solid"/>
            <a:round/>
            <a:headEnd len="sm" w="sm" type="none"/>
            <a:tailEnd len="sm" w="sm" type="none"/>
          </a:ln>
        </p:spPr>
        <p:txBody>
          <a:bodyPr anchorCtr="0" anchor="ctr" bIns="34275" lIns="0" spcFirstLastPara="1" rIns="0" wrap="none" tIns="34275">
            <a:noAutofit/>
          </a:bodyPr>
          <a:lstStyle/>
          <a:p>
            <a:pPr indent="0" lvl="0" marL="0" marR="0" rtl="0" algn="l">
              <a:lnSpc>
                <a:spcPct val="95000"/>
              </a:lnSpc>
              <a:spcBef>
                <a:spcPts val="400"/>
              </a:spcBef>
              <a:spcAft>
                <a:spcPts val="0"/>
              </a:spcAft>
              <a:buClr>
                <a:schemeClr val="dk1"/>
              </a:buClr>
              <a:buSzPts val="1200"/>
              <a:buFont typeface="Arial"/>
              <a:buNone/>
            </a:pPr>
            <a:r>
              <a:rPr b="1" i="0" lang="en-GB" sz="1100" u="none" cap="none" strike="noStrike">
                <a:solidFill>
                  <a:srgbClr val="FF0000"/>
                </a:solidFill>
                <a:latin typeface="Calibri"/>
                <a:ea typeface="Calibri"/>
                <a:cs typeface="Calibri"/>
                <a:sym typeface="Calibri"/>
              </a:rPr>
              <a:t>Pixel</a:t>
            </a:r>
            <a:r>
              <a:rPr b="1" i="0" lang="en-GB" sz="1100" u="none" cap="none" strike="noStrike">
                <a:solidFill>
                  <a:srgbClr val="1C4587"/>
                </a:solidFill>
                <a:latin typeface="Calibri"/>
                <a:ea typeface="Calibri"/>
                <a:cs typeface="Calibri"/>
                <a:sym typeface="Calibri"/>
              </a:rPr>
              <a:t>Paws</a:t>
            </a:r>
            <a:endParaRPr b="1" i="0" sz="1200" u="none" cap="none" strike="noStrike">
              <a:solidFill>
                <a:srgbClr val="1C4587"/>
              </a:solidFill>
              <a:latin typeface="Calibri"/>
              <a:ea typeface="Calibri"/>
              <a:cs typeface="Calibri"/>
              <a:sym typeface="Calibri"/>
            </a:endParaRPr>
          </a:p>
        </p:txBody>
      </p:sp>
      <p:pic>
        <p:nvPicPr>
          <p:cNvPr id="226" name="Google Shape;226;p38"/>
          <p:cNvPicPr preferRelativeResize="0"/>
          <p:nvPr/>
        </p:nvPicPr>
        <p:blipFill rotWithShape="1">
          <a:blip r:embed="rId3">
            <a:alphaModFix/>
          </a:blip>
          <a:srcRect b="0" l="0" r="0" t="0"/>
          <a:stretch/>
        </p:blipFill>
        <p:spPr>
          <a:xfrm>
            <a:off x="7335064" y="1125"/>
            <a:ext cx="1687388" cy="796752"/>
          </a:xfrm>
          <a:prstGeom prst="rect">
            <a:avLst/>
          </a:prstGeom>
          <a:noFill/>
          <a:ln>
            <a:noFill/>
          </a:ln>
        </p:spPr>
      </p:pic>
      <p:sp>
        <p:nvSpPr>
          <p:cNvPr id="227" name="Google Shape;227;p38"/>
          <p:cNvSpPr/>
          <p:nvPr/>
        </p:nvSpPr>
        <p:spPr>
          <a:xfrm>
            <a:off x="178308" y="850392"/>
            <a:ext cx="8785200" cy="356700"/>
          </a:xfrm>
          <a:prstGeom prst="rect">
            <a:avLst/>
          </a:prstGeom>
          <a:solidFill>
            <a:schemeClr val="accent1"/>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228" name="Google Shape;228;p38"/>
          <p:cNvSpPr txBox="1"/>
          <p:nvPr/>
        </p:nvSpPr>
        <p:spPr>
          <a:xfrm>
            <a:off x="266879" y="906344"/>
            <a:ext cx="8593200" cy="200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GB" sz="1300" u="none" cap="none" strike="noStrike">
                <a:solidFill>
                  <a:srgbClr val="FFFFFF"/>
                </a:solidFill>
                <a:latin typeface="Calibri"/>
                <a:ea typeface="Calibri"/>
                <a:cs typeface="Calibri"/>
                <a:sym typeface="Calibri"/>
              </a:rPr>
              <a:t>Bay of Bengal: model fields and the instruments in the water, on one screen, with a number for the gap between them.</a:t>
            </a:r>
            <a:endParaRPr b="1" i="0" sz="1200" u="none" cap="none" strike="noStrike">
              <a:solidFill>
                <a:srgbClr val="000000"/>
              </a:solidFill>
              <a:latin typeface="Arial"/>
              <a:ea typeface="Arial"/>
              <a:cs typeface="Arial"/>
              <a:sym typeface="Arial"/>
            </a:endParaRPr>
          </a:p>
        </p:txBody>
      </p:sp>
      <p:sp>
        <p:nvSpPr>
          <p:cNvPr id="229" name="Google Shape;229;p38"/>
          <p:cNvSpPr/>
          <p:nvPr/>
        </p:nvSpPr>
        <p:spPr>
          <a:xfrm>
            <a:off x="178308" y="1250584"/>
            <a:ext cx="2229000" cy="192000"/>
          </a:xfrm>
          <a:prstGeom prst="roundRect">
            <a:avLst>
              <a:gd fmla="val 32000" name="adj"/>
            </a:avLst>
          </a:prstGeom>
          <a:solidFill>
            <a:srgbClr val="0B2E4F"/>
          </a:solidFill>
          <a:ln>
            <a:noFill/>
          </a:ln>
        </p:spPr>
        <p:txBody>
          <a:bodyPr anchorCtr="0" anchor="ctr" bIns="0" lIns="68575" spcFirstLastPara="1" rIns="4115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THE PROBLEM  ·  INCOIS'S OWN WORDS</a:t>
            </a:r>
            <a:endParaRPr b="0" i="0" sz="1100" u="none" cap="none" strike="noStrike">
              <a:solidFill>
                <a:srgbClr val="000000"/>
              </a:solidFill>
              <a:latin typeface="Arial"/>
              <a:ea typeface="Arial"/>
              <a:cs typeface="Arial"/>
              <a:sym typeface="Arial"/>
            </a:endParaRPr>
          </a:p>
        </p:txBody>
      </p:sp>
      <p:sp>
        <p:nvSpPr>
          <p:cNvPr id="230" name="Google Shape;230;p38"/>
          <p:cNvSpPr/>
          <p:nvPr/>
        </p:nvSpPr>
        <p:spPr>
          <a:xfrm>
            <a:off x="178300" y="1495050"/>
            <a:ext cx="4725900" cy="566928"/>
          </a:xfrm>
          <a:prstGeom prst="rect">
            <a:avLst/>
          </a:prstGeom>
          <a:solidFill>
            <a:srgbClr val="EFF4F7"/>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231" name="Google Shape;231;p38"/>
          <p:cNvSpPr txBox="1"/>
          <p:nvPr/>
        </p:nvSpPr>
        <p:spPr>
          <a:xfrm>
            <a:off x="288600" y="1553375"/>
            <a:ext cx="4643700" cy="406500"/>
          </a:xfrm>
          <a:prstGeom prst="rect">
            <a:avLst/>
          </a:prstGeom>
          <a:noFill/>
          <a:ln>
            <a:noFill/>
          </a:ln>
        </p:spPr>
        <p:txBody>
          <a:bodyPr anchorCtr="0" anchor="t" bIns="0" lIns="0" spcFirstLastPara="1" rIns="0" wrap="square" tIns="0">
            <a:spAutoFit/>
          </a:bodyPr>
          <a:lstStyle/>
          <a:p>
            <a:pPr indent="0" lvl="0" marL="0" marR="0" rtl="0" algn="l">
              <a:lnSpc>
                <a:spcPct val="88000"/>
              </a:lnSpc>
              <a:spcBef>
                <a:spcPts val="0"/>
              </a:spcBef>
              <a:spcAft>
                <a:spcPts val="0"/>
              </a:spcAft>
              <a:buClr>
                <a:srgbClr val="000000"/>
              </a:buClr>
              <a:buSzPts val="900"/>
              <a:buFont typeface="Arial"/>
              <a:buNone/>
            </a:pPr>
            <a:r>
              <a:rPr b="1" i="0" lang="en-GB" sz="1000" u="none" cap="none" strike="noStrike">
                <a:solidFill>
                  <a:srgbClr val="12688F"/>
                </a:solidFill>
                <a:latin typeface="Calibri"/>
                <a:ea typeface="Calibri"/>
                <a:cs typeface="Calibri"/>
                <a:sym typeface="Calibri"/>
              </a:rPr>
              <a:t>▪  </a:t>
            </a:r>
            <a:r>
              <a:rPr b="1" i="0" lang="en-GB" sz="1000" u="none" cap="none" strike="noStrike">
                <a:solidFill>
                  <a:srgbClr val="C44528"/>
                </a:solidFill>
                <a:latin typeface="Calibri"/>
                <a:ea typeface="Calibri"/>
                <a:cs typeface="Calibri"/>
                <a:sym typeface="Calibri"/>
              </a:rPr>
              <a:t>“No integrated, web-based 3D visualization platform currently exists”</a:t>
            </a:r>
            <a:r>
              <a:rPr b="0" i="0" lang="en-GB" sz="1000" u="none" cap="none" strike="noStrike">
                <a:solidFill>
                  <a:srgbClr val="14202B"/>
                </a:solidFill>
                <a:latin typeface="Calibri"/>
                <a:ea typeface="Calibri"/>
                <a:cs typeface="Calibri"/>
                <a:sym typeface="Calibri"/>
              </a:rPr>
              <a:t> so forecasters toggle between disparate software packages, which impedes hazard assessment, search and rescue, fishery advisories and climate monitoring.</a:t>
            </a:r>
            <a:endParaRPr b="0" i="0" sz="1100" u="none" cap="none" strike="noStrike">
              <a:solidFill>
                <a:srgbClr val="000000"/>
              </a:solidFill>
              <a:latin typeface="Arial"/>
              <a:ea typeface="Arial"/>
              <a:cs typeface="Arial"/>
              <a:sym typeface="Arial"/>
            </a:endParaRPr>
          </a:p>
        </p:txBody>
      </p:sp>
      <p:sp>
        <p:nvSpPr>
          <p:cNvPr id="232" name="Google Shape;232;p38"/>
          <p:cNvSpPr/>
          <p:nvPr/>
        </p:nvSpPr>
        <p:spPr>
          <a:xfrm>
            <a:off x="178308" y="2139696"/>
            <a:ext cx="3326100" cy="192000"/>
          </a:xfrm>
          <a:prstGeom prst="roundRect">
            <a:avLst>
              <a:gd fmla="val 32000" name="adj"/>
            </a:avLst>
          </a:prstGeom>
          <a:solidFill>
            <a:srgbClr val="0B2E4F"/>
          </a:solidFill>
          <a:ln>
            <a:noFill/>
          </a:ln>
        </p:spPr>
        <p:txBody>
          <a:bodyPr anchorCtr="0" anchor="ctr" bIns="0" lIns="68575" spcFirstLastPara="1" rIns="4115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PROPOSED SOLUTION  ·  HOW IT ADDRESSES THE PROBLEM</a:t>
            </a:r>
            <a:endParaRPr b="0" i="0" sz="1100" u="none" cap="none" strike="noStrike">
              <a:solidFill>
                <a:srgbClr val="000000"/>
              </a:solidFill>
              <a:latin typeface="Arial"/>
              <a:ea typeface="Arial"/>
              <a:cs typeface="Arial"/>
              <a:sym typeface="Arial"/>
            </a:endParaRPr>
          </a:p>
        </p:txBody>
      </p:sp>
      <p:sp>
        <p:nvSpPr>
          <p:cNvPr id="233" name="Google Shape;233;p38"/>
          <p:cNvSpPr/>
          <p:nvPr/>
        </p:nvSpPr>
        <p:spPr>
          <a:xfrm>
            <a:off x="178300" y="2377449"/>
            <a:ext cx="4725900" cy="9561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234" name="Google Shape;234;p38"/>
          <p:cNvSpPr txBox="1"/>
          <p:nvPr/>
        </p:nvSpPr>
        <p:spPr>
          <a:xfrm>
            <a:off x="288600" y="2432300"/>
            <a:ext cx="4602600" cy="7953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900"/>
              <a:buFont typeface="Arial"/>
              <a:buNone/>
            </a:pPr>
            <a:r>
              <a:rPr b="1" i="0" lang="en-GB" sz="1000" u="none" cap="none" strike="noStrike">
                <a:solidFill>
                  <a:srgbClr val="0B2E4F"/>
                </a:solidFill>
                <a:latin typeface="Calibri"/>
                <a:ea typeface="Calibri"/>
                <a:cs typeface="Calibri"/>
                <a:sym typeface="Calibri"/>
              </a:rPr>
              <a:t>Volumetric column in a browser.</a:t>
            </a:r>
            <a:r>
              <a:rPr b="0" i="0" lang="en-GB" sz="1000" u="none" cap="none" strike="noStrike">
                <a:solidFill>
                  <a:srgbClr val="14202B"/>
                </a:solidFill>
                <a:latin typeface="Calibri"/>
                <a:ea typeface="Calibri"/>
                <a:cs typeface="Calibri"/>
                <a:sym typeface="Calibri"/>
              </a:rPr>
              <a:t>  24 levels, 5 m to 2000 m.</a:t>
            </a:r>
            <a:endParaRPr b="0" i="0" sz="1300" u="none" cap="none" strike="noStrike">
              <a:solidFill>
                <a:srgbClr val="000000"/>
              </a:solidFill>
              <a:latin typeface="Arial"/>
              <a:ea typeface="Arial"/>
              <a:cs typeface="Arial"/>
              <a:sym typeface="Arial"/>
            </a:endParaRPr>
          </a:p>
          <a:p>
            <a:pPr indent="0" lvl="0" marL="0" marR="0" rtl="0" algn="l">
              <a:lnSpc>
                <a:spcPct val="90000"/>
              </a:lnSpc>
              <a:spcBef>
                <a:spcPts val="200"/>
              </a:spcBef>
              <a:spcAft>
                <a:spcPts val="0"/>
              </a:spcAft>
              <a:buClr>
                <a:srgbClr val="000000"/>
              </a:buClr>
              <a:buSzPts val="900"/>
              <a:buFont typeface="Arial"/>
              <a:buNone/>
            </a:pPr>
            <a:r>
              <a:rPr b="1" i="0" lang="en-GB" sz="1000" u="none" cap="none" strike="noStrike">
                <a:solidFill>
                  <a:srgbClr val="0B2E4F"/>
                </a:solidFill>
                <a:latin typeface="Calibri"/>
                <a:ea typeface="Calibri"/>
                <a:cs typeface="Calibri"/>
                <a:sym typeface="Calibri"/>
              </a:rPr>
              <a:t>All four instrument classes.</a:t>
            </a:r>
            <a:r>
              <a:rPr b="0" i="0" lang="en-GB" sz="1000" u="none" cap="none" strike="noStrike">
                <a:solidFill>
                  <a:srgbClr val="14202B"/>
                </a:solidFill>
                <a:latin typeface="Calibri"/>
                <a:ea typeface="Calibri"/>
                <a:cs typeface="Calibri"/>
                <a:sym typeface="Calibri"/>
              </a:rPr>
              <a:t>  149 casts: temperature, salinity, oxygen, chlorophyll.</a:t>
            </a:r>
            <a:endParaRPr b="0" i="0" sz="1300" u="none" cap="none" strike="noStrike">
              <a:solidFill>
                <a:srgbClr val="000000"/>
              </a:solidFill>
              <a:latin typeface="Arial"/>
              <a:ea typeface="Arial"/>
              <a:cs typeface="Arial"/>
              <a:sym typeface="Arial"/>
            </a:endParaRPr>
          </a:p>
          <a:p>
            <a:pPr indent="0" lvl="0" marL="0" marR="0" rtl="0" algn="l">
              <a:lnSpc>
                <a:spcPct val="90000"/>
              </a:lnSpc>
              <a:spcBef>
                <a:spcPts val="200"/>
              </a:spcBef>
              <a:spcAft>
                <a:spcPts val="0"/>
              </a:spcAft>
              <a:buClr>
                <a:srgbClr val="000000"/>
              </a:buClr>
              <a:buSzPts val="900"/>
              <a:buFont typeface="Arial"/>
              <a:buNone/>
            </a:pPr>
            <a:r>
              <a:rPr b="1" i="0" lang="en-GB" sz="1000" u="none" cap="none" strike="noStrike">
                <a:solidFill>
                  <a:srgbClr val="12688F"/>
                </a:solidFill>
                <a:latin typeface="Calibri"/>
                <a:ea typeface="Calibri"/>
                <a:cs typeface="Calibri"/>
                <a:sym typeface="Calibri"/>
              </a:rPr>
              <a:t>A skill number beside the field.</a:t>
            </a:r>
            <a:r>
              <a:rPr b="0" i="0" lang="en-GB" sz="1000" u="none" cap="none" strike="noStrike">
                <a:solidFill>
                  <a:srgbClr val="14202B"/>
                </a:solidFill>
                <a:latin typeface="Calibri"/>
                <a:ea typeface="Calibri"/>
                <a:cs typeface="Calibri"/>
                <a:sym typeface="Calibri"/>
              </a:rPr>
              <a:t>  Bias and RMSE per depth band.</a:t>
            </a:r>
            <a:r>
              <a:rPr sz="650" b="1" baseline="28000">
                <a:solidFill>
                  <a:srgbClr val="12688F"/>
                </a:solidFill>
                <a:latin typeface="Calibri"/>
                <a:hlinkClick r:id="rId10"/>
              </a:rPr>
              <a:t>[1]</a:t>
            </a:r>
            <a:r>
              <a:rPr sz="650">
                <a:latin typeface="Calibri"/>
              </a:rPr>
              <a:t> </a:t>
            </a:r>
            <a:endParaRPr b="0" i="0" sz="1300" u="none" cap="none" strike="noStrike">
              <a:solidFill>
                <a:srgbClr val="000000"/>
              </a:solidFill>
              <a:latin typeface="Arial"/>
              <a:ea typeface="Arial"/>
              <a:cs typeface="Arial"/>
              <a:sym typeface="Arial"/>
            </a:endParaRPr>
          </a:p>
          <a:p>
            <a:pPr indent="0" lvl="0" marL="0" marR="0" rtl="0" algn="l">
              <a:lnSpc>
                <a:spcPct val="90000"/>
              </a:lnSpc>
              <a:spcBef>
                <a:spcPts val="200"/>
              </a:spcBef>
              <a:spcAft>
                <a:spcPts val="0"/>
              </a:spcAft>
              <a:buClr>
                <a:srgbClr val="000000"/>
              </a:buClr>
              <a:buSzPts val="900"/>
              <a:buFont typeface="Arial"/>
              <a:buNone/>
            </a:pPr>
            <a:r>
              <a:rPr b="1" i="0" lang="en-GB" sz="1000" u="none" cap="none" strike="noStrike">
                <a:solidFill>
                  <a:srgbClr val="0B2E4F"/>
                </a:solidFill>
                <a:latin typeface="Calibri"/>
                <a:ea typeface="Calibri"/>
                <a:cs typeface="Calibri"/>
                <a:sym typeface="Calibri"/>
              </a:rPr>
              <a:t>Hazards drawn over the water.</a:t>
            </a:r>
            <a:r>
              <a:rPr b="0" i="0" lang="en-GB" sz="1000" u="none" cap="none" strike="noStrike">
                <a:solidFill>
                  <a:srgbClr val="14202B"/>
                </a:solidFill>
                <a:latin typeface="Calibri"/>
                <a:ea typeface="Calibri"/>
                <a:cs typeface="Calibri"/>
                <a:sym typeface="Calibri"/>
              </a:rPr>
              <a:t>  Live CAP v1.2 from NDMA SACHET.</a:t>
            </a:r>
            <a:r>
              <a:rPr sz="650" b="1" baseline="28000">
                <a:solidFill>
                  <a:srgbClr val="12688F"/>
                </a:solidFill>
                <a:latin typeface="Calibri"/>
                <a:hlinkClick r:id="rId13"/>
              </a:rPr>
              <a:t>[20]</a:t>
            </a:r>
            <a:r>
              <a:rPr sz="650" b="1" baseline="28000">
                <a:solidFill>
                  <a:srgbClr val="12688F"/>
                </a:solidFill>
                <a:latin typeface="Calibri"/>
                <a:hlinkClick r:id="rId14"/>
              </a:rPr>
              <a:t>[15]</a:t>
            </a:r>
            <a:r>
              <a:rPr sz="650">
                <a:latin typeface="Calibri"/>
              </a:rPr>
              <a:t> </a:t>
            </a:r>
            <a:endParaRPr b="0" i="0" sz="1300" u="none" cap="none" strike="noStrike">
              <a:solidFill>
                <a:srgbClr val="000000"/>
              </a:solidFill>
              <a:latin typeface="Arial"/>
              <a:ea typeface="Arial"/>
              <a:cs typeface="Arial"/>
              <a:sym typeface="Arial"/>
            </a:endParaRPr>
          </a:p>
          <a:p>
            <a:pPr indent="0" lvl="0" marL="0" marR="0" rtl="0" algn="l">
              <a:lnSpc>
                <a:spcPct val="90000"/>
              </a:lnSpc>
              <a:spcBef>
                <a:spcPts val="200"/>
              </a:spcBef>
              <a:spcAft>
                <a:spcPts val="0"/>
              </a:spcAft>
              <a:buClr>
                <a:srgbClr val="000000"/>
              </a:buClr>
              <a:buSzPts val="900"/>
              <a:buFont typeface="Arial"/>
              <a:buNone/>
            </a:pPr>
            <a:r>
              <a:rPr b="1" i="0" lang="en-GB" sz="1000" u="none" cap="none" strike="noStrike">
                <a:solidFill>
                  <a:srgbClr val="0B2E4F"/>
                </a:solidFill>
                <a:latin typeface="Calibri"/>
                <a:ea typeface="Calibri"/>
                <a:cs typeface="Calibri"/>
                <a:sym typeface="Calibri"/>
              </a:rPr>
              <a:t>A new source is config, not code.</a:t>
            </a:r>
            <a:r>
              <a:rPr b="0" i="0" lang="en-GB" sz="1000" u="none" cap="none" strike="noStrike">
                <a:solidFill>
                  <a:srgbClr val="14202B"/>
                </a:solidFill>
                <a:latin typeface="Calibri"/>
                <a:ea typeface="Calibri"/>
                <a:cs typeface="Calibri"/>
                <a:sym typeface="Calibri"/>
              </a:rPr>
              <a:t>  YAML plus a plugin. OGC WMS/WCS served.</a:t>
            </a:r>
            <a:r>
              <a:rPr sz="650" b="1" baseline="28000">
                <a:solidFill>
                  <a:srgbClr val="12688F"/>
                </a:solidFill>
                <a:latin typeface="Calibri"/>
                <a:hlinkClick r:id="rId15"/>
              </a:rPr>
              <a:t>[18]</a:t>
            </a:r>
            <a:r>
              <a:rPr sz="650" b="1" baseline="28000">
                <a:solidFill>
                  <a:srgbClr val="12688F"/>
                </a:solidFill>
                <a:latin typeface="Calibri"/>
                <a:hlinkClick r:id="rId16"/>
              </a:rPr>
              <a:t>[19]</a:t>
            </a:r>
            <a:r>
              <a:rPr sz="650">
                <a:latin typeface="Calibri"/>
              </a:rPr>
              <a:t> </a:t>
            </a:r>
            <a:endParaRPr b="0" i="0" sz="1300" u="none" cap="none" strike="noStrike">
              <a:solidFill>
                <a:srgbClr val="000000"/>
              </a:solidFill>
              <a:latin typeface="Arial"/>
              <a:ea typeface="Arial"/>
              <a:cs typeface="Arial"/>
              <a:sym typeface="Arial"/>
            </a:endParaRPr>
          </a:p>
        </p:txBody>
      </p:sp>
      <p:sp>
        <p:nvSpPr>
          <p:cNvPr id="235" name="Rectangle 234"/>
          <p:cNvSpPr/>
          <p:nvPr/>
        </p:nvSpPr>
        <p:spPr>
          <a:xfrm>
            <a:off x="5074920" y="1252728"/>
            <a:ext cx="1536192" cy="192024"/>
          </a:xfrm>
          <a:prstGeom prst="rect">
            <a:avLst/>
          </a:prstGeom>
          <a:solidFill>
            <a:srgbClr val="0B2E4F"/>
          </a:solidFill>
          <a:ln w="9525">
            <a:solidFill>
              <a:srgbClr val="0B2E4F"/>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r>
              <a:rPr sz="750" b="1" i="0">
                <a:solidFill>
                  <a:srgbClr val="FFFFFF"/>
                </a:solidFill>
                <a:latin typeface="Calibri"/>
              </a:rPr>
              <a:t>HOW ONE ANSWER GETS MADE</a:t>
            </a:r>
          </a:p>
        </p:txBody>
      </p:sp>
      <p:sp>
        <p:nvSpPr>
          <p:cNvPr id="236" name="Rectangle 235"/>
          <p:cNvSpPr/>
          <p:nvPr/>
        </p:nvSpPr>
        <p:spPr>
          <a:xfrm>
            <a:off x="5074920" y="1463040"/>
            <a:ext cx="3895344" cy="274320"/>
          </a:xfrm>
          <a:prstGeom prst="rect">
            <a:avLst/>
          </a:prstGeom>
          <a:solidFill>
            <a:srgbClr val="0B2E4F"/>
          </a:solidFill>
          <a:ln w="9525">
            <a:solidFill>
              <a:srgbClr val="0B2E4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7" name="TextBox 236"/>
          <p:cNvSpPr txBox="1"/>
          <p:nvPr/>
        </p:nvSpPr>
        <p:spPr>
          <a:xfrm>
            <a:off x="5129783" y="1504188"/>
            <a:ext cx="3785616" cy="192024"/>
          </a:xfrm>
          <a:prstGeom prst="rect">
            <a:avLst/>
          </a:prstGeom>
          <a:noFill/>
        </p:spPr>
        <p:txBody>
          <a:bodyPr wrap="square" lIns="0" rIns="0" tIns="0" bIns="0" anchor="ctr">
            <a:spAutoFit/>
          </a:bodyPr>
          <a:lstStyle/>
          <a:p>
            <a:pPr algn="ctr"/>
            <a:r>
              <a:rPr sz="900" b="1" i="0">
                <a:solidFill>
                  <a:srgbClr val="FFFFFF"/>
                </a:solidFill>
                <a:latin typeface="Calibri"/>
              </a:rPr>
              <a:t>A FORECASTER OPENS ONE PAGE</a:t>
            </a:r>
          </a:p>
        </p:txBody>
      </p:sp>
      <p:sp>
        <p:nvSpPr>
          <p:cNvPr id="238" name="Rectangle 237"/>
          <p:cNvSpPr/>
          <p:nvPr/>
        </p:nvSpPr>
        <p:spPr>
          <a:xfrm>
            <a:off x="7017105" y="1737360"/>
            <a:ext cx="10972" cy="100584"/>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9" name="Rectangle 238"/>
          <p:cNvSpPr/>
          <p:nvPr/>
        </p:nvSpPr>
        <p:spPr>
          <a:xfrm>
            <a:off x="6012180" y="1832457"/>
            <a:ext cx="2020824" cy="10972"/>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0" name="Rectangle 239"/>
          <p:cNvSpPr/>
          <p:nvPr/>
        </p:nvSpPr>
        <p:spPr>
          <a:xfrm>
            <a:off x="6006693" y="1837944"/>
            <a:ext cx="10972" cy="36576"/>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1" name="Isosceles Triangle 240"/>
          <p:cNvSpPr/>
          <p:nvPr/>
        </p:nvSpPr>
        <p:spPr>
          <a:xfrm rot="10800000">
            <a:off x="5971032" y="1874520"/>
            <a:ext cx="82296" cy="64008"/>
          </a:xfrm>
          <a:prstGeom prst="triangle">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2" name="Rectangle 241"/>
          <p:cNvSpPr/>
          <p:nvPr/>
        </p:nvSpPr>
        <p:spPr>
          <a:xfrm>
            <a:off x="8027517" y="1837944"/>
            <a:ext cx="10972" cy="36576"/>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3" name="Isosceles Triangle 242"/>
          <p:cNvSpPr/>
          <p:nvPr/>
        </p:nvSpPr>
        <p:spPr>
          <a:xfrm rot="10800000">
            <a:off x="7991856" y="1874520"/>
            <a:ext cx="82296" cy="64008"/>
          </a:xfrm>
          <a:prstGeom prst="triangle">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4" name="Rectangle 243"/>
          <p:cNvSpPr/>
          <p:nvPr/>
        </p:nvSpPr>
        <p:spPr>
          <a:xfrm>
            <a:off x="5074920" y="1938528"/>
            <a:ext cx="1874520" cy="402336"/>
          </a:xfrm>
          <a:prstGeom prst="rect">
            <a:avLst/>
          </a:prstGeom>
          <a:solidFill>
            <a:srgbClr val="EFF4F7"/>
          </a:solidFill>
          <a:ln w="9525">
            <a:solidFill>
              <a:srgbClr val="C3D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5" name="TextBox 244"/>
          <p:cNvSpPr txBox="1"/>
          <p:nvPr/>
        </p:nvSpPr>
        <p:spPr>
          <a:xfrm>
            <a:off x="5129783" y="1979676"/>
            <a:ext cx="1764792" cy="320040"/>
          </a:xfrm>
          <a:prstGeom prst="rect">
            <a:avLst/>
          </a:prstGeom>
          <a:noFill/>
        </p:spPr>
        <p:txBody>
          <a:bodyPr wrap="square" lIns="0" rIns="0" tIns="0" bIns="0" anchor="ctr">
            <a:spAutoFit/>
          </a:bodyPr>
          <a:lstStyle/>
          <a:p>
            <a:pPr algn="ctr"/>
            <a:r>
              <a:rPr sz="850" b="1" i="0">
                <a:solidFill>
                  <a:srgbClr val="0B2E4F"/>
                </a:solidFill>
                <a:latin typeface="Calibri"/>
              </a:rPr>
              <a:t>THE MODEL FIELD</a:t>
            </a:r>
            <a:r>
              <a:rPr sz="620" b="1" baseline="28000">
                <a:solidFill>
                  <a:srgbClr val="0B2E4F"/>
                </a:solidFill>
                <a:latin typeface="Calibri"/>
                <a:hlinkClick r:id="rId6"/>
              </a:rPr>
              <a:t>[11]</a:t>
            </a:r>
            <a:r>
              <a:rPr sz="620">
                <a:latin typeface="Calibri"/>
              </a:rPr>
              <a:t> </a:t>
            </a:r>
          </a:p>
          <a:p>
            <a:pPr algn="ctr"/>
            <a:r>
              <a:rPr sz="720" b="0" i="0">
                <a:solidFill>
                  <a:srgbClr val="556471"/>
                </a:solidFill>
                <a:latin typeface="Calibri"/>
              </a:rPr>
              <a:t>INCOIS ERDDAP  ·  24 levels, 5 m to 2000 m</a:t>
            </a:r>
          </a:p>
        </p:txBody>
      </p:sp>
      <p:sp>
        <p:nvSpPr>
          <p:cNvPr id="246" name="Rectangle 245"/>
          <p:cNvSpPr/>
          <p:nvPr/>
        </p:nvSpPr>
        <p:spPr>
          <a:xfrm>
            <a:off x="7095744" y="1938528"/>
            <a:ext cx="1874520" cy="402336"/>
          </a:xfrm>
          <a:prstGeom prst="rect">
            <a:avLst/>
          </a:prstGeom>
          <a:solidFill>
            <a:srgbClr val="EFF4F7"/>
          </a:solidFill>
          <a:ln w="9525">
            <a:solidFill>
              <a:srgbClr val="C3D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7" name="TextBox 246"/>
          <p:cNvSpPr txBox="1"/>
          <p:nvPr/>
        </p:nvSpPr>
        <p:spPr>
          <a:xfrm>
            <a:off x="7150607" y="1979676"/>
            <a:ext cx="1764792" cy="320040"/>
          </a:xfrm>
          <a:prstGeom prst="rect">
            <a:avLst/>
          </a:prstGeom>
          <a:noFill/>
        </p:spPr>
        <p:txBody>
          <a:bodyPr wrap="square" lIns="0" rIns="0" tIns="0" bIns="0" anchor="ctr">
            <a:spAutoFit/>
          </a:bodyPr>
          <a:lstStyle/>
          <a:p>
            <a:pPr algn="ctr"/>
            <a:r>
              <a:rPr sz="850" b="1" i="0">
                <a:solidFill>
                  <a:srgbClr val="0B2E4F"/>
                </a:solidFill>
                <a:latin typeface="Calibri"/>
              </a:rPr>
              <a:t>THE INSTRUMENTS</a:t>
            </a:r>
            <a:r>
              <a:rPr sz="620" b="1" baseline="28000">
                <a:solidFill>
                  <a:srgbClr val="0B2E4F"/>
                </a:solidFill>
                <a:latin typeface="Calibri"/>
                <a:hlinkClick r:id="rId7"/>
              </a:rPr>
              <a:t>[12]</a:t>
            </a:r>
            <a:r>
              <a:rPr sz="620" b="1" baseline="28000">
                <a:solidFill>
                  <a:srgbClr val="0B2E4F"/>
                </a:solidFill>
                <a:latin typeface="Calibri"/>
                <a:hlinkClick r:id="rId8"/>
              </a:rPr>
              <a:t>[14]</a:t>
            </a:r>
            <a:r>
              <a:rPr sz="620">
                <a:latin typeface="Calibri"/>
              </a:rPr>
              <a:t> </a:t>
            </a:r>
          </a:p>
          <a:p>
            <a:pPr algn="ctr"/>
            <a:r>
              <a:rPr sz="720" b="0" i="0">
                <a:solidFill>
                  <a:srgbClr val="556471"/>
                </a:solidFill>
                <a:latin typeface="Calibri"/>
              </a:rPr>
              <a:t>Argo  ·  BGC  ·  glider  ·  CTD  ·  RAMA buoy</a:t>
            </a:r>
          </a:p>
        </p:txBody>
      </p:sp>
      <p:sp>
        <p:nvSpPr>
          <p:cNvPr id="248" name="Rectangle 247"/>
          <p:cNvSpPr/>
          <p:nvPr/>
        </p:nvSpPr>
        <p:spPr>
          <a:xfrm>
            <a:off x="6006693" y="2340864"/>
            <a:ext cx="10972" cy="100584"/>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9" name="Isosceles Triangle 248"/>
          <p:cNvSpPr/>
          <p:nvPr/>
        </p:nvSpPr>
        <p:spPr>
          <a:xfrm rot="10800000">
            <a:off x="5971032" y="2441448"/>
            <a:ext cx="82296" cy="64008"/>
          </a:xfrm>
          <a:prstGeom prst="triangle">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0" name="Rectangle 249"/>
          <p:cNvSpPr/>
          <p:nvPr/>
        </p:nvSpPr>
        <p:spPr>
          <a:xfrm>
            <a:off x="8027517" y="2340864"/>
            <a:ext cx="10972" cy="100584"/>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1" name="Isosceles Triangle 250"/>
          <p:cNvSpPr/>
          <p:nvPr/>
        </p:nvSpPr>
        <p:spPr>
          <a:xfrm rot="10800000">
            <a:off x="7991856" y="2441448"/>
            <a:ext cx="82296" cy="64008"/>
          </a:xfrm>
          <a:prstGeom prst="triangle">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2" name="Rectangle 251"/>
          <p:cNvSpPr/>
          <p:nvPr/>
        </p:nvSpPr>
        <p:spPr>
          <a:xfrm>
            <a:off x="5074920" y="2505456"/>
            <a:ext cx="1874520" cy="402336"/>
          </a:xfrm>
          <a:prstGeom prst="rect">
            <a:avLst/>
          </a:prstGeom>
          <a:solidFill>
            <a:srgbClr val="EFF4F7"/>
          </a:solidFill>
          <a:ln w="9525">
            <a:solidFill>
              <a:srgbClr val="C3D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3" name="TextBox 252"/>
          <p:cNvSpPr txBox="1"/>
          <p:nvPr/>
        </p:nvSpPr>
        <p:spPr>
          <a:xfrm>
            <a:off x="5129783" y="2546604"/>
            <a:ext cx="1764792" cy="320040"/>
          </a:xfrm>
          <a:prstGeom prst="rect">
            <a:avLst/>
          </a:prstGeom>
          <a:noFill/>
        </p:spPr>
        <p:txBody>
          <a:bodyPr wrap="square" lIns="0" rIns="0" tIns="0" bIns="0" anchor="ctr">
            <a:spAutoFit/>
          </a:bodyPr>
          <a:lstStyle/>
          <a:p>
            <a:pPr algn="ctr"/>
            <a:r>
              <a:rPr sz="850" b="1" i="0">
                <a:solidFill>
                  <a:srgbClr val="0B2E4F"/>
                </a:solidFill>
                <a:latin typeface="Calibri"/>
              </a:rPr>
              <a:t>VOLUMETRIC SCENE</a:t>
            </a:r>
            <a:r>
              <a:rPr sz="620" b="1" baseline="28000">
                <a:solidFill>
                  <a:srgbClr val="0B2E4F"/>
                </a:solidFill>
                <a:latin typeface="Calibri"/>
                <a:hlinkClick r:id="rId9"/>
              </a:rPr>
              <a:t>[6]</a:t>
            </a:r>
            <a:r>
              <a:rPr sz="620">
                <a:latin typeface="Calibri"/>
              </a:rPr>
              <a:t> </a:t>
            </a:r>
          </a:p>
          <a:p>
            <a:pPr algn="ctr"/>
            <a:r>
              <a:rPr sz="720" b="0" i="0">
                <a:solidFill>
                  <a:srgbClr val="556471"/>
                </a:solidFill>
                <a:latin typeface="Calibri"/>
              </a:rPr>
              <a:t>ray marched on the GPU, in a browser</a:t>
            </a:r>
          </a:p>
        </p:txBody>
      </p:sp>
      <p:sp>
        <p:nvSpPr>
          <p:cNvPr id="254" name="Rectangle 253"/>
          <p:cNvSpPr/>
          <p:nvPr/>
        </p:nvSpPr>
        <p:spPr>
          <a:xfrm>
            <a:off x="7095744" y="2505456"/>
            <a:ext cx="1874520" cy="402336"/>
          </a:xfrm>
          <a:prstGeom prst="rect">
            <a:avLst/>
          </a:prstGeom>
          <a:solidFill>
            <a:srgbClr val="EFF4F7"/>
          </a:solidFill>
          <a:ln w="9525">
            <a:solidFill>
              <a:srgbClr val="C3D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5" name="TextBox 254"/>
          <p:cNvSpPr txBox="1"/>
          <p:nvPr/>
        </p:nvSpPr>
        <p:spPr>
          <a:xfrm>
            <a:off x="7150607" y="2546604"/>
            <a:ext cx="1764792" cy="320040"/>
          </a:xfrm>
          <a:prstGeom prst="rect">
            <a:avLst/>
          </a:prstGeom>
          <a:noFill/>
        </p:spPr>
        <p:txBody>
          <a:bodyPr wrap="square" lIns="0" rIns="0" tIns="0" bIns="0" anchor="ctr">
            <a:spAutoFit/>
          </a:bodyPr>
          <a:lstStyle/>
          <a:p>
            <a:pPr algn="ctr"/>
            <a:r>
              <a:rPr sz="850" b="1" i="0">
                <a:solidFill>
                  <a:srgbClr val="0B2E4F"/>
                </a:solidFill>
                <a:latin typeface="Calibri"/>
              </a:rPr>
              <a:t>ON THE SAME GLOBE</a:t>
            </a:r>
          </a:p>
          <a:p>
            <a:pPr algn="ctr"/>
            <a:r>
              <a:rPr sz="720" b="0" i="0">
                <a:solidFill>
                  <a:srgbClr val="556471"/>
                </a:solidFill>
                <a:latin typeface="Calibri"/>
              </a:rPr>
              <a:t>149 casts  ·  30,012 QC-passed levels</a:t>
            </a:r>
          </a:p>
        </p:txBody>
      </p:sp>
      <p:sp>
        <p:nvSpPr>
          <p:cNvPr id="256" name="Rectangle 255"/>
          <p:cNvSpPr/>
          <p:nvPr/>
        </p:nvSpPr>
        <p:spPr>
          <a:xfrm>
            <a:off x="6006693" y="2907792"/>
            <a:ext cx="10972" cy="109727"/>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7" name="Rectangle 256"/>
          <p:cNvSpPr/>
          <p:nvPr/>
        </p:nvSpPr>
        <p:spPr>
          <a:xfrm>
            <a:off x="8027517" y="2907792"/>
            <a:ext cx="10972" cy="109727"/>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8" name="Rectangle 257"/>
          <p:cNvSpPr/>
          <p:nvPr/>
        </p:nvSpPr>
        <p:spPr>
          <a:xfrm>
            <a:off x="6012180" y="3012033"/>
            <a:ext cx="2020824" cy="10972"/>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9" name="Rectangle 258"/>
          <p:cNvSpPr/>
          <p:nvPr/>
        </p:nvSpPr>
        <p:spPr>
          <a:xfrm>
            <a:off x="7017105" y="3017520"/>
            <a:ext cx="10972" cy="45720"/>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0" name="Isosceles Triangle 259"/>
          <p:cNvSpPr/>
          <p:nvPr/>
        </p:nvSpPr>
        <p:spPr>
          <a:xfrm rot="10800000">
            <a:off x="6981444" y="3063240"/>
            <a:ext cx="82296" cy="64008"/>
          </a:xfrm>
          <a:prstGeom prst="triangle">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1" name="Rectangle 260"/>
          <p:cNvSpPr/>
          <p:nvPr/>
        </p:nvSpPr>
        <p:spPr>
          <a:xfrm>
            <a:off x="5074920" y="3127248"/>
            <a:ext cx="3895344" cy="365760"/>
          </a:xfrm>
          <a:prstGeom prst="rect">
            <a:avLst/>
          </a:prstGeom>
          <a:solidFill>
            <a:srgbClr val="E4ECF1"/>
          </a:solidFill>
          <a:ln w="9525">
            <a:solidFill>
              <a:srgbClr val="1268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2" name="TextBox 261"/>
          <p:cNvSpPr txBox="1"/>
          <p:nvPr/>
        </p:nvSpPr>
        <p:spPr>
          <a:xfrm>
            <a:off x="5129783" y="3168396"/>
            <a:ext cx="3785616" cy="283464"/>
          </a:xfrm>
          <a:prstGeom prst="rect">
            <a:avLst/>
          </a:prstGeom>
          <a:noFill/>
        </p:spPr>
        <p:txBody>
          <a:bodyPr wrap="square" lIns="0" rIns="0" tIns="0" bIns="0" anchor="ctr">
            <a:spAutoFit/>
          </a:bodyPr>
          <a:lstStyle/>
          <a:p>
            <a:pPr algn="ctr"/>
            <a:r>
              <a:rPr sz="850" b="1" i="0">
                <a:solidFill>
                  <a:srgbClr val="0B2E4F"/>
                </a:solidFill>
                <a:latin typeface="Calibri"/>
              </a:rPr>
              <a:t>CLASS-4 CO-LOCATION IN OBSERVATION SPACE</a:t>
            </a:r>
            <a:r>
              <a:rPr sz="620" b="1" baseline="28000">
                <a:solidFill>
                  <a:srgbClr val="0B2E4F"/>
                </a:solidFill>
                <a:latin typeface="Calibri"/>
                <a:hlinkClick r:id="rId10"/>
              </a:rPr>
              <a:t>[1]</a:t>
            </a:r>
            <a:r>
              <a:rPr sz="620">
                <a:latin typeface="Calibri"/>
              </a:rPr>
              <a:t> </a:t>
            </a:r>
          </a:p>
          <a:p>
            <a:pPr algn="ctr"/>
            <a:r>
              <a:rPr sz="720" b="0" i="0">
                <a:solidFill>
                  <a:srgbClr val="556471"/>
                </a:solidFill>
                <a:latin typeface="Calibri"/>
              </a:rPr>
              <a:t>interpolated to each cast's own position and depth  ·  Ryan et al. 2015</a:t>
            </a:r>
          </a:p>
        </p:txBody>
      </p:sp>
      <p:sp>
        <p:nvSpPr>
          <p:cNvPr id="263" name="Rectangle 262"/>
          <p:cNvSpPr/>
          <p:nvPr/>
        </p:nvSpPr>
        <p:spPr>
          <a:xfrm>
            <a:off x="7017105" y="3493008"/>
            <a:ext cx="10972" cy="100583"/>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4" name="Rectangle 263"/>
          <p:cNvSpPr/>
          <p:nvPr/>
        </p:nvSpPr>
        <p:spPr>
          <a:xfrm>
            <a:off x="6012180" y="3588105"/>
            <a:ext cx="2020824" cy="10972"/>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5" name="Rectangle 264"/>
          <p:cNvSpPr/>
          <p:nvPr/>
        </p:nvSpPr>
        <p:spPr>
          <a:xfrm>
            <a:off x="6006693" y="3593591"/>
            <a:ext cx="10972" cy="36576"/>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6" name="Isosceles Triangle 265"/>
          <p:cNvSpPr/>
          <p:nvPr/>
        </p:nvSpPr>
        <p:spPr>
          <a:xfrm rot="10800000">
            <a:off x="5971032" y="3630168"/>
            <a:ext cx="82296" cy="64008"/>
          </a:xfrm>
          <a:prstGeom prst="triangle">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7" name="Rectangle 266"/>
          <p:cNvSpPr/>
          <p:nvPr/>
        </p:nvSpPr>
        <p:spPr>
          <a:xfrm>
            <a:off x="8027517" y="3593591"/>
            <a:ext cx="10972" cy="36576"/>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8" name="Isosceles Triangle 267"/>
          <p:cNvSpPr/>
          <p:nvPr/>
        </p:nvSpPr>
        <p:spPr>
          <a:xfrm rot="10800000">
            <a:off x="7991856" y="3630168"/>
            <a:ext cx="82296" cy="64008"/>
          </a:xfrm>
          <a:prstGeom prst="triangle">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9" name="Rectangle 268"/>
          <p:cNvSpPr/>
          <p:nvPr/>
        </p:nvSpPr>
        <p:spPr>
          <a:xfrm>
            <a:off x="5074920" y="3694176"/>
            <a:ext cx="1874520" cy="402336"/>
          </a:xfrm>
          <a:prstGeom prst="rect">
            <a:avLst/>
          </a:prstGeom>
          <a:solidFill>
            <a:srgbClr val="FFFFFF"/>
          </a:solidFill>
          <a:ln w="9525">
            <a:solidFill>
              <a:srgbClr val="0E8C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0" name="TextBox 269"/>
          <p:cNvSpPr txBox="1"/>
          <p:nvPr/>
        </p:nvSpPr>
        <p:spPr>
          <a:xfrm>
            <a:off x="5129783" y="3735324"/>
            <a:ext cx="1764792" cy="320040"/>
          </a:xfrm>
          <a:prstGeom prst="rect">
            <a:avLst/>
          </a:prstGeom>
          <a:noFill/>
        </p:spPr>
        <p:txBody>
          <a:bodyPr wrap="square" lIns="0" rIns="0" tIns="0" bIns="0" anchor="ctr">
            <a:spAutoFit/>
          </a:bodyPr>
          <a:lstStyle/>
          <a:p>
            <a:pPr algn="ctr"/>
            <a:r>
              <a:rPr sz="850" b="1" i="0">
                <a:solidFill>
                  <a:srgbClr val="0E8C9A"/>
                </a:solidFill>
                <a:latin typeface="Calibri"/>
              </a:rPr>
              <a:t>BIAS +0.026  ·  RMSE 0.602</a:t>
            </a:r>
          </a:p>
          <a:p>
            <a:pPr algn="ctr"/>
            <a:r>
              <a:rPr sz="720" b="0" i="0">
                <a:solidFill>
                  <a:srgbClr val="556471"/>
                </a:solidFill>
                <a:latin typeface="Calibri"/>
              </a:rPr>
              <a:t>degC, and per depth band</a:t>
            </a:r>
          </a:p>
        </p:txBody>
      </p:sp>
      <p:sp>
        <p:nvSpPr>
          <p:cNvPr id="271" name="Rectangle 270"/>
          <p:cNvSpPr/>
          <p:nvPr/>
        </p:nvSpPr>
        <p:spPr>
          <a:xfrm>
            <a:off x="7095744" y="3694176"/>
            <a:ext cx="1874520" cy="402336"/>
          </a:xfrm>
          <a:prstGeom prst="rect">
            <a:avLst/>
          </a:prstGeom>
          <a:solidFill>
            <a:srgbClr val="FFFFFF"/>
          </a:solidFill>
          <a:ln w="9525">
            <a:solidFill>
              <a:srgbClr val="C445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2" name="TextBox 271"/>
          <p:cNvSpPr txBox="1"/>
          <p:nvPr/>
        </p:nvSpPr>
        <p:spPr>
          <a:xfrm>
            <a:off x="7150607" y="3735324"/>
            <a:ext cx="1764792" cy="320040"/>
          </a:xfrm>
          <a:prstGeom prst="rect">
            <a:avLst/>
          </a:prstGeom>
          <a:noFill/>
        </p:spPr>
        <p:txBody>
          <a:bodyPr wrap="square" lIns="0" rIns="0" tIns="0" bIns="0" anchor="ctr">
            <a:spAutoFit/>
          </a:bodyPr>
          <a:lstStyle/>
          <a:p>
            <a:pPr algn="ctr"/>
            <a:r>
              <a:rPr sz="850" b="1" i="0">
                <a:solidFill>
                  <a:srgbClr val="C44528"/>
                </a:solidFill>
                <a:latin typeface="Calibri"/>
              </a:rPr>
              <a:t>18,294 LEVELS REFUSED</a:t>
            </a:r>
          </a:p>
          <a:p>
            <a:pPr algn="ctr"/>
            <a:r>
              <a:rPr sz="720" b="0" i="0">
                <a:solidFill>
                  <a:srgbClr val="556471"/>
                </a:solidFill>
                <a:latin typeface="Calibri"/>
              </a:rPr>
              <a:t>a printed reason for every one</a:t>
            </a:r>
          </a:p>
        </p:txBody>
      </p:sp>
      <p:sp>
        <p:nvSpPr>
          <p:cNvPr id="273" name="Rectangle 272"/>
          <p:cNvSpPr/>
          <p:nvPr/>
        </p:nvSpPr>
        <p:spPr>
          <a:xfrm>
            <a:off x="6006693" y="4096512"/>
            <a:ext cx="10972" cy="100583"/>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4" name="Rectangle 273"/>
          <p:cNvSpPr/>
          <p:nvPr/>
        </p:nvSpPr>
        <p:spPr>
          <a:xfrm>
            <a:off x="8027517" y="4096512"/>
            <a:ext cx="10972" cy="100583"/>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5" name="Rectangle 274"/>
          <p:cNvSpPr/>
          <p:nvPr/>
        </p:nvSpPr>
        <p:spPr>
          <a:xfrm>
            <a:off x="6012180" y="4191609"/>
            <a:ext cx="2020824" cy="10972"/>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6" name="Rectangle 275"/>
          <p:cNvSpPr/>
          <p:nvPr/>
        </p:nvSpPr>
        <p:spPr>
          <a:xfrm>
            <a:off x="7017105" y="4197096"/>
            <a:ext cx="10972" cy="36576"/>
          </a:xfrm>
          <a:prstGeom prst="rect">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7" name="Isosceles Triangle 276"/>
          <p:cNvSpPr/>
          <p:nvPr/>
        </p:nvSpPr>
        <p:spPr>
          <a:xfrm rot="10800000">
            <a:off x="6981444" y="4233672"/>
            <a:ext cx="82296" cy="64008"/>
          </a:xfrm>
          <a:prstGeom prst="triangle">
            <a:avLst/>
          </a:prstGeom>
          <a:solidFill>
            <a:srgbClr val="12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8" name="Rectangle 277"/>
          <p:cNvSpPr/>
          <p:nvPr/>
        </p:nvSpPr>
        <p:spPr>
          <a:xfrm>
            <a:off x="5074920" y="4297680"/>
            <a:ext cx="3895344" cy="292608"/>
          </a:xfrm>
          <a:prstGeom prst="rect">
            <a:avLst/>
          </a:prstGeom>
          <a:solidFill>
            <a:srgbClr val="12688F"/>
          </a:solidFill>
          <a:ln w="9525">
            <a:solidFill>
              <a:srgbClr val="1268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9" name="TextBox 278"/>
          <p:cNvSpPr txBox="1"/>
          <p:nvPr/>
        </p:nvSpPr>
        <p:spPr>
          <a:xfrm>
            <a:off x="5129783" y="4338828"/>
            <a:ext cx="3785616" cy="210312"/>
          </a:xfrm>
          <a:prstGeom prst="rect">
            <a:avLst/>
          </a:prstGeom>
          <a:noFill/>
        </p:spPr>
        <p:txBody>
          <a:bodyPr wrap="square" lIns="0" rIns="0" tIns="0" bIns="0" anchor="ctr">
            <a:spAutoFit/>
          </a:bodyPr>
          <a:lstStyle/>
          <a:p>
            <a:pPr algn="ctr"/>
            <a:r>
              <a:rPr sz="900" b="1" i="0">
                <a:solidFill>
                  <a:srgbClr val="FFFFFF"/>
                </a:solidFill>
                <a:latin typeface="Calibri"/>
              </a:rPr>
              <a:t>A NUMBER A FORECASTER CAN DEFEND</a:t>
            </a:r>
          </a:p>
        </p:txBody>
      </p:sp>
      <p:sp>
        <p:nvSpPr>
          <p:cNvPr id="280" name="Rectangle 279"/>
          <p:cNvSpPr/>
          <p:nvPr/>
        </p:nvSpPr>
        <p:spPr>
          <a:xfrm>
            <a:off x="173736" y="3383280"/>
            <a:ext cx="2304288" cy="192024"/>
          </a:xfrm>
          <a:prstGeom prst="rect">
            <a:avLst/>
          </a:prstGeom>
          <a:solidFill>
            <a:srgbClr val="0B2E4F"/>
          </a:solidFill>
          <a:ln w="9525">
            <a:solidFill>
              <a:srgbClr val="0B2E4F"/>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r>
              <a:rPr sz="750" b="1" i="0">
                <a:solidFill>
                  <a:srgbClr val="FFFFFF"/>
                </a:solidFill>
                <a:latin typeface="Calibri"/>
              </a:rPr>
              <a:t>THE RUNNING SYSTEM  ·  PHOTOGRAPHED TODAY</a:t>
            </a:r>
          </a:p>
        </p:txBody>
      </p:sp>
      <p:sp>
        <p:nvSpPr>
          <p:cNvPr id="281" name="Rectangle 280"/>
          <p:cNvSpPr/>
          <p:nvPr/>
        </p:nvSpPr>
        <p:spPr>
          <a:xfrm>
            <a:off x="162763" y="3591763"/>
            <a:ext cx="2307945" cy="991209"/>
          </a:xfrm>
          <a:prstGeom prst="rect">
            <a:avLst/>
          </a:prstGeom>
          <a:solidFill>
            <a:srgbClr val="C3D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2" name="Picture 281" descr="crop-ui-scene-strip.png"/>
          <p:cNvPicPr>
            <a:picLocks noChangeAspect="1"/>
          </p:cNvPicPr>
          <p:nvPr/>
        </p:nvPicPr>
        <p:blipFill>
          <a:blip r:embed="rId11"/>
          <a:stretch>
            <a:fillRect/>
          </a:stretch>
        </p:blipFill>
        <p:spPr>
          <a:xfrm>
            <a:off x="173736" y="3602736"/>
            <a:ext cx="2286000" cy="969264"/>
          </a:xfrm>
          <a:prstGeom prst="rect">
            <a:avLst/>
          </a:prstGeom>
        </p:spPr>
      </p:pic>
      <p:sp>
        <p:nvSpPr>
          <p:cNvPr id="283" name="TextBox 282"/>
          <p:cNvSpPr txBox="1"/>
          <p:nvPr/>
        </p:nvSpPr>
        <p:spPr>
          <a:xfrm>
            <a:off x="173736" y="4617720"/>
            <a:ext cx="2286000" cy="128016"/>
          </a:xfrm>
          <a:prstGeom prst="rect">
            <a:avLst/>
          </a:prstGeom>
          <a:noFill/>
        </p:spPr>
        <p:txBody>
          <a:bodyPr wrap="square" lIns="0" rIns="0" tIns="0" bIns="0" anchor="t">
            <a:spAutoFit/>
          </a:bodyPr>
          <a:lstStyle/>
          <a:p>
            <a:r>
              <a:rPr sz="680" b="0" i="0">
                <a:solidFill>
                  <a:srgbClr val="556471"/>
                </a:solidFill>
                <a:latin typeface="Calibri"/>
              </a:rPr>
              <a:t>One scene: the model volume, the instruments, a live CAP area</a:t>
            </a:r>
          </a:p>
        </p:txBody>
      </p:sp>
      <p:sp>
        <p:nvSpPr>
          <p:cNvPr id="284" name="Rectangle 283"/>
          <p:cNvSpPr/>
          <p:nvPr/>
        </p:nvSpPr>
        <p:spPr>
          <a:xfrm>
            <a:off x="2604211" y="3591763"/>
            <a:ext cx="2307945" cy="991209"/>
          </a:xfrm>
          <a:prstGeom prst="rect">
            <a:avLst/>
          </a:prstGeom>
          <a:solidFill>
            <a:srgbClr val="C3D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5" name="Picture 284" descr="crop-ui-studio-cube.png"/>
          <p:cNvPicPr>
            <a:picLocks noChangeAspect="1"/>
          </p:cNvPicPr>
          <p:nvPr/>
        </p:nvPicPr>
        <p:blipFill>
          <a:blip r:embed="rId12"/>
          <a:stretch>
            <a:fillRect/>
          </a:stretch>
        </p:blipFill>
        <p:spPr>
          <a:xfrm>
            <a:off x="2615184" y="3602736"/>
            <a:ext cx="2286000" cy="969264"/>
          </a:xfrm>
          <a:prstGeom prst="rect">
            <a:avLst/>
          </a:prstGeom>
        </p:spPr>
      </p:pic>
      <p:sp>
        <p:nvSpPr>
          <p:cNvPr id="286" name="TextBox 285"/>
          <p:cNvSpPr txBox="1"/>
          <p:nvPr/>
        </p:nvSpPr>
        <p:spPr>
          <a:xfrm>
            <a:off x="2615184" y="4617720"/>
            <a:ext cx="2286000" cy="128016"/>
          </a:xfrm>
          <a:prstGeom prst="rect">
            <a:avLst/>
          </a:prstGeom>
          <a:noFill/>
        </p:spPr>
        <p:txBody>
          <a:bodyPr wrap="square" lIns="0" rIns="0" tIns="0" bIns="0" anchor="t">
            <a:spAutoFit/>
          </a:bodyPr>
          <a:lstStyle/>
          <a:p>
            <a:r>
              <a:rPr sz="680" b="0" i="0">
                <a:solidFill>
                  <a:srgbClr val="556471"/>
                </a:solidFill>
                <a:latin typeface="Calibri"/>
              </a:rPr>
              <a:t>The cube, the measured profile, and the Class-4 number</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374" name="TextBox 373"/>
          <p:cNvSpPr txBox="1"/>
          <p:nvPr/>
        </p:nvSpPr>
        <p:spPr>
          <a:xfrm>
            <a:off x="45720" y="5074920"/>
            <a:ext cx="9052560" cy="45720"/>
          </a:xfrm>
          <a:prstGeom prst="rect">
            <a:avLst/>
          </a:prstGeom>
          <a:noFill/>
        </p:spPr>
        <p:txBody>
          <a:bodyPr wrap="square">
            <a:spAutoFit/>
          </a:bodyPr>
          <a:lstStyle/>
          <a:p>
            <a:r>
              <a:rPr sz="100">
                <a:solidFill>
                  <a:srgbClr val="FFFFFF"/>
                </a:solidFill>
              </a:rPr>
              <a:t>system architecture 3D Volumetric Rendering WebGL Three.js Cesium.js CesiumJS GPU ray marching Data3DTexture Multi-format Data Ingestion NetCDF ASCII delimited text xarray Zarr chunked store Parquet CF Conventions scale_factor _FillValue FastAPI REST API OGC WMS 1.3.0 WCS 1.0.0 open standards interoperability Next.js TypeScript Python Docker containers plugin architecture modular extensible source registry YAML Argo QC flags Wong 2020 TEOS-10 gsw OASIS CAP v1.2 NDMA SACHET agent plane Samudra Sahayak tool-using agent cited answers Bhashini voice Hindi Telugu Tamil</a:t>
            </a:r>
          </a:p>
        </p:txBody>
      </p:sp>
      <p:sp>
        <p:nvSpPr>
          <p:cNvPr id="256" name="Google Shape;256;p39"/>
          <p:cNvSpPr/>
          <p:nvPr/>
        </p:nvSpPr>
        <p:spPr>
          <a:xfrm>
            <a:off x="0" y="4869574"/>
            <a:ext cx="9144000" cy="273900"/>
          </a:xfrm>
          <a:prstGeom prst="rect">
            <a:avLst/>
          </a:prstGeom>
          <a:solidFill>
            <a:schemeClr val="accent1"/>
          </a:solidFill>
          <a:ln>
            <a:noFill/>
          </a:ln>
          <a:effectLst>
            <a:outerShdw rotWithShape="0" dir="5400000" dist="23000">
              <a:srgbClr val="808080">
                <a:alpha val="34902"/>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rgbClr val="953734"/>
              </a:solidFill>
              <a:latin typeface="Calibri"/>
              <a:ea typeface="Calibri"/>
              <a:cs typeface="Calibri"/>
              <a:sym typeface="Calibri"/>
            </a:endParaRPr>
          </a:p>
        </p:txBody>
      </p:sp>
      <p:sp>
        <p:nvSpPr>
          <p:cNvPr id="257" name="Google Shape;257;p39"/>
          <p:cNvSpPr txBox="1"/>
          <p:nvPr>
            <p:ph type="title"/>
          </p:nvPr>
        </p:nvSpPr>
        <p:spPr>
          <a:xfrm>
            <a:off x="1148825" y="43800"/>
            <a:ext cx="6723000" cy="630900"/>
          </a:xfrm>
          <a:prstGeom prst="rect">
            <a:avLst/>
          </a:prstGeom>
          <a:noFill/>
          <a:ln>
            <a:noFill/>
          </a:ln>
        </p:spPr>
        <p:txBody>
          <a:bodyPr anchorCtr="0" anchor="ctr" bIns="34275" lIns="68575" spcFirstLastPara="1" rIns="68575" wrap="square" tIns="34275">
            <a:noAutofit/>
          </a:bodyPr>
          <a:lstStyle/>
          <a:p>
            <a:pPr indent="0" lvl="0" marL="0" rtl="0" algn="l">
              <a:lnSpc>
                <a:spcPct val="100000"/>
              </a:lnSpc>
              <a:spcBef>
                <a:spcPts val="0"/>
              </a:spcBef>
              <a:spcAft>
                <a:spcPts val="0"/>
              </a:spcAft>
              <a:buSzPts val="1100"/>
              <a:buNone/>
            </a:pPr>
            <a:r>
              <a:rPr b="1" lang="en-GB" sz="2000">
                <a:solidFill>
                  <a:srgbClr val="0B2E4F"/>
                </a:solidFill>
                <a:latin typeface="Times New Roman"/>
                <a:ea typeface="Times New Roman"/>
                <a:cs typeface="Times New Roman"/>
                <a:sym typeface="Times New Roman"/>
              </a:rPr>
              <a:t>                        </a:t>
            </a:r>
            <a:r>
              <a:rPr b="1" i="0" lang="en-GB" sz="2000">
                <a:solidFill>
                  <a:srgbClr val="0B2E4F"/>
                </a:solidFill>
                <a:latin typeface="Times New Roman"/>
                <a:ea typeface="Times New Roman"/>
                <a:cs typeface="Times New Roman"/>
                <a:sym typeface="Times New Roman"/>
              </a:rPr>
              <a:t>TECHNICAL APPROACH</a:t>
            </a:r>
            <a:endParaRPr sz="1100"/>
          </a:p>
        </p:txBody>
      </p:sp>
      <p:sp>
        <p:nvSpPr>
          <p:cNvPr id="258" name="Google Shape;258;p39"/>
          <p:cNvSpPr txBox="1"/>
          <p:nvPr>
            <p:ph idx="12" type="sldNum"/>
          </p:nvPr>
        </p:nvSpPr>
        <p:spPr>
          <a:xfrm>
            <a:off x="6553200" y="4867528"/>
            <a:ext cx="21336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SzPts val="1100"/>
              <a:buNone/>
            </a:pPr>
            <a:fld id="{00000000-1234-1234-1234-123412341234}" type="slidenum">
              <a:rPr b="1" lang="en-GB" sz="1100">
                <a:solidFill>
                  <a:schemeClr val="lt1"/>
                </a:solidFill>
              </a:rPr>
              <a:t>‹#›</a:t>
            </a:fld>
            <a:endParaRPr b="1" sz="1100">
              <a:solidFill>
                <a:schemeClr val="lt1"/>
              </a:solidFill>
            </a:endParaRPr>
          </a:p>
        </p:txBody>
      </p:sp>
      <p:sp>
        <p:nvSpPr>
          <p:cNvPr id="259" name="Google Shape;259;p39"/>
          <p:cNvSpPr txBox="1"/>
          <p:nvPr>
            <p:ph idx="11" type="ftr"/>
          </p:nvPr>
        </p:nvSpPr>
        <p:spPr>
          <a:xfrm>
            <a:off x="3481450" y="4862912"/>
            <a:ext cx="2403000" cy="273900"/>
          </a:xfrm>
          <a:prstGeom prst="rect">
            <a:avLst/>
          </a:prstGeom>
          <a:noFill/>
          <a:ln>
            <a:noFill/>
          </a:ln>
        </p:spPr>
        <p:txBody>
          <a:bodyPr anchorCtr="0" anchor="ctr" bIns="34275" lIns="68575" spcFirstLastPara="1" rIns="68575" wrap="square" tIns="34275">
            <a:noAutofit/>
          </a:bodyPr>
          <a:lstStyle/>
          <a:p>
            <a:pPr indent="0" lvl="0" marL="0" rtl="0" algn="ctr">
              <a:lnSpc>
                <a:spcPct val="100000"/>
              </a:lnSpc>
              <a:spcBef>
                <a:spcPts val="0"/>
              </a:spcBef>
              <a:spcAft>
                <a:spcPts val="0"/>
              </a:spcAft>
              <a:buSzPts val="1100"/>
              <a:buNone/>
            </a:pPr>
            <a:r>
              <a:rPr b="1" i="0" lang="en-GB" sz="700">
                <a:solidFill>
                  <a:srgbClr val="FFFFFF"/>
                </a:solidFill>
                <a:latin typeface="Calibri"/>
                <a:ea typeface="Calibri"/>
                <a:cs typeface="Calibri"/>
                <a:sym typeface="Calibri"/>
              </a:rPr>
              <a:t>SagarDrishti  ·  PS SIH26067  ·  @SIH Idea Submission</a:t>
            </a:r>
            <a:endParaRPr sz="1100">
              <a:solidFill>
                <a:schemeClr val="lt1"/>
              </a:solidFill>
            </a:endParaRPr>
          </a:p>
        </p:txBody>
      </p:sp>
      <p:pic>
        <p:nvPicPr>
          <p:cNvPr id="260" name="Google Shape;260;p39"/>
          <p:cNvPicPr preferRelativeResize="0"/>
          <p:nvPr/>
        </p:nvPicPr>
        <p:blipFill rotWithShape="1">
          <a:blip r:embed="rId3">
            <a:alphaModFix/>
          </a:blip>
          <a:srcRect b="0" l="0" r="0" t="0"/>
          <a:stretch/>
        </p:blipFill>
        <p:spPr>
          <a:xfrm>
            <a:off x="7335064" y="1125"/>
            <a:ext cx="1687388" cy="796752"/>
          </a:xfrm>
          <a:prstGeom prst="rect">
            <a:avLst/>
          </a:prstGeom>
          <a:noFill/>
          <a:ln>
            <a:noFill/>
          </a:ln>
        </p:spPr>
      </p:pic>
      <p:sp>
        <p:nvSpPr>
          <p:cNvPr id="261" name="Google Shape;261;p39"/>
          <p:cNvSpPr txBox="1"/>
          <p:nvPr/>
        </p:nvSpPr>
        <p:spPr>
          <a:xfrm>
            <a:off x="155820" y="3880886"/>
            <a:ext cx="2057400" cy="107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650"/>
              <a:buFont typeface="Arial"/>
              <a:buNone/>
            </a:pPr>
            <a:r>
              <a:rPr b="1" i="0" lang="en-GB" sz="650" u="none" cap="none" strike="noStrike">
                <a:solidFill>
                  <a:schemeClr val="dk1"/>
                </a:solidFill>
                <a:latin typeface="Calibri"/>
                <a:ea typeface="Calibri"/>
                <a:cs typeface="Calibri"/>
                <a:sym typeface="Calibri"/>
              </a:rPr>
              <a:t>TECHNOLOGIES USED</a:t>
            </a:r>
            <a:endParaRPr b="1" i="0" sz="1200" u="none" cap="none" strike="noStrike">
              <a:solidFill>
                <a:schemeClr val="dk1"/>
              </a:solidFill>
              <a:latin typeface="Arial"/>
              <a:ea typeface="Arial"/>
              <a:cs typeface="Arial"/>
              <a:sym typeface="Arial"/>
            </a:endParaRPr>
          </a:p>
        </p:txBody>
      </p:sp>
      <p:sp>
        <p:nvSpPr>
          <p:cNvPr id="262" name="Google Shape;262;p39"/>
          <p:cNvSpPr/>
          <p:nvPr/>
        </p:nvSpPr>
        <p:spPr>
          <a:xfrm>
            <a:off x="1664631" y="4430931"/>
            <a:ext cx="513900" cy="1662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CesiumJS</a:t>
            </a:r>
            <a:endParaRPr b="0" i="0" sz="1100" u="none" cap="none" strike="noStrike">
              <a:solidFill>
                <a:srgbClr val="000000"/>
              </a:solidFill>
              <a:latin typeface="Arial"/>
              <a:ea typeface="Arial"/>
              <a:cs typeface="Arial"/>
              <a:sym typeface="Arial"/>
            </a:endParaRPr>
          </a:p>
        </p:txBody>
      </p:sp>
      <p:sp>
        <p:nvSpPr>
          <p:cNvPr id="263" name="Google Shape;263;p39"/>
          <p:cNvSpPr/>
          <p:nvPr/>
        </p:nvSpPr>
        <p:spPr>
          <a:xfrm>
            <a:off x="2255378" y="4436967"/>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ECharts</a:t>
            </a:r>
            <a:endParaRPr b="0" i="0" sz="1100" u="none" cap="none" strike="noStrike">
              <a:solidFill>
                <a:srgbClr val="000000"/>
              </a:solidFill>
              <a:latin typeface="Arial"/>
              <a:ea typeface="Arial"/>
              <a:cs typeface="Arial"/>
              <a:sym typeface="Arial"/>
            </a:endParaRPr>
          </a:p>
        </p:txBody>
      </p:sp>
      <p:sp>
        <p:nvSpPr>
          <p:cNvPr id="264" name="Google Shape;264;p39"/>
          <p:cNvSpPr/>
          <p:nvPr/>
        </p:nvSpPr>
        <p:spPr>
          <a:xfrm>
            <a:off x="2907915" y="4438664"/>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Python 3.11</a:t>
            </a:r>
            <a:endParaRPr b="0" i="0" sz="1100" u="none" cap="none" strike="noStrike">
              <a:solidFill>
                <a:srgbClr val="000000"/>
              </a:solidFill>
              <a:latin typeface="Arial"/>
              <a:ea typeface="Arial"/>
              <a:cs typeface="Arial"/>
              <a:sym typeface="Arial"/>
            </a:endParaRPr>
          </a:p>
        </p:txBody>
      </p:sp>
      <p:sp>
        <p:nvSpPr>
          <p:cNvPr id="265" name="Google Shape;265;p39"/>
          <p:cNvSpPr/>
          <p:nvPr/>
        </p:nvSpPr>
        <p:spPr>
          <a:xfrm>
            <a:off x="3623021" y="4438681"/>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FastAPI</a:t>
            </a:r>
            <a:endParaRPr b="0" i="0" sz="1100" u="none" cap="none" strike="noStrike">
              <a:solidFill>
                <a:srgbClr val="000000"/>
              </a:solidFill>
              <a:latin typeface="Arial"/>
              <a:ea typeface="Arial"/>
              <a:cs typeface="Arial"/>
              <a:sym typeface="Arial"/>
            </a:endParaRPr>
          </a:p>
        </p:txBody>
      </p:sp>
      <p:sp>
        <p:nvSpPr>
          <p:cNvPr id="266" name="Google Shape;266;p39"/>
          <p:cNvSpPr/>
          <p:nvPr/>
        </p:nvSpPr>
        <p:spPr>
          <a:xfrm>
            <a:off x="4410263" y="4438681"/>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xarray · Zarr</a:t>
            </a:r>
            <a:endParaRPr b="0" i="0" sz="1100" u="none" cap="none" strike="noStrike">
              <a:solidFill>
                <a:srgbClr val="000000"/>
              </a:solidFill>
              <a:latin typeface="Arial"/>
              <a:ea typeface="Arial"/>
              <a:cs typeface="Arial"/>
              <a:sym typeface="Arial"/>
            </a:endParaRPr>
          </a:p>
        </p:txBody>
      </p:sp>
      <p:sp>
        <p:nvSpPr>
          <p:cNvPr id="267" name="Google Shape;267;p39"/>
          <p:cNvSpPr/>
          <p:nvPr/>
        </p:nvSpPr>
        <p:spPr>
          <a:xfrm>
            <a:off x="5136085" y="4439060"/>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NumPy · SciPy</a:t>
            </a:r>
            <a:endParaRPr b="0" i="0" sz="1100" u="none" cap="none" strike="noStrike">
              <a:solidFill>
                <a:srgbClr val="000000"/>
              </a:solidFill>
              <a:latin typeface="Arial"/>
              <a:ea typeface="Arial"/>
              <a:cs typeface="Arial"/>
              <a:sym typeface="Arial"/>
            </a:endParaRPr>
          </a:p>
        </p:txBody>
      </p:sp>
      <p:sp>
        <p:nvSpPr>
          <p:cNvPr id="268" name="Google Shape;268;p39"/>
          <p:cNvSpPr/>
          <p:nvPr/>
        </p:nvSpPr>
        <p:spPr>
          <a:xfrm>
            <a:off x="8063261" y="4101084"/>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gsw (TEOS-10)</a:t>
            </a:r>
            <a:endParaRPr b="0" i="0" sz="1100" u="none" cap="none" strike="noStrike">
              <a:solidFill>
                <a:srgbClr val="000000"/>
              </a:solidFill>
              <a:latin typeface="Arial"/>
              <a:ea typeface="Arial"/>
              <a:cs typeface="Arial"/>
              <a:sym typeface="Arial"/>
            </a:endParaRPr>
          </a:p>
        </p:txBody>
      </p:sp>
      <p:sp>
        <p:nvSpPr>
          <p:cNvPr id="269" name="Google Shape;269;p39"/>
          <p:cNvSpPr/>
          <p:nvPr/>
        </p:nvSpPr>
        <p:spPr>
          <a:xfrm>
            <a:off x="7218741" y="4416406"/>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scikit-image</a:t>
            </a:r>
            <a:endParaRPr b="0" i="0" sz="1100" u="none" cap="none" strike="noStrike">
              <a:solidFill>
                <a:srgbClr val="000000"/>
              </a:solidFill>
              <a:latin typeface="Arial"/>
              <a:ea typeface="Arial"/>
              <a:cs typeface="Arial"/>
              <a:sym typeface="Arial"/>
            </a:endParaRPr>
          </a:p>
        </p:txBody>
      </p:sp>
      <p:sp>
        <p:nvSpPr>
          <p:cNvPr id="270" name="Google Shape;270;p39"/>
          <p:cNvSpPr/>
          <p:nvPr/>
        </p:nvSpPr>
        <p:spPr>
          <a:xfrm>
            <a:off x="8063246" y="4475988"/>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Parquet</a:t>
            </a:r>
            <a:endParaRPr b="0" i="0" sz="1100" u="none" cap="none" strike="noStrike">
              <a:solidFill>
                <a:srgbClr val="000000"/>
              </a:solidFill>
              <a:latin typeface="Arial"/>
              <a:ea typeface="Arial"/>
              <a:cs typeface="Arial"/>
              <a:sym typeface="Arial"/>
            </a:endParaRPr>
          </a:p>
        </p:txBody>
      </p:sp>
      <p:sp>
        <p:nvSpPr>
          <p:cNvPr id="271" name="Google Shape;271;p39"/>
          <p:cNvSpPr/>
          <p:nvPr/>
        </p:nvSpPr>
        <p:spPr>
          <a:xfrm>
            <a:off x="5788543" y="4434468"/>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Docker</a:t>
            </a:r>
            <a:endParaRPr b="0" i="0" sz="1100" u="none" cap="none" strike="noStrike">
              <a:solidFill>
                <a:srgbClr val="000000"/>
              </a:solidFill>
              <a:latin typeface="Arial"/>
              <a:ea typeface="Arial"/>
              <a:cs typeface="Arial"/>
              <a:sym typeface="Arial"/>
            </a:endParaRPr>
          </a:p>
        </p:txBody>
      </p:sp>
      <p:sp>
        <p:nvSpPr>
          <p:cNvPr id="272" name="Google Shape;272;p39"/>
          <p:cNvSpPr/>
          <p:nvPr/>
        </p:nvSpPr>
        <p:spPr>
          <a:xfrm>
            <a:off x="8063244" y="4288536"/>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Playwright</a:t>
            </a:r>
            <a:endParaRPr b="0" i="0" sz="1100" u="none" cap="none" strike="noStrike">
              <a:solidFill>
                <a:srgbClr val="000000"/>
              </a:solidFill>
              <a:latin typeface="Arial"/>
              <a:ea typeface="Arial"/>
              <a:cs typeface="Arial"/>
              <a:sym typeface="Arial"/>
            </a:endParaRPr>
          </a:p>
        </p:txBody>
      </p:sp>
      <p:sp>
        <p:nvSpPr>
          <p:cNvPr id="273" name="Google Shape;273;p39"/>
          <p:cNvSpPr/>
          <p:nvPr/>
        </p:nvSpPr>
        <p:spPr>
          <a:xfrm>
            <a:off x="6503649" y="4417242"/>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pytest</a:t>
            </a:r>
            <a:endParaRPr b="0" i="0" sz="1100" u="none" cap="none" strike="noStrike">
              <a:solidFill>
                <a:srgbClr val="000000"/>
              </a:solidFill>
              <a:latin typeface="Arial"/>
              <a:ea typeface="Arial"/>
              <a:cs typeface="Arial"/>
              <a:sym typeface="Arial"/>
            </a:endParaRPr>
          </a:p>
        </p:txBody>
      </p:sp>
      <p:sp>
        <p:nvSpPr>
          <p:cNvPr id="274" name="Google Shape;274;p39"/>
          <p:cNvSpPr txBox="1"/>
          <p:nvPr/>
        </p:nvSpPr>
        <p:spPr>
          <a:xfrm>
            <a:off x="1792300" y="4685997"/>
            <a:ext cx="8593200" cy="1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650"/>
              <a:buFont typeface="Arial"/>
              <a:buNone/>
            </a:pPr>
            <a:r>
              <a:rPr b="1" i="0" lang="en-GB" sz="650" u="none" cap="none" strike="noStrike">
                <a:solidFill>
                  <a:schemeClr val="dk1"/>
                </a:solidFill>
                <a:latin typeface="Calibri"/>
                <a:ea typeface="Calibri"/>
                <a:cs typeface="Calibri"/>
                <a:sym typeface="Calibri"/>
              </a:rPr>
              <a:t>Standards:   CF Conventions   ·   OGC WMS 1.3.0   ·   OGC WCS 1.0.0   ·   OASIS CAP v1.2   ·   TEOS-10   ·   Argo QC (Wong 2020)   ·   Class 4 (Ryan 2015)</a:t>
            </a:r>
            <a:endParaRPr b="1" i="0" sz="1100" u="none" cap="none" strike="noStrike">
              <a:solidFill>
                <a:schemeClr val="dk1"/>
              </a:solidFill>
              <a:latin typeface="Arial"/>
              <a:ea typeface="Arial"/>
              <a:cs typeface="Arial"/>
              <a:sym typeface="Arial"/>
            </a:endParaRPr>
          </a:p>
        </p:txBody>
      </p:sp>
      <p:sp>
        <p:nvSpPr>
          <p:cNvPr descr="Your startup LOGO" id="275" name="Google Shape;275;p39"/>
          <p:cNvSpPr/>
          <p:nvPr/>
        </p:nvSpPr>
        <p:spPr>
          <a:xfrm>
            <a:off x="112625" y="78400"/>
            <a:ext cx="1089300" cy="605400"/>
          </a:xfrm>
          <a:prstGeom prst="ellipse">
            <a:avLst/>
          </a:prstGeom>
          <a:solidFill>
            <a:schemeClr val="lt1"/>
          </a:solidFill>
          <a:ln cap="flat" cmpd="sng" w="25400">
            <a:solidFill>
              <a:schemeClr val="accent1"/>
            </a:solidFill>
            <a:prstDash val="solid"/>
            <a:round/>
            <a:headEnd len="sm" w="sm" type="none"/>
            <a:tailEnd len="sm" w="sm" type="none"/>
          </a:ln>
        </p:spPr>
        <p:txBody>
          <a:bodyPr anchorCtr="0" anchor="ctr" bIns="34275" lIns="0" spcFirstLastPara="1" rIns="0" wrap="none" tIns="34275">
            <a:noAutofit/>
          </a:bodyPr>
          <a:lstStyle/>
          <a:p>
            <a:pPr indent="0" lvl="0" marL="0" marR="0" rtl="0" algn="ctr">
              <a:lnSpc>
                <a:spcPct val="95000"/>
              </a:lnSpc>
              <a:spcBef>
                <a:spcPts val="400"/>
              </a:spcBef>
              <a:spcAft>
                <a:spcPts val="0"/>
              </a:spcAft>
              <a:buClr>
                <a:srgbClr val="000000"/>
              </a:buClr>
              <a:buSzPts val="1200"/>
              <a:buFont typeface="Arial"/>
              <a:buNone/>
            </a:pPr>
            <a:r>
              <a:rPr b="1" i="0" lang="en-GB" sz="1100" u="none" cap="none" strike="noStrike">
                <a:solidFill>
                  <a:srgbClr val="FF0000"/>
                </a:solidFill>
                <a:latin typeface="Calibri"/>
                <a:ea typeface="Calibri"/>
                <a:cs typeface="Calibri"/>
                <a:sym typeface="Calibri"/>
              </a:rPr>
              <a:t>Pixel</a:t>
            </a:r>
            <a:r>
              <a:rPr b="1" i="0" lang="en-GB" sz="1100" u="none" cap="none" strike="noStrike">
                <a:solidFill>
                  <a:srgbClr val="1C4587"/>
                </a:solidFill>
                <a:latin typeface="Calibri"/>
                <a:ea typeface="Calibri"/>
                <a:cs typeface="Calibri"/>
                <a:sym typeface="Calibri"/>
              </a:rPr>
              <a:t>Paws</a:t>
            </a:r>
            <a:endParaRPr b="1" i="0" sz="1200" u="none" cap="none" strike="noStrike">
              <a:solidFill>
                <a:srgbClr val="1C4587"/>
              </a:solidFill>
              <a:latin typeface="Calibri"/>
              <a:ea typeface="Calibri"/>
              <a:cs typeface="Calibri"/>
              <a:sym typeface="Calibri"/>
            </a:endParaRPr>
          </a:p>
        </p:txBody>
      </p:sp>
      <p:pic>
        <p:nvPicPr>
          <p:cNvPr id="276" name="Google Shape;276;p39"/>
          <p:cNvPicPr preferRelativeResize="0"/>
          <p:nvPr/>
        </p:nvPicPr>
        <p:blipFill rotWithShape="1">
          <a:blip r:embed="rId4">
            <a:alphaModFix/>
          </a:blip>
          <a:srcRect b="0" l="0" r="0" t="0"/>
          <a:stretch/>
        </p:blipFill>
        <p:spPr>
          <a:xfrm>
            <a:off x="345992" y="4013667"/>
            <a:ext cx="386700" cy="386700"/>
          </a:xfrm>
          <a:prstGeom prst="rect">
            <a:avLst/>
          </a:prstGeom>
          <a:noFill/>
          <a:ln>
            <a:noFill/>
          </a:ln>
        </p:spPr>
      </p:pic>
      <p:pic>
        <p:nvPicPr>
          <p:cNvPr id="277" name="Google Shape;277;p39"/>
          <p:cNvPicPr preferRelativeResize="0"/>
          <p:nvPr/>
        </p:nvPicPr>
        <p:blipFill rotWithShape="1">
          <a:blip r:embed="rId5">
            <a:alphaModFix/>
          </a:blip>
          <a:srcRect b="0" l="0" r="0" t="0"/>
          <a:stretch/>
        </p:blipFill>
        <p:spPr>
          <a:xfrm>
            <a:off x="1058328" y="4052640"/>
            <a:ext cx="332401" cy="332401"/>
          </a:xfrm>
          <a:prstGeom prst="rect">
            <a:avLst/>
          </a:prstGeom>
          <a:noFill/>
          <a:ln>
            <a:noFill/>
          </a:ln>
        </p:spPr>
      </p:pic>
      <p:pic>
        <p:nvPicPr>
          <p:cNvPr id="278" name="Google Shape;278;p39"/>
          <p:cNvPicPr preferRelativeResize="0"/>
          <p:nvPr/>
        </p:nvPicPr>
        <p:blipFill rotWithShape="1">
          <a:blip r:embed="rId6">
            <a:alphaModFix/>
          </a:blip>
          <a:srcRect b="0" l="0" r="0" t="0"/>
          <a:stretch/>
        </p:blipFill>
        <p:spPr>
          <a:xfrm>
            <a:off x="1722354" y="4037457"/>
            <a:ext cx="431950" cy="362793"/>
          </a:xfrm>
          <a:prstGeom prst="rect">
            <a:avLst/>
          </a:prstGeom>
          <a:noFill/>
          <a:ln>
            <a:noFill/>
          </a:ln>
        </p:spPr>
      </p:pic>
      <p:pic>
        <p:nvPicPr>
          <p:cNvPr id="279" name="Google Shape;279;p39"/>
          <p:cNvPicPr preferRelativeResize="0"/>
          <p:nvPr/>
        </p:nvPicPr>
        <p:blipFill rotWithShape="1">
          <a:blip r:embed="rId7">
            <a:alphaModFix/>
          </a:blip>
          <a:srcRect b="0" l="0" r="0" t="0"/>
          <a:stretch/>
        </p:blipFill>
        <p:spPr>
          <a:xfrm>
            <a:off x="2389722" y="4085043"/>
            <a:ext cx="307011" cy="267600"/>
          </a:xfrm>
          <a:prstGeom prst="rect">
            <a:avLst/>
          </a:prstGeom>
          <a:noFill/>
          <a:ln>
            <a:noFill/>
          </a:ln>
        </p:spPr>
      </p:pic>
      <p:pic>
        <p:nvPicPr>
          <p:cNvPr id="280" name="Google Shape;280;p39"/>
          <p:cNvPicPr preferRelativeResize="0"/>
          <p:nvPr/>
        </p:nvPicPr>
        <p:blipFill rotWithShape="1">
          <a:blip r:embed="rId8">
            <a:alphaModFix/>
          </a:blip>
          <a:srcRect b="0" l="0" r="0" t="0"/>
          <a:stretch/>
        </p:blipFill>
        <p:spPr>
          <a:xfrm>
            <a:off x="2560870" y="3536045"/>
            <a:ext cx="1294638" cy="1294638"/>
          </a:xfrm>
          <a:prstGeom prst="rect">
            <a:avLst/>
          </a:prstGeom>
          <a:noFill/>
          <a:ln>
            <a:noFill/>
          </a:ln>
        </p:spPr>
      </p:pic>
      <p:pic>
        <p:nvPicPr>
          <p:cNvPr id="281" name="Google Shape;281;p39"/>
          <p:cNvPicPr preferRelativeResize="0"/>
          <p:nvPr/>
        </p:nvPicPr>
        <p:blipFill rotWithShape="1">
          <a:blip r:embed="rId9">
            <a:alphaModFix/>
          </a:blip>
          <a:srcRect b="0" l="0" r="0" t="0"/>
          <a:stretch/>
        </p:blipFill>
        <p:spPr>
          <a:xfrm>
            <a:off x="3717514" y="3990937"/>
            <a:ext cx="386705" cy="383999"/>
          </a:xfrm>
          <a:prstGeom prst="rect">
            <a:avLst/>
          </a:prstGeom>
          <a:noFill/>
          <a:ln>
            <a:noFill/>
          </a:ln>
        </p:spPr>
      </p:pic>
      <p:pic>
        <p:nvPicPr>
          <p:cNvPr id="282" name="Google Shape;282;p39"/>
          <p:cNvPicPr preferRelativeResize="0"/>
          <p:nvPr/>
        </p:nvPicPr>
        <p:blipFill rotWithShape="1">
          <a:blip r:embed="rId10">
            <a:alphaModFix/>
          </a:blip>
          <a:srcRect b="17601" l="0" r="0" t="0"/>
          <a:stretch/>
        </p:blipFill>
        <p:spPr>
          <a:xfrm>
            <a:off x="4353762" y="4119700"/>
            <a:ext cx="691812" cy="219600"/>
          </a:xfrm>
          <a:prstGeom prst="rect">
            <a:avLst/>
          </a:prstGeom>
          <a:noFill/>
          <a:ln>
            <a:noFill/>
          </a:ln>
        </p:spPr>
      </p:pic>
      <p:pic>
        <p:nvPicPr>
          <p:cNvPr id="283" name="Google Shape;283;p39"/>
          <p:cNvPicPr preferRelativeResize="0"/>
          <p:nvPr/>
        </p:nvPicPr>
        <p:blipFill rotWithShape="1">
          <a:blip r:embed="rId11">
            <a:alphaModFix/>
          </a:blip>
          <a:srcRect b="0" l="0" r="0" t="0"/>
          <a:stretch/>
        </p:blipFill>
        <p:spPr>
          <a:xfrm>
            <a:off x="5214813" y="3996277"/>
            <a:ext cx="431950" cy="431950"/>
          </a:xfrm>
          <a:prstGeom prst="rect">
            <a:avLst/>
          </a:prstGeom>
          <a:noFill/>
          <a:ln>
            <a:noFill/>
          </a:ln>
        </p:spPr>
      </p:pic>
      <p:sp>
        <p:nvSpPr>
          <p:cNvPr id="284" name="Google Shape;284;p39"/>
          <p:cNvSpPr/>
          <p:nvPr/>
        </p:nvSpPr>
        <p:spPr>
          <a:xfrm>
            <a:off x="936457" y="4416392"/>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Typescript</a:t>
            </a:r>
            <a:endParaRPr b="0" i="0" sz="1100" u="none" cap="none" strike="noStrike">
              <a:solidFill>
                <a:srgbClr val="000000"/>
              </a:solidFill>
              <a:latin typeface="Arial"/>
              <a:ea typeface="Arial"/>
              <a:cs typeface="Arial"/>
              <a:sym typeface="Arial"/>
            </a:endParaRPr>
          </a:p>
        </p:txBody>
      </p:sp>
      <p:sp>
        <p:nvSpPr>
          <p:cNvPr id="285" name="Google Shape;285;p39"/>
          <p:cNvSpPr/>
          <p:nvPr/>
        </p:nvSpPr>
        <p:spPr>
          <a:xfrm>
            <a:off x="246907" y="4396833"/>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Nextjs</a:t>
            </a:r>
            <a:endParaRPr b="0" i="0" sz="1100" u="none" cap="none" strike="noStrike">
              <a:solidFill>
                <a:srgbClr val="000000"/>
              </a:solidFill>
              <a:latin typeface="Arial"/>
              <a:ea typeface="Arial"/>
              <a:cs typeface="Arial"/>
              <a:sym typeface="Arial"/>
            </a:endParaRPr>
          </a:p>
        </p:txBody>
      </p:sp>
      <p:pic>
        <p:nvPicPr>
          <p:cNvPr id="286" name="Google Shape;286;p39"/>
          <p:cNvPicPr preferRelativeResize="0"/>
          <p:nvPr/>
        </p:nvPicPr>
        <p:blipFill rotWithShape="1">
          <a:blip r:embed="rId12">
            <a:alphaModFix/>
          </a:blip>
          <a:srcRect b="0" l="0" r="0" t="0"/>
          <a:stretch/>
        </p:blipFill>
        <p:spPr>
          <a:xfrm>
            <a:off x="5882449" y="3988762"/>
            <a:ext cx="457800" cy="457800"/>
          </a:xfrm>
          <a:prstGeom prst="rect">
            <a:avLst/>
          </a:prstGeom>
          <a:noFill/>
          <a:ln>
            <a:noFill/>
          </a:ln>
        </p:spPr>
      </p:pic>
      <p:pic>
        <p:nvPicPr>
          <p:cNvPr id="287" name="Google Shape;287;p39"/>
          <p:cNvPicPr preferRelativeResize="0"/>
          <p:nvPr/>
        </p:nvPicPr>
        <p:blipFill rotWithShape="1">
          <a:blip r:embed="rId13">
            <a:alphaModFix/>
          </a:blip>
          <a:srcRect b="0" l="0" r="0" t="0"/>
          <a:stretch/>
        </p:blipFill>
        <p:spPr>
          <a:xfrm>
            <a:off x="6543332" y="4024952"/>
            <a:ext cx="457800" cy="381489"/>
          </a:xfrm>
          <a:prstGeom prst="rect">
            <a:avLst/>
          </a:prstGeom>
          <a:noFill/>
          <a:ln>
            <a:noFill/>
          </a:ln>
        </p:spPr>
      </p:pic>
      <p:pic>
        <p:nvPicPr>
          <p:cNvPr id="288" name="Google Shape;288;p39"/>
          <p:cNvPicPr preferRelativeResize="0"/>
          <p:nvPr/>
        </p:nvPicPr>
        <p:blipFill rotWithShape="1">
          <a:blip r:embed="rId14">
            <a:alphaModFix/>
          </a:blip>
          <a:srcRect b="0" l="0" r="0" t="0"/>
          <a:stretch/>
        </p:blipFill>
        <p:spPr>
          <a:xfrm>
            <a:off x="7073675" y="3901132"/>
            <a:ext cx="798225" cy="560344"/>
          </a:xfrm>
          <a:prstGeom prst="rect">
            <a:avLst/>
          </a:prstGeom>
          <a:noFill/>
          <a:ln>
            <a:noFill/>
          </a:ln>
        </p:spPr>
      </p:pic>
      <p:sp>
        <p:nvSpPr>
          <p:cNvPr id="289" name="Google Shape;289;p39"/>
          <p:cNvSpPr/>
          <p:nvPr/>
        </p:nvSpPr>
        <p:spPr>
          <a:xfrm>
            <a:off x="173725" y="1097275"/>
            <a:ext cx="1883700" cy="2003100"/>
          </a:xfrm>
          <a:prstGeom prst="roundRect">
            <a:avLst>
              <a:gd fmla="val 3500" name="adj"/>
            </a:avLst>
          </a:prstGeom>
          <a:solidFill>
            <a:srgbClr val="F6F8FA"/>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290" name="Google Shape;290;p39"/>
          <p:cNvSpPr/>
          <p:nvPr/>
        </p:nvSpPr>
        <p:spPr>
          <a:xfrm>
            <a:off x="173725" y="1012800"/>
            <a:ext cx="1883700" cy="432000"/>
          </a:xfrm>
          <a:prstGeom prst="roundRect">
            <a:avLst>
              <a:gd fmla="val 16000" name="adj"/>
            </a:avLst>
          </a:prstGeom>
          <a:solidFill>
            <a:srgbClr val="E4EAE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291" name="Google Shape;291;p39"/>
          <p:cNvSpPr/>
          <p:nvPr/>
        </p:nvSpPr>
        <p:spPr>
          <a:xfrm>
            <a:off x="173736" y="1353312"/>
            <a:ext cx="1883664" cy="91440"/>
          </a:xfrm>
          <a:prstGeom prst="rect">
            <a:avLst/>
          </a:prstGeom>
          <a:solidFill>
            <a:srgbClr val="E4EAE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292" name="Google Shape;292;p39"/>
          <p:cNvSpPr/>
          <p:nvPr/>
        </p:nvSpPr>
        <p:spPr>
          <a:xfrm>
            <a:off x="173736" y="1426464"/>
            <a:ext cx="1883664" cy="18288"/>
          </a:xfrm>
          <a:prstGeom prst="rect">
            <a:avLst/>
          </a:prstGeom>
          <a:solidFill>
            <a:srgbClr val="1F4E7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293" name="Google Shape;293;p39"/>
          <p:cNvSpPr/>
          <p:nvPr/>
        </p:nvSpPr>
        <p:spPr>
          <a:xfrm>
            <a:off x="246888" y="1179576"/>
            <a:ext cx="182880" cy="182880"/>
          </a:xfrm>
          <a:prstGeom prst="ellipse">
            <a:avLst/>
          </a:prstGeom>
          <a:solidFill>
            <a:srgbClr val="1F4E7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750" u="none" cap="none" strike="noStrike">
                <a:solidFill>
                  <a:srgbClr val="FFFFFF"/>
                </a:solidFill>
                <a:latin typeface="Arial"/>
                <a:ea typeface="Arial"/>
                <a:cs typeface="Arial"/>
                <a:sym typeface="Arial"/>
              </a:rPr>
              <a:t>1</a:t>
            </a:r>
            <a:endParaRPr/>
          </a:p>
        </p:txBody>
      </p:sp>
      <p:sp>
        <p:nvSpPr>
          <p:cNvPr id="294" name="Google Shape;294;p39"/>
          <p:cNvSpPr txBox="1"/>
          <p:nvPr/>
        </p:nvSpPr>
        <p:spPr>
          <a:xfrm>
            <a:off x="475488" y="1133856"/>
            <a:ext cx="1316736" cy="274320"/>
          </a:xfrm>
          <a:prstGeom prst="rect">
            <a:avLst/>
          </a:prstGeom>
          <a:noFill/>
          <a:ln>
            <a:noFill/>
          </a:ln>
        </p:spPr>
        <p:txBody>
          <a:bodyPr anchorCtr="0" anchor="t" bIns="18275" lIns="27425" spcFirstLastPara="1" rIns="27425" wrap="square" tIns="18275">
            <a:spAutoFit/>
          </a:bodyPr>
          <a:lstStyle/>
          <a:p>
            <a:pPr indent="0" lvl="0" marL="0" marR="0" rtl="0" algn="l">
              <a:lnSpc>
                <a:spcPct val="90000"/>
              </a:lnSpc>
              <a:spcBef>
                <a:spcPts val="0"/>
              </a:spcBef>
              <a:spcAft>
                <a:spcPts val="0"/>
              </a:spcAft>
              <a:buNone/>
            </a:pPr>
            <a:r>
              <a:rPr b="1" i="0" lang="en-GB" sz="950" u="none" cap="none" strike="noStrike">
                <a:solidFill>
                  <a:srgbClr val="1F4E79"/>
                </a:solidFill>
                <a:latin typeface="Arial"/>
                <a:ea typeface="Arial"/>
                <a:cs typeface="Arial"/>
                <a:sym typeface="Arial"/>
              </a:rPr>
              <a:t>SOURCES</a:t>
            </a:r>
            <a:endParaRPr/>
          </a:p>
          <a:p>
            <a:pPr indent="0" lvl="0" marL="0" marR="0" rtl="0" algn="l">
              <a:lnSpc>
                <a:spcPct val="90000"/>
              </a:lnSpc>
              <a:spcBef>
                <a:spcPts val="0"/>
              </a:spcBef>
              <a:spcAft>
                <a:spcPts val="0"/>
              </a:spcAft>
              <a:buNone/>
            </a:pPr>
            <a:r>
              <a:rPr b="0" i="0" lang="en-GB" sz="700" u="none" cap="none" strike="noStrike">
                <a:solidFill>
                  <a:srgbClr val="5A6B78"/>
                </a:solidFill>
                <a:latin typeface="Arial"/>
                <a:ea typeface="Arial"/>
                <a:cs typeface="Arial"/>
                <a:sym typeface="Arial"/>
              </a:rPr>
              <a:t>13 enabled  ·  10 kinds</a:t>
            </a:r>
            <a:endParaRPr/>
          </a:p>
        </p:txBody>
      </p:sp>
      <p:sp>
        <p:nvSpPr>
          <p:cNvPr id="295" name="Google Shape;295;p39"/>
          <p:cNvSpPr/>
          <p:nvPr/>
        </p:nvSpPr>
        <p:spPr>
          <a:xfrm>
            <a:off x="2478024" y="1097280"/>
            <a:ext cx="1883664" cy="1920240"/>
          </a:xfrm>
          <a:prstGeom prst="roundRect">
            <a:avLst>
              <a:gd fmla="val 3500" name="adj"/>
            </a:avLst>
          </a:prstGeom>
          <a:solidFill>
            <a:srgbClr val="F6F8FA"/>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296" name="Google Shape;296;p39"/>
          <p:cNvSpPr/>
          <p:nvPr/>
        </p:nvSpPr>
        <p:spPr>
          <a:xfrm>
            <a:off x="2478025" y="1012800"/>
            <a:ext cx="1883700" cy="432000"/>
          </a:xfrm>
          <a:prstGeom prst="roundRect">
            <a:avLst>
              <a:gd fmla="val 16000" name="adj"/>
            </a:avLst>
          </a:prstGeom>
          <a:solidFill>
            <a:srgbClr val="E4EAE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297" name="Google Shape;297;p39"/>
          <p:cNvSpPr/>
          <p:nvPr/>
        </p:nvSpPr>
        <p:spPr>
          <a:xfrm>
            <a:off x="2478024" y="1353312"/>
            <a:ext cx="1883664" cy="91440"/>
          </a:xfrm>
          <a:prstGeom prst="rect">
            <a:avLst/>
          </a:prstGeom>
          <a:solidFill>
            <a:srgbClr val="E4EAE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298" name="Google Shape;298;p39"/>
          <p:cNvSpPr/>
          <p:nvPr/>
        </p:nvSpPr>
        <p:spPr>
          <a:xfrm>
            <a:off x="2478024" y="1426464"/>
            <a:ext cx="1883664" cy="18288"/>
          </a:xfrm>
          <a:prstGeom prst="rect">
            <a:avLst/>
          </a:prstGeom>
          <a:solidFill>
            <a:srgbClr val="1F4E7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299" name="Google Shape;299;p39"/>
          <p:cNvSpPr/>
          <p:nvPr/>
        </p:nvSpPr>
        <p:spPr>
          <a:xfrm>
            <a:off x="2559915" y="1109668"/>
            <a:ext cx="183000" cy="183000"/>
          </a:xfrm>
          <a:prstGeom prst="ellipse">
            <a:avLst/>
          </a:prstGeom>
          <a:solidFill>
            <a:srgbClr val="1F4E7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750" u="none" cap="none" strike="noStrike">
                <a:solidFill>
                  <a:srgbClr val="FFFFFF"/>
                </a:solidFill>
                <a:latin typeface="Arial"/>
                <a:ea typeface="Arial"/>
                <a:cs typeface="Arial"/>
                <a:sym typeface="Arial"/>
              </a:rPr>
              <a:t>2</a:t>
            </a:r>
            <a:endParaRPr/>
          </a:p>
        </p:txBody>
      </p:sp>
      <p:sp>
        <p:nvSpPr>
          <p:cNvPr id="300" name="Google Shape;300;p39"/>
          <p:cNvSpPr txBox="1"/>
          <p:nvPr/>
        </p:nvSpPr>
        <p:spPr>
          <a:xfrm>
            <a:off x="2779776" y="1081425"/>
            <a:ext cx="1316700" cy="265500"/>
          </a:xfrm>
          <a:prstGeom prst="rect">
            <a:avLst/>
          </a:prstGeom>
          <a:noFill/>
          <a:ln>
            <a:noFill/>
          </a:ln>
        </p:spPr>
        <p:txBody>
          <a:bodyPr anchorCtr="0" anchor="t" bIns="18275" lIns="27425" spcFirstLastPara="1" rIns="27425" wrap="square" tIns="18275">
            <a:spAutoFit/>
          </a:bodyPr>
          <a:lstStyle/>
          <a:p>
            <a:pPr indent="0" lvl="0" marL="0" marR="0" rtl="0" algn="l">
              <a:lnSpc>
                <a:spcPct val="90000"/>
              </a:lnSpc>
              <a:spcBef>
                <a:spcPts val="0"/>
              </a:spcBef>
              <a:spcAft>
                <a:spcPts val="0"/>
              </a:spcAft>
              <a:buNone/>
            </a:pPr>
            <a:r>
              <a:rPr b="1" i="0" lang="en-GB" sz="950" u="none" cap="none" strike="noStrike">
                <a:solidFill>
                  <a:srgbClr val="1F4E79"/>
                </a:solidFill>
                <a:latin typeface="Arial"/>
                <a:ea typeface="Arial"/>
                <a:cs typeface="Arial"/>
                <a:sym typeface="Arial"/>
              </a:rPr>
              <a:t>INGEST</a:t>
            </a:r>
            <a:endParaRPr/>
          </a:p>
          <a:p>
            <a:pPr indent="0" lvl="0" marL="0" marR="0" rtl="0" algn="l">
              <a:lnSpc>
                <a:spcPct val="90000"/>
              </a:lnSpc>
              <a:spcBef>
                <a:spcPts val="0"/>
              </a:spcBef>
              <a:spcAft>
                <a:spcPts val="0"/>
              </a:spcAft>
              <a:buNone/>
            </a:pPr>
            <a:r>
              <a:rPr b="0" i="0" lang="en-GB" sz="700" u="none" cap="none" strike="noStrike">
                <a:solidFill>
                  <a:srgbClr val="5A6B78"/>
                </a:solidFill>
                <a:latin typeface="Arial"/>
                <a:ea typeface="Arial"/>
                <a:cs typeface="Arial"/>
                <a:sym typeface="Arial"/>
              </a:rPr>
              <a:t>Python  ·  5 plugins</a:t>
            </a:r>
            <a:endParaRPr/>
          </a:p>
        </p:txBody>
      </p:sp>
      <p:sp>
        <p:nvSpPr>
          <p:cNvPr id="301" name="Google Shape;301;p39"/>
          <p:cNvSpPr/>
          <p:nvPr/>
        </p:nvSpPr>
        <p:spPr>
          <a:xfrm>
            <a:off x="4782400" y="1018625"/>
            <a:ext cx="1883700" cy="1929300"/>
          </a:xfrm>
          <a:prstGeom prst="roundRect">
            <a:avLst>
              <a:gd fmla="val 3500" name="adj"/>
            </a:avLst>
          </a:prstGeom>
          <a:solidFill>
            <a:srgbClr val="F5FAFA"/>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02" name="Google Shape;302;p39"/>
          <p:cNvSpPr/>
          <p:nvPr/>
        </p:nvSpPr>
        <p:spPr>
          <a:xfrm>
            <a:off x="4782300" y="986949"/>
            <a:ext cx="1883700" cy="457800"/>
          </a:xfrm>
          <a:prstGeom prst="roundRect">
            <a:avLst>
              <a:gd fmla="val 16000" name="adj"/>
            </a:avLst>
          </a:prstGeom>
          <a:solidFill>
            <a:srgbClr val="E2EFE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03" name="Google Shape;303;p39"/>
          <p:cNvSpPr/>
          <p:nvPr/>
        </p:nvSpPr>
        <p:spPr>
          <a:xfrm>
            <a:off x="4782312" y="1353312"/>
            <a:ext cx="1883664" cy="91440"/>
          </a:xfrm>
          <a:prstGeom prst="rect">
            <a:avLst/>
          </a:prstGeom>
          <a:solidFill>
            <a:srgbClr val="E2EFE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04" name="Google Shape;304;p39"/>
          <p:cNvSpPr/>
          <p:nvPr/>
        </p:nvSpPr>
        <p:spPr>
          <a:xfrm>
            <a:off x="4782312" y="1426464"/>
            <a:ext cx="1883664" cy="18288"/>
          </a:xfrm>
          <a:prstGeom prst="rect">
            <a:avLst/>
          </a:prstGeom>
          <a:solidFill>
            <a:srgbClr val="11777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05" name="Google Shape;305;p39"/>
          <p:cNvSpPr/>
          <p:nvPr/>
        </p:nvSpPr>
        <p:spPr>
          <a:xfrm>
            <a:off x="4855464" y="1109668"/>
            <a:ext cx="183000" cy="183000"/>
          </a:xfrm>
          <a:prstGeom prst="ellipse">
            <a:avLst/>
          </a:prstGeom>
          <a:solidFill>
            <a:srgbClr val="11777A"/>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750" u="none" cap="none" strike="noStrike">
                <a:solidFill>
                  <a:srgbClr val="FFFFFF"/>
                </a:solidFill>
                <a:latin typeface="Arial"/>
                <a:ea typeface="Arial"/>
                <a:cs typeface="Arial"/>
                <a:sym typeface="Arial"/>
              </a:rPr>
              <a:t>3</a:t>
            </a:r>
            <a:endParaRPr/>
          </a:p>
        </p:txBody>
      </p:sp>
      <p:sp>
        <p:nvSpPr>
          <p:cNvPr id="306" name="Google Shape;306;p39"/>
          <p:cNvSpPr txBox="1"/>
          <p:nvPr/>
        </p:nvSpPr>
        <p:spPr>
          <a:xfrm>
            <a:off x="5084064" y="1063948"/>
            <a:ext cx="1316700" cy="265500"/>
          </a:xfrm>
          <a:prstGeom prst="rect">
            <a:avLst/>
          </a:prstGeom>
          <a:noFill/>
          <a:ln>
            <a:noFill/>
          </a:ln>
        </p:spPr>
        <p:txBody>
          <a:bodyPr anchorCtr="0" anchor="t" bIns="18275" lIns="27425" spcFirstLastPara="1" rIns="27425" wrap="square" tIns="18275">
            <a:spAutoFit/>
          </a:bodyPr>
          <a:lstStyle/>
          <a:p>
            <a:pPr indent="0" lvl="0" marL="0" marR="0" rtl="0" algn="l">
              <a:lnSpc>
                <a:spcPct val="90000"/>
              </a:lnSpc>
              <a:spcBef>
                <a:spcPts val="0"/>
              </a:spcBef>
              <a:spcAft>
                <a:spcPts val="0"/>
              </a:spcAft>
              <a:buNone/>
            </a:pPr>
            <a:r>
              <a:rPr b="1" i="0" lang="en-GB" sz="950" u="none" cap="none" strike="noStrike">
                <a:solidFill>
                  <a:srgbClr val="11777A"/>
                </a:solidFill>
                <a:latin typeface="Arial"/>
                <a:ea typeface="Arial"/>
                <a:cs typeface="Arial"/>
                <a:sym typeface="Arial"/>
              </a:rPr>
              <a:t>DATA PLANE</a:t>
            </a:r>
            <a:endParaRPr/>
          </a:p>
          <a:p>
            <a:pPr indent="0" lvl="0" marL="0" marR="0" rtl="0" algn="l">
              <a:lnSpc>
                <a:spcPct val="90000"/>
              </a:lnSpc>
              <a:spcBef>
                <a:spcPts val="0"/>
              </a:spcBef>
              <a:spcAft>
                <a:spcPts val="0"/>
              </a:spcAft>
              <a:buNone/>
            </a:pPr>
            <a:r>
              <a:rPr b="0" i="0" lang="en-GB" sz="700" u="none" cap="none" strike="noStrike">
                <a:solidFill>
                  <a:srgbClr val="5A6B78"/>
                </a:solidFill>
                <a:latin typeface="Arial"/>
                <a:ea typeface="Arial"/>
                <a:cs typeface="Arial"/>
                <a:sym typeface="Arial"/>
              </a:rPr>
              <a:t>FastAPI  ·  16 routes</a:t>
            </a:r>
            <a:endParaRPr/>
          </a:p>
        </p:txBody>
      </p:sp>
      <p:sp>
        <p:nvSpPr>
          <p:cNvPr id="307" name="Google Shape;307;p39"/>
          <p:cNvSpPr/>
          <p:nvPr/>
        </p:nvSpPr>
        <p:spPr>
          <a:xfrm>
            <a:off x="7086725" y="1097275"/>
            <a:ext cx="1883700" cy="1929300"/>
          </a:xfrm>
          <a:prstGeom prst="roundRect">
            <a:avLst>
              <a:gd fmla="val 3500" name="adj"/>
            </a:avLst>
          </a:prstGeom>
          <a:solidFill>
            <a:srgbClr val="F5FAFA"/>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08" name="Google Shape;308;p39"/>
          <p:cNvSpPr/>
          <p:nvPr/>
        </p:nvSpPr>
        <p:spPr>
          <a:xfrm>
            <a:off x="7086575" y="859512"/>
            <a:ext cx="1883700" cy="530400"/>
          </a:xfrm>
          <a:prstGeom prst="roundRect">
            <a:avLst>
              <a:gd fmla="val 16000" name="adj"/>
            </a:avLst>
          </a:prstGeom>
          <a:solidFill>
            <a:srgbClr val="E2EFE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09" name="Google Shape;309;p39"/>
          <p:cNvSpPr/>
          <p:nvPr/>
        </p:nvSpPr>
        <p:spPr>
          <a:xfrm>
            <a:off x="7086575" y="1276925"/>
            <a:ext cx="1883700" cy="91500"/>
          </a:xfrm>
          <a:prstGeom prst="rect">
            <a:avLst/>
          </a:prstGeom>
          <a:solidFill>
            <a:srgbClr val="E2EFE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10" name="Google Shape;310;p39"/>
          <p:cNvSpPr/>
          <p:nvPr/>
        </p:nvSpPr>
        <p:spPr>
          <a:xfrm>
            <a:off x="7086575" y="1285789"/>
            <a:ext cx="1883700" cy="18300"/>
          </a:xfrm>
          <a:prstGeom prst="rect">
            <a:avLst/>
          </a:prstGeom>
          <a:solidFill>
            <a:srgbClr val="11777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11" name="Google Shape;311;p39"/>
          <p:cNvSpPr/>
          <p:nvPr/>
        </p:nvSpPr>
        <p:spPr>
          <a:xfrm>
            <a:off x="7137257" y="968868"/>
            <a:ext cx="228600" cy="219600"/>
          </a:xfrm>
          <a:prstGeom prst="ellipse">
            <a:avLst/>
          </a:prstGeom>
          <a:solidFill>
            <a:srgbClr val="11777A"/>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750" u="none" cap="none" strike="noStrike">
                <a:solidFill>
                  <a:srgbClr val="FFFFFF"/>
                </a:solidFill>
                <a:latin typeface="Arial"/>
                <a:ea typeface="Arial"/>
                <a:cs typeface="Arial"/>
                <a:sym typeface="Arial"/>
              </a:rPr>
              <a:t>4</a:t>
            </a:r>
            <a:endParaRPr/>
          </a:p>
        </p:txBody>
      </p:sp>
      <p:sp>
        <p:nvSpPr>
          <p:cNvPr id="312" name="Google Shape;312;p39"/>
          <p:cNvSpPr txBox="1"/>
          <p:nvPr/>
        </p:nvSpPr>
        <p:spPr>
          <a:xfrm>
            <a:off x="7370052" y="959162"/>
            <a:ext cx="1316700" cy="265500"/>
          </a:xfrm>
          <a:prstGeom prst="rect">
            <a:avLst/>
          </a:prstGeom>
          <a:noFill/>
          <a:ln>
            <a:noFill/>
          </a:ln>
        </p:spPr>
        <p:txBody>
          <a:bodyPr anchorCtr="0" anchor="t" bIns="18275" lIns="27425" spcFirstLastPara="1" rIns="27425" wrap="square" tIns="18275">
            <a:spAutoFit/>
          </a:bodyPr>
          <a:lstStyle/>
          <a:p>
            <a:pPr indent="0" lvl="0" marL="0" marR="0" rtl="0" algn="l">
              <a:lnSpc>
                <a:spcPct val="90000"/>
              </a:lnSpc>
              <a:spcBef>
                <a:spcPts val="0"/>
              </a:spcBef>
              <a:spcAft>
                <a:spcPts val="0"/>
              </a:spcAft>
              <a:buNone/>
            </a:pPr>
            <a:r>
              <a:rPr b="1" i="0" lang="en-GB" sz="950" u="none" cap="none" strike="noStrike">
                <a:solidFill>
                  <a:srgbClr val="11777A"/>
                </a:solidFill>
                <a:latin typeface="Arial"/>
                <a:ea typeface="Arial"/>
                <a:cs typeface="Arial"/>
                <a:sym typeface="Arial"/>
              </a:rPr>
              <a:t>BROWSER</a:t>
            </a:r>
            <a:endParaRPr/>
          </a:p>
          <a:p>
            <a:pPr indent="0" lvl="0" marL="0" marR="0" rtl="0" algn="l">
              <a:lnSpc>
                <a:spcPct val="90000"/>
              </a:lnSpc>
              <a:spcBef>
                <a:spcPts val="0"/>
              </a:spcBef>
              <a:spcAft>
                <a:spcPts val="0"/>
              </a:spcAft>
              <a:buNone/>
            </a:pPr>
            <a:r>
              <a:rPr b="0" i="0" lang="en-GB" sz="700" u="none" cap="none" strike="noStrike">
                <a:solidFill>
                  <a:srgbClr val="5A6B78"/>
                </a:solidFill>
                <a:latin typeface="Arial"/>
                <a:ea typeface="Arial"/>
                <a:cs typeface="Arial"/>
                <a:sym typeface="Arial"/>
              </a:rPr>
              <a:t>Cesium  ·  Three.js</a:t>
            </a:r>
            <a:endParaRPr/>
          </a:p>
        </p:txBody>
      </p:sp>
      <p:sp>
        <p:nvSpPr>
          <p:cNvPr id="313" name="Google Shape;313;p39"/>
          <p:cNvSpPr/>
          <p:nvPr/>
        </p:nvSpPr>
        <p:spPr>
          <a:xfrm>
            <a:off x="265176" y="1499616"/>
            <a:ext cx="1700784" cy="402336"/>
          </a:xfrm>
          <a:prstGeom prst="rect">
            <a:avLst/>
          </a:prstGeom>
          <a:solidFill>
            <a:srgbClr val="FFFFFF"/>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14" name="Google Shape;314;p39"/>
          <p:cNvSpPr/>
          <p:nvPr/>
        </p:nvSpPr>
        <p:spPr>
          <a:xfrm>
            <a:off x="265176" y="1499616"/>
            <a:ext cx="1700784" cy="32004"/>
          </a:xfrm>
          <a:prstGeom prst="rect">
            <a:avLst/>
          </a:prstGeom>
          <a:solidFill>
            <a:srgbClr val="1F4E7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15" name="Google Shape;315;p39"/>
          <p:cNvSpPr txBox="1"/>
          <p:nvPr/>
        </p:nvSpPr>
        <p:spPr>
          <a:xfrm>
            <a:off x="310896" y="1572284"/>
            <a:ext cx="1609200" cy="2847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950" u="none" cap="none" strike="noStrike">
                <a:solidFill>
                  <a:srgbClr val="1F4E79"/>
                </a:solidFill>
                <a:latin typeface="Arial"/>
                <a:ea typeface="Arial"/>
                <a:cs typeface="Arial"/>
                <a:sym typeface="Arial"/>
              </a:rPr>
              <a:t>INCOIS ERDDAP</a:t>
            </a:r>
            <a:r>
              <a:rPr sz="650" b="1" baseline="28000">
                <a:solidFill>
                  <a:srgbClr val="12688F"/>
                </a:solidFill>
                <a:latin typeface="Calibri"/>
                <a:hlinkClick r:id="rId25"/>
              </a:rPr>
              <a:t>[11]</a:t>
            </a:r>
            <a:r>
              <a:rPr sz="650">
                <a:latin typeface="Calibri"/>
              </a:rPr>
              <a:t> </a:t>
            </a:r>
            <a:endParaRPr/>
          </a:p>
          <a:p>
            <a:pPr indent="0" lvl="0" marL="0" marR="0" rtl="0" algn="l">
              <a:lnSpc>
                <a:spcPct val="92000"/>
              </a:lnSpc>
              <a:spcBef>
                <a:spcPts val="0"/>
              </a:spcBef>
              <a:spcAft>
                <a:spcPts val="0"/>
              </a:spcAft>
              <a:buNone/>
            </a:pPr>
            <a:r>
              <a:rPr b="0" i="0" lang="en-GB" sz="800" u="none" cap="none" strike="noStrike">
                <a:solidFill>
                  <a:srgbClr val="5A6B78"/>
                </a:solidFill>
                <a:latin typeface="Arial"/>
                <a:ea typeface="Arial"/>
                <a:cs typeface="Arial"/>
                <a:sym typeface="Arial"/>
              </a:rPr>
              <a:t>model fields  ·  LAS</a:t>
            </a:r>
            <a:endParaRPr/>
          </a:p>
        </p:txBody>
      </p:sp>
      <p:sp>
        <p:nvSpPr>
          <p:cNvPr id="316" name="Google Shape;316;p39"/>
          <p:cNvSpPr/>
          <p:nvPr/>
        </p:nvSpPr>
        <p:spPr>
          <a:xfrm>
            <a:off x="265175" y="1949300"/>
            <a:ext cx="1700700" cy="457800"/>
          </a:xfrm>
          <a:prstGeom prst="rect">
            <a:avLst/>
          </a:prstGeom>
          <a:solidFill>
            <a:srgbClr val="FFFFFF"/>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17" name="Google Shape;317;p39"/>
          <p:cNvSpPr/>
          <p:nvPr/>
        </p:nvSpPr>
        <p:spPr>
          <a:xfrm>
            <a:off x="265176" y="1959658"/>
            <a:ext cx="1700700" cy="32100"/>
          </a:xfrm>
          <a:prstGeom prst="rect">
            <a:avLst/>
          </a:prstGeom>
          <a:solidFill>
            <a:srgbClr val="1F4E7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18" name="Google Shape;318;p39"/>
          <p:cNvSpPr txBox="1"/>
          <p:nvPr/>
        </p:nvSpPr>
        <p:spPr>
          <a:xfrm>
            <a:off x="310896" y="2055711"/>
            <a:ext cx="1609200" cy="2847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950" u="none" cap="none" strike="noStrike">
                <a:solidFill>
                  <a:srgbClr val="1F4E79"/>
                </a:solidFill>
                <a:latin typeface="Arial"/>
                <a:ea typeface="Arial"/>
                <a:cs typeface="Arial"/>
                <a:sym typeface="Arial"/>
              </a:rPr>
              <a:t>Argo GDAC</a:t>
            </a:r>
            <a:r>
              <a:rPr sz="650" b="1" baseline="28000">
                <a:solidFill>
                  <a:srgbClr val="12688F"/>
                </a:solidFill>
                <a:latin typeface="Calibri"/>
                <a:hlinkClick r:id="rId26"/>
              </a:rPr>
              <a:t>[12]</a:t>
            </a:r>
            <a:r>
              <a:rPr sz="650">
                <a:latin typeface="Calibri"/>
              </a:rPr>
              <a:t> </a:t>
            </a:r>
            <a:endParaRPr/>
          </a:p>
          <a:p>
            <a:pPr indent="0" lvl="0" marL="0" marR="0" rtl="0" algn="l">
              <a:lnSpc>
                <a:spcPct val="92000"/>
              </a:lnSpc>
              <a:spcBef>
                <a:spcPts val="0"/>
              </a:spcBef>
              <a:spcAft>
                <a:spcPts val="0"/>
              </a:spcAft>
              <a:buNone/>
            </a:pPr>
            <a:r>
              <a:rPr b="0" i="0" lang="en-GB" sz="800" u="none" cap="none" strike="noStrike">
                <a:solidFill>
                  <a:srgbClr val="5A6B78"/>
                </a:solidFill>
                <a:latin typeface="Arial"/>
                <a:ea typeface="Arial"/>
                <a:cs typeface="Arial"/>
                <a:sym typeface="Arial"/>
              </a:rPr>
              <a:t>core and BGC floats</a:t>
            </a:r>
            <a:endParaRPr/>
          </a:p>
        </p:txBody>
      </p:sp>
      <p:sp>
        <p:nvSpPr>
          <p:cNvPr id="319" name="Google Shape;319;p39"/>
          <p:cNvSpPr/>
          <p:nvPr/>
        </p:nvSpPr>
        <p:spPr>
          <a:xfrm>
            <a:off x="265176" y="2450592"/>
            <a:ext cx="1700784" cy="402336"/>
          </a:xfrm>
          <a:prstGeom prst="rect">
            <a:avLst/>
          </a:prstGeom>
          <a:solidFill>
            <a:srgbClr val="FFFFFF"/>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20" name="Google Shape;320;p39"/>
          <p:cNvSpPr/>
          <p:nvPr/>
        </p:nvSpPr>
        <p:spPr>
          <a:xfrm>
            <a:off x="265176" y="2450592"/>
            <a:ext cx="1700784" cy="32004"/>
          </a:xfrm>
          <a:prstGeom prst="rect">
            <a:avLst/>
          </a:prstGeom>
          <a:solidFill>
            <a:srgbClr val="1F4E7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21" name="Google Shape;321;p39"/>
          <p:cNvSpPr txBox="1"/>
          <p:nvPr/>
        </p:nvSpPr>
        <p:spPr>
          <a:xfrm>
            <a:off x="253169" y="2505456"/>
            <a:ext cx="1609200" cy="2847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950" u="none" cap="none" strike="noStrike">
                <a:solidFill>
                  <a:srgbClr val="1F4E79"/>
                </a:solidFill>
                <a:latin typeface="Arial"/>
                <a:ea typeface="Arial"/>
                <a:cs typeface="Arial"/>
                <a:sym typeface="Arial"/>
              </a:rPr>
              <a:t>In situ + warnings</a:t>
            </a:r>
            <a:r>
              <a:rPr sz="650" b="1" baseline="28000">
                <a:solidFill>
                  <a:srgbClr val="12688F"/>
                </a:solidFill>
                <a:latin typeface="Calibri"/>
                <a:hlinkClick r:id="rId27"/>
              </a:rPr>
              <a:t>[14]</a:t>
            </a:r>
            <a:r>
              <a:rPr sz="650" b="1" baseline="28000">
                <a:solidFill>
                  <a:srgbClr val="12688F"/>
                </a:solidFill>
                <a:latin typeface="Calibri"/>
                <a:hlinkClick r:id="rId28"/>
              </a:rPr>
              <a:t>[15]</a:t>
            </a:r>
            <a:r>
              <a:rPr sz="650">
                <a:latin typeface="Calibri"/>
              </a:rPr>
              <a:t> </a:t>
            </a:r>
            <a:endParaRPr/>
          </a:p>
          <a:p>
            <a:pPr indent="0" lvl="0" marL="0" marR="0" rtl="0" algn="l">
              <a:lnSpc>
                <a:spcPct val="92000"/>
              </a:lnSpc>
              <a:spcBef>
                <a:spcPts val="0"/>
              </a:spcBef>
              <a:spcAft>
                <a:spcPts val="0"/>
              </a:spcAft>
              <a:buNone/>
            </a:pPr>
            <a:r>
              <a:rPr b="0" i="0" lang="en-GB" sz="800" u="none" cap="none" strike="noStrike">
                <a:solidFill>
                  <a:srgbClr val="5A6B78"/>
                </a:solidFill>
                <a:latin typeface="Arial"/>
                <a:ea typeface="Arial"/>
                <a:cs typeface="Arial"/>
                <a:sym typeface="Arial"/>
              </a:rPr>
              <a:t>RAMA, glider, CTD, SACHET</a:t>
            </a:r>
            <a:endParaRPr/>
          </a:p>
        </p:txBody>
      </p:sp>
      <p:sp>
        <p:nvSpPr>
          <p:cNvPr id="322" name="Google Shape;322;p39"/>
          <p:cNvSpPr txBox="1"/>
          <p:nvPr/>
        </p:nvSpPr>
        <p:spPr>
          <a:xfrm>
            <a:off x="265176" y="2916541"/>
            <a:ext cx="17007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one YAML source registry</a:t>
            </a:r>
            <a:endParaRPr/>
          </a:p>
        </p:txBody>
      </p:sp>
      <p:sp>
        <p:nvSpPr>
          <p:cNvPr id="323" name="Google Shape;323;p39"/>
          <p:cNvSpPr/>
          <p:nvPr/>
        </p:nvSpPr>
        <p:spPr>
          <a:xfrm>
            <a:off x="2569464" y="1499616"/>
            <a:ext cx="1700784" cy="402336"/>
          </a:xfrm>
          <a:prstGeom prst="rect">
            <a:avLst/>
          </a:prstGeom>
          <a:solidFill>
            <a:srgbClr val="FFFFFF"/>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24" name="Google Shape;324;p39"/>
          <p:cNvSpPr/>
          <p:nvPr/>
        </p:nvSpPr>
        <p:spPr>
          <a:xfrm>
            <a:off x="2569464" y="1499616"/>
            <a:ext cx="1700784" cy="32004"/>
          </a:xfrm>
          <a:prstGeom prst="rect">
            <a:avLst/>
          </a:prstGeom>
          <a:solidFill>
            <a:srgbClr val="1F4E7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25" name="Google Shape;325;p39"/>
          <p:cNvSpPr txBox="1"/>
          <p:nvPr/>
        </p:nvSpPr>
        <p:spPr>
          <a:xfrm>
            <a:off x="2615184" y="1554480"/>
            <a:ext cx="1609344" cy="310896"/>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950" u="none" cap="none" strike="noStrike">
                <a:solidFill>
                  <a:srgbClr val="1F4E79"/>
                </a:solidFill>
                <a:latin typeface="Arial"/>
                <a:ea typeface="Arial"/>
                <a:cs typeface="Arial"/>
                <a:sym typeface="Arial"/>
              </a:rPr>
              <a:t>CF normalisation</a:t>
            </a:r>
            <a:r>
              <a:rPr sz="650" b="1" baseline="28000">
                <a:solidFill>
                  <a:srgbClr val="12688F"/>
                </a:solidFill>
                <a:latin typeface="Calibri"/>
                <a:hlinkClick r:id="rId29"/>
              </a:rPr>
              <a:t>[17]</a:t>
            </a:r>
            <a:r>
              <a:rPr sz="650">
                <a:latin typeface="Calibri"/>
              </a:rPr>
              <a:t> </a:t>
            </a:r>
            <a:endParaRPr/>
          </a:p>
          <a:p>
            <a:pPr indent="0" lvl="0" marL="0" marR="0" rtl="0" algn="l">
              <a:lnSpc>
                <a:spcPct val="92000"/>
              </a:lnSpc>
              <a:spcBef>
                <a:spcPts val="0"/>
              </a:spcBef>
              <a:spcAft>
                <a:spcPts val="0"/>
              </a:spcAft>
              <a:buNone/>
            </a:pPr>
            <a:r>
              <a:rPr b="0" i="0" lang="en-GB" sz="800" u="none" cap="none" strike="noStrike">
                <a:solidFill>
                  <a:srgbClr val="5A6B78"/>
                </a:solidFill>
                <a:latin typeface="Arial"/>
                <a:ea typeface="Arial"/>
                <a:cs typeface="Arial"/>
                <a:sym typeface="Arial"/>
              </a:rPr>
              <a:t>scale_factor, _FillValue</a:t>
            </a:r>
            <a:endParaRPr/>
          </a:p>
        </p:txBody>
      </p:sp>
      <p:sp>
        <p:nvSpPr>
          <p:cNvPr id="326" name="Google Shape;326;p39"/>
          <p:cNvSpPr/>
          <p:nvPr/>
        </p:nvSpPr>
        <p:spPr>
          <a:xfrm>
            <a:off x="2569464" y="1975104"/>
            <a:ext cx="1700784" cy="402336"/>
          </a:xfrm>
          <a:prstGeom prst="rect">
            <a:avLst/>
          </a:prstGeom>
          <a:solidFill>
            <a:srgbClr val="FFFFFF"/>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27" name="Google Shape;327;p39"/>
          <p:cNvSpPr/>
          <p:nvPr/>
        </p:nvSpPr>
        <p:spPr>
          <a:xfrm>
            <a:off x="2569464" y="1975104"/>
            <a:ext cx="1700784" cy="32004"/>
          </a:xfrm>
          <a:prstGeom prst="rect">
            <a:avLst/>
          </a:prstGeom>
          <a:solidFill>
            <a:srgbClr val="1F4E7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28" name="Google Shape;328;p39"/>
          <p:cNvSpPr txBox="1"/>
          <p:nvPr/>
        </p:nvSpPr>
        <p:spPr>
          <a:xfrm>
            <a:off x="2615184" y="2029968"/>
            <a:ext cx="1609344" cy="310896"/>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950" u="none" cap="none" strike="noStrike">
                <a:solidFill>
                  <a:srgbClr val="1F4E79"/>
                </a:solidFill>
                <a:latin typeface="Arial"/>
                <a:ea typeface="Arial"/>
                <a:cs typeface="Arial"/>
                <a:sym typeface="Arial"/>
              </a:rPr>
              <a:t>QC flags 1 and 2</a:t>
            </a:r>
            <a:r>
              <a:rPr sz="650" b="1" baseline="28000">
                <a:solidFill>
                  <a:srgbClr val="12688F"/>
                </a:solidFill>
                <a:latin typeface="Calibri"/>
                <a:hlinkClick r:id="rId30"/>
              </a:rPr>
              <a:t>[2]</a:t>
            </a:r>
            <a:r>
              <a:rPr sz="650">
                <a:latin typeface="Calibri"/>
              </a:rPr>
              <a:t> </a:t>
            </a:r>
            <a:endParaRPr/>
          </a:p>
          <a:p>
            <a:pPr indent="0" lvl="0" marL="0" marR="0" rtl="0" algn="l">
              <a:lnSpc>
                <a:spcPct val="92000"/>
              </a:lnSpc>
              <a:spcBef>
                <a:spcPts val="0"/>
              </a:spcBef>
              <a:spcAft>
                <a:spcPts val="0"/>
              </a:spcAft>
              <a:buNone/>
            </a:pPr>
            <a:r>
              <a:rPr b="0" i="0" lang="en-GB" sz="800" u="none" cap="none" strike="noStrike">
                <a:solidFill>
                  <a:srgbClr val="5A6B78"/>
                </a:solidFill>
                <a:latin typeface="Arial"/>
                <a:ea typeface="Arial"/>
                <a:cs typeface="Arial"/>
                <a:sym typeface="Arial"/>
              </a:rPr>
              <a:t>Argo, Wong 2020</a:t>
            </a:r>
            <a:endParaRPr/>
          </a:p>
        </p:txBody>
      </p:sp>
      <p:sp>
        <p:nvSpPr>
          <p:cNvPr id="329" name="Google Shape;329;p39"/>
          <p:cNvSpPr/>
          <p:nvPr/>
        </p:nvSpPr>
        <p:spPr>
          <a:xfrm>
            <a:off x="2734056" y="2426447"/>
            <a:ext cx="1371600" cy="384000"/>
          </a:xfrm>
          <a:prstGeom prst="can">
            <a:avLst>
              <a:gd fmla="val 25000" name="adj"/>
            </a:avLst>
          </a:prstGeom>
          <a:solidFill>
            <a:srgbClr val="FFFFFF"/>
          </a:solidFill>
          <a:ln cap="flat" cmpd="sng" w="12700">
            <a:solidFill>
              <a:srgbClr val="1F4E79"/>
            </a:solidFill>
            <a:prstDash val="solid"/>
            <a:round/>
            <a:headEnd len="sm" w="sm" type="none"/>
            <a:tailEnd len="sm" w="sm" type="none"/>
          </a:ln>
        </p:spPr>
        <p:txBody>
          <a:bodyPr anchorCtr="0" anchor="ctr" bIns="45700" lIns="18275" spcFirstLastPara="1" rIns="18275" wrap="square" tIns="45700">
            <a:noAutofit/>
          </a:bodyPr>
          <a:lstStyle/>
          <a:p>
            <a:pPr indent="0" lvl="0" marL="0" marR="0" rtl="0" algn="ctr">
              <a:lnSpc>
                <a:spcPct val="88000"/>
              </a:lnSpc>
              <a:spcBef>
                <a:spcPts val="0"/>
              </a:spcBef>
              <a:spcAft>
                <a:spcPts val="0"/>
              </a:spcAft>
              <a:buNone/>
            </a:pPr>
            <a:r>
              <a:rPr/>
              <a:t/>
            </a:r>
            <a:endParaRPr b="1" sz="250">
              <a:solidFill>
                <a:srgbClr val="1F4E79"/>
              </a:solidFill>
            </a:endParaRPr>
          </a:p>
          <a:p>
            <a:pPr indent="0" lvl="0" marL="0" marR="0" rtl="0" algn="ctr">
              <a:lnSpc>
                <a:spcPct val="88000"/>
              </a:lnSpc>
              <a:spcBef>
                <a:spcPts val="0"/>
              </a:spcBef>
              <a:spcAft>
                <a:spcPts val="0"/>
              </a:spcAft>
              <a:buNone/>
            </a:pPr>
            <a:r>
              <a:rPr b="1" i="0" lang="en-GB" sz="850" u="none" cap="none" strike="noStrike">
                <a:solidFill>
                  <a:srgbClr val="1F4E79"/>
                </a:solidFill>
                <a:latin typeface="Arial"/>
                <a:ea typeface="Arial"/>
                <a:cs typeface="Arial"/>
                <a:sym typeface="Arial"/>
              </a:rPr>
              <a:t>Zarr cube</a:t>
            </a:r>
            <a:r>
              <a:rPr sz="650" b="1" baseline="28000">
                <a:solidFill>
                  <a:srgbClr val="12688F"/>
                </a:solidFill>
                <a:latin typeface="Calibri"/>
                <a:hlinkClick r:id="rId31"/>
              </a:rPr>
              <a:t>[9]</a:t>
            </a:r>
            <a:r>
              <a:rPr sz="650">
                <a:latin typeface="Calibri"/>
              </a:rPr>
              <a:t> </a:t>
            </a:r>
            <a:endParaRPr/>
          </a:p>
          <a:p>
            <a:pPr indent="0" lvl="0" marL="0" marR="0" rtl="0" algn="ctr">
              <a:lnSpc>
                <a:spcPct val="88000"/>
              </a:lnSpc>
              <a:spcBef>
                <a:spcPts val="0"/>
              </a:spcBef>
              <a:spcAft>
                <a:spcPts val="0"/>
              </a:spcAft>
              <a:buNone/>
            </a:pPr>
            <a:r>
              <a:rPr b="0" i="0" lang="en-GB" sz="700" u="none" cap="none" strike="noStrike">
                <a:solidFill>
                  <a:srgbClr val="5A6B78"/>
                </a:solidFill>
                <a:latin typeface="Arial"/>
                <a:ea typeface="Arial"/>
                <a:cs typeface="Arial"/>
                <a:sym typeface="Arial"/>
              </a:rPr>
              <a:t>10.5 M values</a:t>
            </a:r>
            <a:endParaRPr/>
          </a:p>
        </p:txBody>
      </p:sp>
      <p:sp>
        <p:nvSpPr>
          <p:cNvPr id="330" name="Google Shape;330;p39"/>
          <p:cNvSpPr/>
          <p:nvPr/>
        </p:nvSpPr>
        <p:spPr>
          <a:xfrm>
            <a:off x="4873752" y="1499616"/>
            <a:ext cx="1700784" cy="402336"/>
          </a:xfrm>
          <a:prstGeom prst="rect">
            <a:avLst/>
          </a:prstGeom>
          <a:solidFill>
            <a:srgbClr val="FFFFFF"/>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31" name="Google Shape;331;p39"/>
          <p:cNvSpPr/>
          <p:nvPr/>
        </p:nvSpPr>
        <p:spPr>
          <a:xfrm>
            <a:off x="4873752" y="1499616"/>
            <a:ext cx="1700784" cy="32004"/>
          </a:xfrm>
          <a:prstGeom prst="rect">
            <a:avLst/>
          </a:prstGeom>
          <a:solidFill>
            <a:srgbClr val="11777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32" name="Google Shape;332;p39"/>
          <p:cNvSpPr txBox="1"/>
          <p:nvPr/>
        </p:nvSpPr>
        <p:spPr>
          <a:xfrm>
            <a:off x="4919472" y="1554480"/>
            <a:ext cx="1609344" cy="310896"/>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950" u="none" cap="none" strike="noStrike">
                <a:solidFill>
                  <a:srgbClr val="11777A"/>
                </a:solidFill>
                <a:latin typeface="Arial"/>
                <a:ea typeface="Arial"/>
                <a:cs typeface="Arial"/>
                <a:sym typeface="Arial"/>
              </a:rPr>
              <a:t>14 REST routes</a:t>
            </a:r>
            <a:r>
              <a:rPr sz="650" b="1" baseline="28000">
                <a:solidFill>
                  <a:srgbClr val="12688F"/>
                </a:solidFill>
                <a:latin typeface="Calibri"/>
                <a:hlinkClick r:id="rId32"/>
              </a:rPr>
              <a:t>[7]</a:t>
            </a:r>
            <a:r>
              <a:rPr sz="650">
                <a:latin typeface="Calibri"/>
              </a:rPr>
              <a:t> </a:t>
            </a:r>
            <a:endParaRPr/>
          </a:p>
          <a:p>
            <a:pPr indent="0" lvl="0" marL="0" marR="0" rtl="0" algn="l">
              <a:lnSpc>
                <a:spcPct val="92000"/>
              </a:lnSpc>
              <a:spcBef>
                <a:spcPts val="0"/>
              </a:spcBef>
              <a:spcAft>
                <a:spcPts val="0"/>
              </a:spcAft>
              <a:buNone/>
            </a:pPr>
            <a:r>
              <a:rPr b="0" i="0" lang="en-GB" sz="800" u="none" cap="none" strike="noStrike">
                <a:solidFill>
                  <a:srgbClr val="5A6B78"/>
                </a:solidFill>
                <a:latin typeface="Arial"/>
                <a:ea typeface="Arial"/>
                <a:cs typeface="Arial"/>
                <a:sym typeface="Arial"/>
              </a:rPr>
              <a:t>/field   /profiles   /skill</a:t>
            </a:r>
            <a:endParaRPr/>
          </a:p>
        </p:txBody>
      </p:sp>
      <p:sp>
        <p:nvSpPr>
          <p:cNvPr id="333" name="Google Shape;333;p39"/>
          <p:cNvSpPr/>
          <p:nvPr/>
        </p:nvSpPr>
        <p:spPr>
          <a:xfrm>
            <a:off x="4873752" y="1975104"/>
            <a:ext cx="1700784" cy="402336"/>
          </a:xfrm>
          <a:prstGeom prst="rect">
            <a:avLst/>
          </a:prstGeom>
          <a:solidFill>
            <a:srgbClr val="FFFFFF"/>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34" name="Google Shape;334;p39"/>
          <p:cNvSpPr/>
          <p:nvPr/>
        </p:nvSpPr>
        <p:spPr>
          <a:xfrm>
            <a:off x="4873752" y="1975104"/>
            <a:ext cx="1700784" cy="32004"/>
          </a:xfrm>
          <a:prstGeom prst="rect">
            <a:avLst/>
          </a:prstGeom>
          <a:solidFill>
            <a:srgbClr val="C03A2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35" name="Google Shape;335;p39"/>
          <p:cNvSpPr txBox="1"/>
          <p:nvPr/>
        </p:nvSpPr>
        <p:spPr>
          <a:xfrm>
            <a:off x="4919472" y="2029968"/>
            <a:ext cx="1609344" cy="310896"/>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950" u="none" cap="none" strike="noStrike">
                <a:solidFill>
                  <a:srgbClr val="C03A2B"/>
                </a:solidFill>
                <a:latin typeface="Arial"/>
                <a:ea typeface="Arial"/>
                <a:cs typeface="Arial"/>
                <a:sym typeface="Arial"/>
              </a:rPr>
              <a:t>OGC WMS 1.3.0</a:t>
            </a:r>
            <a:r>
              <a:rPr sz="650" b="1" baseline="28000">
                <a:solidFill>
                  <a:srgbClr val="12688F"/>
                </a:solidFill>
                <a:latin typeface="Calibri"/>
                <a:hlinkClick r:id="rId33"/>
              </a:rPr>
              <a:t>[18]</a:t>
            </a:r>
            <a:r>
              <a:rPr sz="650" b="1" baseline="28000">
                <a:solidFill>
                  <a:srgbClr val="12688F"/>
                </a:solidFill>
                <a:latin typeface="Calibri"/>
                <a:hlinkClick r:id="rId34"/>
              </a:rPr>
              <a:t>[19]</a:t>
            </a:r>
            <a:r>
              <a:rPr sz="650">
                <a:latin typeface="Calibri"/>
              </a:rPr>
              <a:t> </a:t>
            </a:r>
            <a:endParaRPr/>
          </a:p>
          <a:p>
            <a:pPr indent="0" lvl="0" marL="0" marR="0" rtl="0" algn="l">
              <a:lnSpc>
                <a:spcPct val="92000"/>
              </a:lnSpc>
              <a:spcBef>
                <a:spcPts val="0"/>
              </a:spcBef>
              <a:spcAft>
                <a:spcPts val="0"/>
              </a:spcAft>
              <a:buNone/>
            </a:pPr>
            <a:r>
              <a:rPr b="0" i="0" lang="en-GB" sz="800" u="none" cap="none" strike="noStrike">
                <a:solidFill>
                  <a:srgbClr val="5A6B78"/>
                </a:solidFill>
                <a:latin typeface="Arial"/>
                <a:ea typeface="Arial"/>
                <a:cs typeface="Arial"/>
                <a:sym typeface="Arial"/>
              </a:rPr>
              <a:t>WCS 1.0.0  ·  QGIS reads it</a:t>
            </a:r>
            <a:endParaRPr/>
          </a:p>
        </p:txBody>
      </p:sp>
      <p:sp>
        <p:nvSpPr>
          <p:cNvPr id="336" name="Google Shape;336;p39"/>
          <p:cNvSpPr/>
          <p:nvPr/>
        </p:nvSpPr>
        <p:spPr>
          <a:xfrm>
            <a:off x="4873752" y="2450592"/>
            <a:ext cx="1700784" cy="402336"/>
          </a:xfrm>
          <a:prstGeom prst="rect">
            <a:avLst/>
          </a:prstGeom>
          <a:solidFill>
            <a:srgbClr val="FFFFFF"/>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37" name="Google Shape;337;p39"/>
          <p:cNvSpPr/>
          <p:nvPr/>
        </p:nvSpPr>
        <p:spPr>
          <a:xfrm>
            <a:off x="4873752" y="2450592"/>
            <a:ext cx="1700784" cy="32004"/>
          </a:xfrm>
          <a:prstGeom prst="rect">
            <a:avLst/>
          </a:prstGeom>
          <a:solidFill>
            <a:srgbClr val="11777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38" name="Google Shape;338;p39"/>
          <p:cNvSpPr txBox="1"/>
          <p:nvPr/>
        </p:nvSpPr>
        <p:spPr>
          <a:xfrm>
            <a:off x="4919472" y="2505456"/>
            <a:ext cx="1609200" cy="3108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950" u="none" cap="none" strike="noStrike">
                <a:solidFill>
                  <a:srgbClr val="11777A"/>
                </a:solidFill>
                <a:latin typeface="Arial"/>
                <a:ea typeface="Arial"/>
                <a:cs typeface="Arial"/>
                <a:sym typeface="Arial"/>
              </a:rPr>
              <a:t>Class-4 scorecard</a:t>
            </a:r>
            <a:r>
              <a:rPr sz="650" b="1" baseline="28000">
                <a:solidFill>
                  <a:srgbClr val="12688F"/>
                </a:solidFill>
                <a:latin typeface="Calibri"/>
                <a:hlinkClick r:id="rId35"/>
              </a:rPr>
              <a:t>[1]</a:t>
            </a:r>
            <a:r>
              <a:rPr sz="650">
                <a:latin typeface="Calibri"/>
              </a:rPr>
              <a:t> </a:t>
            </a:r>
            <a:endParaRPr/>
          </a:p>
          <a:p>
            <a:pPr indent="0" lvl="0" marL="0" marR="0" rtl="0" algn="l">
              <a:lnSpc>
                <a:spcPct val="92000"/>
              </a:lnSpc>
              <a:spcBef>
                <a:spcPts val="0"/>
              </a:spcBef>
              <a:spcAft>
                <a:spcPts val="0"/>
              </a:spcAft>
              <a:buNone/>
            </a:pPr>
            <a:r>
              <a:rPr b="0" i="0" lang="en-GB" sz="800" u="none" cap="none" strike="noStrike">
                <a:solidFill>
                  <a:srgbClr val="5A6B78"/>
                </a:solidFill>
                <a:latin typeface="Arial"/>
                <a:ea typeface="Arial"/>
                <a:cs typeface="Arial"/>
                <a:sym typeface="Arial"/>
              </a:rPr>
              <a:t>RMSE against each cast</a:t>
            </a:r>
            <a:endParaRPr/>
          </a:p>
        </p:txBody>
      </p:sp>
      <p:pic>
        <p:nvPicPr>
          <p:cNvPr id="372" name="Picture 371" descr="crop-browser.png"/>
          <p:cNvPicPr>
            <a:picLocks noChangeAspect="1"/>
          </p:cNvPicPr>
          <p:nvPr/>
        </p:nvPicPr>
        <p:blipFill>
          <a:blip r:embed="rId24"/>
          <a:stretch>
            <a:fillRect/>
          </a:stretch>
        </p:blipFill>
        <p:spPr>
          <a:xfrm>
            <a:off x="7108962" y="1378448"/>
            <a:ext cx="1845085" cy="676600"/>
          </a:xfrm>
          <a:prstGeom prst="rect">
            <a:avLst/>
          </a:prstGeom>
        </p:spPr>
      </p:pic>
      <p:sp>
        <p:nvSpPr>
          <p:cNvPr id="340" name="Google Shape;340;p39"/>
          <p:cNvSpPr/>
          <p:nvPr/>
        </p:nvSpPr>
        <p:spPr>
          <a:xfrm>
            <a:off x="7108181" y="1381064"/>
            <a:ext cx="1840200" cy="676500"/>
          </a:xfrm>
          <a:prstGeom prst="rect">
            <a:avLst/>
          </a:prstGeom>
          <a:noFill/>
          <a:ln cap="flat" cmpd="sng" w="9525">
            <a:solidFill>
              <a:srgbClr val="11777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41" name="Google Shape;341;p39"/>
          <p:cNvSpPr/>
          <p:nvPr/>
        </p:nvSpPr>
        <p:spPr>
          <a:xfrm>
            <a:off x="7178040" y="2157984"/>
            <a:ext cx="1700784" cy="365760"/>
          </a:xfrm>
          <a:prstGeom prst="rect">
            <a:avLst/>
          </a:prstGeom>
          <a:solidFill>
            <a:srgbClr val="FFFFFF"/>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42" name="Google Shape;342;p39"/>
          <p:cNvSpPr/>
          <p:nvPr/>
        </p:nvSpPr>
        <p:spPr>
          <a:xfrm>
            <a:off x="7178040" y="2157984"/>
            <a:ext cx="1700784" cy="32004"/>
          </a:xfrm>
          <a:prstGeom prst="rect">
            <a:avLst/>
          </a:prstGeom>
          <a:solidFill>
            <a:srgbClr val="11777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43" name="Google Shape;343;p39"/>
          <p:cNvSpPr txBox="1"/>
          <p:nvPr/>
        </p:nvSpPr>
        <p:spPr>
          <a:xfrm>
            <a:off x="7223760" y="2212848"/>
            <a:ext cx="1609344" cy="27432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950" u="none" cap="none" strike="noStrike">
                <a:solidFill>
                  <a:srgbClr val="11777A"/>
                </a:solidFill>
                <a:latin typeface="Arial"/>
                <a:ea typeface="Arial"/>
                <a:cs typeface="Arial"/>
                <a:sym typeface="Arial"/>
              </a:rPr>
              <a:t>Ray-marched volume</a:t>
            </a:r>
            <a:r>
              <a:rPr sz="650" b="1" baseline="28000">
                <a:solidFill>
                  <a:srgbClr val="12688F"/>
                </a:solidFill>
                <a:latin typeface="Calibri"/>
                <a:hlinkClick r:id="rId36"/>
              </a:rPr>
              <a:t>[6]</a:t>
            </a:r>
            <a:r>
              <a:rPr sz="650">
                <a:latin typeface="Calibri"/>
              </a:rPr>
              <a:t> </a:t>
            </a:r>
            <a:endParaRPr/>
          </a:p>
          <a:p>
            <a:pPr indent="0" lvl="0" marL="0" marR="0" rtl="0" algn="l">
              <a:lnSpc>
                <a:spcPct val="92000"/>
              </a:lnSpc>
              <a:spcBef>
                <a:spcPts val="0"/>
              </a:spcBef>
              <a:spcAft>
                <a:spcPts val="0"/>
              </a:spcAft>
              <a:buNone/>
            </a:pPr>
            <a:r>
              <a:rPr b="0" i="0" lang="en-GB" sz="800" u="none" cap="none" strike="noStrike">
                <a:solidFill>
                  <a:srgbClr val="5A6B78"/>
                </a:solidFill>
                <a:latin typeface="Arial"/>
                <a:ea typeface="Arial"/>
                <a:cs typeface="Arial"/>
                <a:sym typeface="Arial"/>
              </a:rPr>
              <a:t>GPU, 24 levels  ·  isosurface</a:t>
            </a:r>
            <a:endParaRPr/>
          </a:p>
        </p:txBody>
      </p:sp>
      <p:sp>
        <p:nvSpPr>
          <p:cNvPr id="344" name="Google Shape;344;p39"/>
          <p:cNvSpPr/>
          <p:nvPr/>
        </p:nvSpPr>
        <p:spPr>
          <a:xfrm>
            <a:off x="7178040" y="2578608"/>
            <a:ext cx="1700784" cy="365760"/>
          </a:xfrm>
          <a:prstGeom prst="rect">
            <a:avLst/>
          </a:prstGeom>
          <a:solidFill>
            <a:srgbClr val="FFFFFF"/>
          </a:solidFill>
          <a:ln cap="flat" cmpd="sng" w="9525">
            <a:solidFill>
              <a:srgbClr val="C8D3D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45" name="Google Shape;345;p39"/>
          <p:cNvSpPr/>
          <p:nvPr/>
        </p:nvSpPr>
        <p:spPr>
          <a:xfrm>
            <a:off x="7178040" y="2578608"/>
            <a:ext cx="1700784" cy="32004"/>
          </a:xfrm>
          <a:prstGeom prst="rect">
            <a:avLst/>
          </a:prstGeom>
          <a:solidFill>
            <a:srgbClr val="11777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46" name="Google Shape;346;p39"/>
          <p:cNvSpPr txBox="1"/>
          <p:nvPr/>
        </p:nvSpPr>
        <p:spPr>
          <a:xfrm>
            <a:off x="7223760" y="2633472"/>
            <a:ext cx="1609344" cy="27432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950" u="none" cap="none" strike="noStrike">
                <a:solidFill>
                  <a:srgbClr val="11777A"/>
                </a:solidFill>
                <a:latin typeface="Arial"/>
                <a:ea typeface="Arial"/>
                <a:cs typeface="Arial"/>
                <a:sym typeface="Arial"/>
              </a:rPr>
              <a:t>Instrument markers</a:t>
            </a:r>
            <a:endParaRPr/>
          </a:p>
          <a:p>
            <a:pPr indent="0" lvl="0" marL="0" marR="0" rtl="0" algn="l">
              <a:lnSpc>
                <a:spcPct val="92000"/>
              </a:lnSpc>
              <a:spcBef>
                <a:spcPts val="0"/>
              </a:spcBef>
              <a:spcAft>
                <a:spcPts val="0"/>
              </a:spcAft>
              <a:buNone/>
            </a:pPr>
            <a:r>
              <a:rPr b="0" i="0" lang="en-GB" sz="800" u="none" cap="none" strike="noStrike">
                <a:solidFill>
                  <a:srgbClr val="5A6B78"/>
                </a:solidFill>
                <a:latin typeface="Arial"/>
                <a:ea typeface="Arial"/>
                <a:cs typeface="Arial"/>
                <a:sym typeface="Arial"/>
              </a:rPr>
              <a:t>149 casts  ·  19 instruments</a:t>
            </a:r>
            <a:endParaRPr/>
          </a:p>
        </p:txBody>
      </p:sp>
      <p:cxnSp>
        <p:nvCxnSpPr>
          <p:cNvPr id="347" name="Google Shape;347;p39"/>
          <p:cNvCxnSpPr/>
          <p:nvPr/>
        </p:nvCxnSpPr>
        <p:spPr>
          <a:xfrm>
            <a:off x="2103120" y="1956816"/>
            <a:ext cx="329100" cy="600"/>
          </a:xfrm>
          <a:prstGeom prst="bentConnector3">
            <a:avLst>
              <a:gd fmla="val 50000" name="adj1"/>
            </a:avLst>
          </a:prstGeom>
          <a:noFill/>
          <a:ln cap="flat" cmpd="sng" w="15875">
            <a:solidFill>
              <a:srgbClr val="2B2B2B"/>
            </a:solidFill>
            <a:prstDash val="solid"/>
            <a:round/>
            <a:headEnd len="sm" w="sm" type="none"/>
            <a:tailEnd len="med" w="med" type="triangle"/>
          </a:ln>
          <a:effectLst>
            <a:outerShdw blurRad="40000" rotWithShape="0" dir="5400000" dist="20000">
              <a:srgbClr val="000000">
                <a:alpha val="38039"/>
              </a:srgbClr>
            </a:outerShdw>
          </a:effectLst>
        </p:spPr>
      </p:cxnSp>
      <p:sp>
        <p:nvSpPr>
          <p:cNvPr id="348" name="Google Shape;348;p39"/>
          <p:cNvSpPr txBox="1"/>
          <p:nvPr/>
        </p:nvSpPr>
        <p:spPr>
          <a:xfrm>
            <a:off x="2029968" y="1993392"/>
            <a:ext cx="475488" cy="365760"/>
          </a:xfrm>
          <a:prstGeom prst="rect">
            <a:avLst/>
          </a:prstGeom>
          <a:noFill/>
          <a:ln>
            <a:noFill/>
          </a:ln>
        </p:spPr>
        <p:txBody>
          <a:bodyPr anchorCtr="0" anchor="t" bIns="18275" lIns="27425" spcFirstLastPara="1" rIns="27425" wrap="square" tIns="18275">
            <a:spAutoFit/>
          </a:bodyPr>
          <a:lstStyle/>
          <a:p>
            <a:pPr indent="0" lvl="0" marL="0" marR="0" rtl="0" algn="ctr">
              <a:lnSpc>
                <a:spcPct val="86000"/>
              </a:lnSpc>
              <a:spcBef>
                <a:spcPts val="0"/>
              </a:spcBef>
              <a:spcAft>
                <a:spcPts val="0"/>
              </a:spcAft>
              <a:buNone/>
            </a:pPr>
            <a:r>
              <a:rPr b="0" i="0" lang="en-GB" sz="660" u="none" cap="none" strike="noStrike">
                <a:solidFill>
                  <a:srgbClr val="5A6B78"/>
                </a:solidFill>
                <a:latin typeface="Arial"/>
                <a:ea typeface="Arial"/>
                <a:cs typeface="Arial"/>
                <a:sym typeface="Arial"/>
              </a:rPr>
              <a:t>NetCDF</a:t>
            </a:r>
            <a:endParaRPr/>
          </a:p>
          <a:p>
            <a:pPr indent="0" lvl="0" marL="0" marR="0" rtl="0" algn="ctr">
              <a:lnSpc>
                <a:spcPct val="86000"/>
              </a:lnSpc>
              <a:spcBef>
                <a:spcPts val="0"/>
              </a:spcBef>
              <a:spcAft>
                <a:spcPts val="0"/>
              </a:spcAft>
              <a:buNone/>
            </a:pPr>
            <a:r>
              <a:rPr b="0" i="0" lang="en-GB" sz="660" u="none" cap="none" strike="noStrike">
                <a:solidFill>
                  <a:srgbClr val="5A6B78"/>
                </a:solidFill>
                <a:latin typeface="Arial"/>
                <a:ea typeface="Arial"/>
                <a:cs typeface="Arial"/>
                <a:sym typeface="Arial"/>
              </a:rPr>
              <a:t>ASCII</a:t>
            </a:r>
            <a:endParaRPr/>
          </a:p>
          <a:p>
            <a:pPr indent="0" lvl="0" marL="0" marR="0" rtl="0" algn="ctr">
              <a:lnSpc>
                <a:spcPct val="86000"/>
              </a:lnSpc>
              <a:spcBef>
                <a:spcPts val="0"/>
              </a:spcBef>
              <a:spcAft>
                <a:spcPts val="0"/>
              </a:spcAft>
              <a:buNone/>
            </a:pPr>
            <a:r>
              <a:rPr b="0" i="0" lang="en-GB" sz="660" u="none" cap="none" strike="noStrike">
                <a:solidFill>
                  <a:srgbClr val="5A6B78"/>
                </a:solidFill>
                <a:latin typeface="Arial"/>
                <a:ea typeface="Arial"/>
                <a:cs typeface="Arial"/>
                <a:sym typeface="Arial"/>
              </a:rPr>
              <a:t>CAP XML</a:t>
            </a:r>
            <a:endParaRPr/>
          </a:p>
        </p:txBody>
      </p:sp>
      <p:cxnSp>
        <p:nvCxnSpPr>
          <p:cNvPr id="349" name="Google Shape;349;p39"/>
          <p:cNvCxnSpPr/>
          <p:nvPr/>
        </p:nvCxnSpPr>
        <p:spPr>
          <a:xfrm>
            <a:off x="4407407" y="1956816"/>
            <a:ext cx="329100" cy="600"/>
          </a:xfrm>
          <a:prstGeom prst="bentConnector3">
            <a:avLst>
              <a:gd fmla="val 50000" name="adj1"/>
            </a:avLst>
          </a:prstGeom>
          <a:noFill/>
          <a:ln cap="flat" cmpd="sng" w="15875">
            <a:solidFill>
              <a:srgbClr val="2B2B2B"/>
            </a:solidFill>
            <a:prstDash val="solid"/>
            <a:round/>
            <a:headEnd len="sm" w="sm" type="none"/>
            <a:tailEnd len="med" w="med" type="triangle"/>
          </a:ln>
          <a:effectLst>
            <a:outerShdw blurRad="40000" rotWithShape="0" dir="5400000" dist="20000">
              <a:srgbClr val="000000">
                <a:alpha val="38039"/>
              </a:srgbClr>
            </a:outerShdw>
          </a:effectLst>
        </p:spPr>
      </p:cxnSp>
      <p:sp>
        <p:nvSpPr>
          <p:cNvPr id="350" name="Google Shape;350;p39"/>
          <p:cNvSpPr txBox="1"/>
          <p:nvPr/>
        </p:nvSpPr>
        <p:spPr>
          <a:xfrm>
            <a:off x="4245535" y="1994224"/>
            <a:ext cx="675300" cy="248700"/>
          </a:xfrm>
          <a:prstGeom prst="rect">
            <a:avLst/>
          </a:prstGeom>
          <a:noFill/>
          <a:ln>
            <a:noFill/>
          </a:ln>
        </p:spPr>
        <p:txBody>
          <a:bodyPr anchorCtr="0" anchor="t" bIns="18275" lIns="27425" spcFirstLastPara="1" rIns="27425" wrap="square" tIns="18275">
            <a:spAutoFit/>
          </a:bodyPr>
          <a:lstStyle/>
          <a:p>
            <a:pPr indent="0" lvl="0" marL="0" marR="0" rtl="0" algn="ctr">
              <a:lnSpc>
                <a:spcPct val="86000"/>
              </a:lnSpc>
              <a:spcBef>
                <a:spcPts val="0"/>
              </a:spcBef>
              <a:spcAft>
                <a:spcPts val="0"/>
              </a:spcAft>
              <a:buNone/>
            </a:pPr>
            <a:r>
              <a:rPr b="0" i="0" lang="en-GB" sz="800" u="none" cap="none" strike="noStrike">
                <a:solidFill>
                  <a:srgbClr val="5A6B78"/>
                </a:solidFill>
                <a:latin typeface="Arial"/>
                <a:ea typeface="Arial"/>
                <a:cs typeface="Arial"/>
                <a:sym typeface="Arial"/>
              </a:rPr>
              <a:t>zarr</a:t>
            </a:r>
            <a:endParaRPr sz="800"/>
          </a:p>
          <a:p>
            <a:pPr indent="0" lvl="0" marL="0" marR="0" rtl="0" algn="ctr">
              <a:lnSpc>
                <a:spcPct val="86000"/>
              </a:lnSpc>
              <a:spcBef>
                <a:spcPts val="0"/>
              </a:spcBef>
              <a:spcAft>
                <a:spcPts val="0"/>
              </a:spcAft>
              <a:buNone/>
            </a:pPr>
            <a:r>
              <a:rPr b="0" i="0" lang="en-GB" sz="800" u="none" cap="none" strike="noStrike">
                <a:solidFill>
                  <a:srgbClr val="5A6B78"/>
                </a:solidFill>
                <a:latin typeface="Arial"/>
                <a:ea typeface="Arial"/>
                <a:cs typeface="Arial"/>
                <a:sym typeface="Arial"/>
              </a:rPr>
              <a:t>chunks</a:t>
            </a:r>
            <a:endParaRPr sz="800"/>
          </a:p>
        </p:txBody>
      </p:sp>
      <p:cxnSp>
        <p:nvCxnSpPr>
          <p:cNvPr id="351" name="Google Shape;351;p39"/>
          <p:cNvCxnSpPr/>
          <p:nvPr/>
        </p:nvCxnSpPr>
        <p:spPr>
          <a:xfrm>
            <a:off x="6711696" y="1956816"/>
            <a:ext cx="329100" cy="600"/>
          </a:xfrm>
          <a:prstGeom prst="bentConnector3">
            <a:avLst>
              <a:gd fmla="val 50000" name="adj1"/>
            </a:avLst>
          </a:prstGeom>
          <a:noFill/>
          <a:ln cap="flat" cmpd="sng" w="15875">
            <a:solidFill>
              <a:srgbClr val="2B2B2B"/>
            </a:solidFill>
            <a:prstDash val="solid"/>
            <a:round/>
            <a:headEnd len="sm" w="sm" type="none"/>
            <a:tailEnd len="med" w="med" type="triangle"/>
          </a:ln>
          <a:effectLst>
            <a:outerShdw blurRad="40000" rotWithShape="0" dir="5400000" dist="20000">
              <a:srgbClr val="000000">
                <a:alpha val="38039"/>
              </a:srgbClr>
            </a:outerShdw>
          </a:effectLst>
        </p:spPr>
      </p:cxnSp>
      <p:sp>
        <p:nvSpPr>
          <p:cNvPr id="352" name="Google Shape;352;p39"/>
          <p:cNvSpPr txBox="1"/>
          <p:nvPr/>
        </p:nvSpPr>
        <p:spPr>
          <a:xfrm>
            <a:off x="6638544" y="1993392"/>
            <a:ext cx="475488" cy="365760"/>
          </a:xfrm>
          <a:prstGeom prst="rect">
            <a:avLst/>
          </a:prstGeom>
          <a:noFill/>
          <a:ln>
            <a:noFill/>
          </a:ln>
        </p:spPr>
        <p:txBody>
          <a:bodyPr anchorCtr="0" anchor="t" bIns="18275" lIns="27425" spcFirstLastPara="1" rIns="27425" wrap="square" tIns="18275">
            <a:spAutoFit/>
          </a:bodyPr>
          <a:lstStyle/>
          <a:p>
            <a:pPr indent="0" lvl="0" marL="0" marR="0" rtl="0" algn="ctr">
              <a:lnSpc>
                <a:spcPct val="86000"/>
              </a:lnSpc>
              <a:spcBef>
                <a:spcPts val="0"/>
              </a:spcBef>
              <a:spcAft>
                <a:spcPts val="0"/>
              </a:spcAft>
              <a:buNone/>
            </a:pPr>
            <a:r>
              <a:rPr b="0" i="0" lang="en-GB" sz="660" u="none" cap="none" strike="noStrike">
                <a:solidFill>
                  <a:srgbClr val="5A6B78"/>
                </a:solidFill>
                <a:latin typeface="Arial"/>
                <a:ea typeface="Arial"/>
                <a:cs typeface="Arial"/>
                <a:sym typeface="Arial"/>
              </a:rPr>
              <a:t>JSON</a:t>
            </a:r>
            <a:endParaRPr/>
          </a:p>
          <a:p>
            <a:pPr indent="0" lvl="0" marL="0" marR="0" rtl="0" algn="ctr">
              <a:lnSpc>
                <a:spcPct val="86000"/>
              </a:lnSpc>
              <a:spcBef>
                <a:spcPts val="0"/>
              </a:spcBef>
              <a:spcAft>
                <a:spcPts val="0"/>
              </a:spcAft>
              <a:buNone/>
            </a:pPr>
            <a:r>
              <a:rPr b="0" i="0" lang="en-GB" sz="660" u="none" cap="none" strike="noStrike">
                <a:solidFill>
                  <a:srgbClr val="5A6B78"/>
                </a:solidFill>
                <a:latin typeface="Arial"/>
                <a:ea typeface="Arial"/>
                <a:cs typeface="Arial"/>
                <a:sym typeface="Arial"/>
              </a:rPr>
              <a:t>PNG</a:t>
            </a:r>
            <a:endParaRPr/>
          </a:p>
          <a:p>
            <a:pPr indent="0" lvl="0" marL="0" marR="0" rtl="0" algn="ctr">
              <a:lnSpc>
                <a:spcPct val="86000"/>
              </a:lnSpc>
              <a:spcBef>
                <a:spcPts val="0"/>
              </a:spcBef>
              <a:spcAft>
                <a:spcPts val="0"/>
              </a:spcAft>
              <a:buNone/>
            </a:pPr>
            <a:r>
              <a:rPr b="0" i="0" lang="en-GB" sz="660" u="none" cap="none" strike="noStrike">
                <a:solidFill>
                  <a:srgbClr val="5A6B78"/>
                </a:solidFill>
                <a:latin typeface="Arial"/>
                <a:ea typeface="Arial"/>
                <a:cs typeface="Arial"/>
                <a:sym typeface="Arial"/>
              </a:rPr>
              <a:t>NetCDF</a:t>
            </a:r>
            <a:endParaRPr/>
          </a:p>
        </p:txBody>
      </p:sp>
      <p:sp>
        <p:nvSpPr>
          <p:cNvPr id="353" name="Google Shape;353;p39"/>
          <p:cNvSpPr/>
          <p:nvPr/>
        </p:nvSpPr>
        <p:spPr>
          <a:xfrm>
            <a:off x="3432021" y="648136"/>
            <a:ext cx="1883700" cy="219600"/>
          </a:xfrm>
          <a:prstGeom prst="roundRect">
            <a:avLst>
              <a:gd fmla="val 28000" name="adj"/>
            </a:avLst>
          </a:prstGeom>
          <a:solidFill>
            <a:srgbClr val="1F4E79"/>
          </a:solidFill>
          <a:ln>
            <a:noFill/>
          </a:ln>
        </p:spPr>
        <p:txBody>
          <a:bodyPr anchorCtr="0" anchor="ctr" bIns="9125" lIns="36575" spcFirstLastPara="1" rIns="36575" wrap="square" tIns="9125">
            <a:noAutofit/>
          </a:bodyPr>
          <a:lstStyle/>
          <a:p>
            <a:pPr indent="0" lvl="0" marL="0" marR="0" rtl="0" algn="ctr">
              <a:lnSpc>
                <a:spcPct val="92000"/>
              </a:lnSpc>
              <a:spcBef>
                <a:spcPts val="0"/>
              </a:spcBef>
              <a:spcAft>
                <a:spcPts val="0"/>
              </a:spcAft>
              <a:buNone/>
            </a:pPr>
            <a:r>
              <a:rPr b="1" i="0" lang="en-GB" sz="800" u="none" cap="none" strike="noStrike">
                <a:solidFill>
                  <a:srgbClr val="FFFFFF"/>
                </a:solidFill>
                <a:latin typeface="Arial"/>
                <a:ea typeface="Arial"/>
                <a:cs typeface="Arial"/>
                <a:sym typeface="Arial"/>
              </a:rPr>
              <a:t>SYSTEM ARCHITECTURE</a:t>
            </a:r>
            <a:endParaRPr/>
          </a:p>
        </p:txBody>
      </p:sp>
      <p:sp>
        <p:nvSpPr>
          <p:cNvPr id="354" name="Google Shape;354;p39"/>
          <p:cNvSpPr/>
          <p:nvPr/>
        </p:nvSpPr>
        <p:spPr>
          <a:xfrm>
            <a:off x="173736" y="3236976"/>
            <a:ext cx="2304288" cy="566928"/>
          </a:xfrm>
          <a:prstGeom prst="roundRect">
            <a:avLst>
              <a:gd fmla="val 6000" name="adj"/>
            </a:avLst>
          </a:prstGeom>
          <a:solidFill>
            <a:srgbClr val="FFFFFF"/>
          </a:solidFill>
          <a:ln cap="flat" cmpd="sng" w="9525">
            <a:solidFill>
              <a:srgbClr val="11777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55" name="Google Shape;355;p39"/>
          <p:cNvSpPr/>
          <p:nvPr/>
        </p:nvSpPr>
        <p:spPr>
          <a:xfrm>
            <a:off x="173736" y="3236976"/>
            <a:ext cx="32004" cy="566928"/>
          </a:xfrm>
          <a:prstGeom prst="rect">
            <a:avLst/>
          </a:prstGeom>
          <a:solidFill>
            <a:srgbClr val="11777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56" name="Google Shape;356;p39"/>
          <p:cNvSpPr txBox="1"/>
          <p:nvPr/>
        </p:nvSpPr>
        <p:spPr>
          <a:xfrm>
            <a:off x="283464" y="3291840"/>
            <a:ext cx="2103000" cy="4206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850" u="none" cap="none" strike="noStrike">
                <a:solidFill>
                  <a:srgbClr val="11777A"/>
                </a:solidFill>
                <a:latin typeface="Arial"/>
                <a:ea typeface="Arial"/>
                <a:cs typeface="Arial"/>
                <a:sym typeface="Arial"/>
              </a:rPr>
              <a:t>VERIFICATION  ·  Class-4 method</a:t>
            </a:r>
            <a:r>
              <a:rPr sz="650" b="1" baseline="28000">
                <a:solidFill>
                  <a:srgbClr val="12688F"/>
                </a:solidFill>
                <a:latin typeface="Calibri"/>
                <a:hlinkClick r:id="rId35"/>
              </a:rPr>
              <a:t>[1]</a:t>
            </a:r>
            <a:r>
              <a:rPr sz="650">
                <a:latin typeface="Calibri"/>
              </a:rPr>
              <a:t> </a:t>
            </a:r>
            <a:endParaRPr b="1" i="0" sz="850" u="none" cap="none" strike="noStrike">
              <a:solidFill>
                <a:srgbClr val="11777A"/>
              </a:solidFill>
              <a:latin typeface="Arial"/>
              <a:ea typeface="Arial"/>
              <a:cs typeface="Arial"/>
              <a:sym typeface="Arial"/>
            </a:endParaRPr>
          </a:p>
          <a:p>
            <a:pPr indent="0" lvl="0" marL="0" marR="0" rtl="0" algn="l">
              <a:lnSpc>
                <a:spcPct val="92000"/>
              </a:lnSpc>
              <a:spcBef>
                <a:spcPts val="0"/>
              </a:spcBef>
              <a:spcAft>
                <a:spcPts val="0"/>
              </a:spcAft>
              <a:buNone/>
            </a:pPr>
            <a:r>
              <a:rPr/>
              <a:t/>
            </a:r>
            <a:endParaRPr b="1" sz="200">
              <a:solidFill>
                <a:srgbClr val="11777A"/>
              </a:solidFill>
            </a:endParaRPr>
          </a:p>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Interpolated to each cast's own position and depth. A level is refused, never guessed.</a:t>
            </a:r>
            <a:endParaRPr/>
          </a:p>
        </p:txBody>
      </p:sp>
      <p:sp>
        <p:nvSpPr>
          <p:cNvPr id="357" name="Google Shape;357;p39"/>
          <p:cNvSpPr/>
          <p:nvPr/>
        </p:nvSpPr>
        <p:spPr>
          <a:xfrm>
            <a:off x="2624328" y="3236976"/>
            <a:ext cx="3657600" cy="566928"/>
          </a:xfrm>
          <a:prstGeom prst="roundRect">
            <a:avLst>
              <a:gd fmla="val 6000" name="adj"/>
            </a:avLst>
          </a:prstGeom>
          <a:solidFill>
            <a:srgbClr val="FFFFFF"/>
          </a:solidFill>
          <a:ln cap="flat" cmpd="sng" w="12700">
            <a:solidFill>
              <a:srgbClr val="5A6B78"/>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58" name="Google Shape;358;p39"/>
          <p:cNvSpPr txBox="1"/>
          <p:nvPr/>
        </p:nvSpPr>
        <p:spPr>
          <a:xfrm>
            <a:off x="2734056" y="3291840"/>
            <a:ext cx="3456300" cy="4206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850" u="none" cap="none" strike="noStrike">
                <a:solidFill>
                  <a:srgbClr val="5A6B78"/>
                </a:solidFill>
              </a:rPr>
              <a:t>SAMUDRA SAHAYAK </a:t>
            </a:r>
            <a:r>
              <a:rPr b="1" i="0" lang="en-GB" sz="850" u="none" cap="none" strike="noStrike">
                <a:solidFill>
                  <a:srgbClr val="5A6B78"/>
                </a:solidFill>
                <a:latin typeface="Arial"/>
                <a:ea typeface="Arial"/>
                <a:cs typeface="Arial"/>
                <a:sym typeface="Arial"/>
              </a:rPr>
              <a:t> ·  agent plane, Bhashini voice</a:t>
            </a:r>
            <a:endParaRPr b="1" i="0" sz="850" u="none" cap="none" strike="noStrike">
              <a:solidFill>
                <a:srgbClr val="5A6B78"/>
              </a:solidFill>
              <a:latin typeface="Arial"/>
              <a:ea typeface="Arial"/>
              <a:cs typeface="Arial"/>
              <a:sym typeface="Arial"/>
            </a:endParaRPr>
          </a:p>
          <a:p>
            <a:pPr indent="0" lvl="0" marL="0" marR="0" rtl="0" algn="l">
              <a:lnSpc>
                <a:spcPct val="92000"/>
              </a:lnSpc>
              <a:spcBef>
                <a:spcPts val="0"/>
              </a:spcBef>
              <a:spcAft>
                <a:spcPts val="0"/>
              </a:spcAft>
              <a:buNone/>
            </a:pPr>
            <a:r>
              <a:rPr/>
              <a:t/>
            </a:r>
            <a:endParaRPr b="1" sz="200">
              <a:solidFill>
                <a:srgbClr val="5A6B78"/>
              </a:solidFill>
            </a:endParaRPr>
          </a:p>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Calls the same public API as any other client. Cut this one line and every </a:t>
            </a:r>
            <a:r>
              <a:rPr b="1" i="0" lang="en-GB" sz="800" u="none" cap="none" strike="noStrike">
                <a:solidFill>
                  <a:srgbClr val="5A6B78"/>
                </a:solidFill>
              </a:rPr>
              <a:t>P0</a:t>
            </a:r>
            <a:r>
              <a:rPr b="0" i="0" lang="en-GB" sz="800" u="none" cap="none" strike="noStrike">
                <a:solidFill>
                  <a:srgbClr val="5A6B78"/>
                </a:solidFill>
                <a:latin typeface="Arial"/>
                <a:ea typeface="Arial"/>
                <a:cs typeface="Arial"/>
                <a:sym typeface="Arial"/>
              </a:rPr>
              <a:t> requirement still passes.</a:t>
            </a:r>
            <a:endParaRPr/>
          </a:p>
        </p:txBody>
      </p:sp>
      <p:sp>
        <p:nvSpPr>
          <p:cNvPr id="359" name="Google Shape;359;p39"/>
          <p:cNvSpPr/>
          <p:nvPr/>
        </p:nvSpPr>
        <p:spPr>
          <a:xfrm>
            <a:off x="6446520" y="3236976"/>
            <a:ext cx="2523744" cy="566928"/>
          </a:xfrm>
          <a:prstGeom prst="roundRect">
            <a:avLst>
              <a:gd fmla="val 6000" name="adj"/>
            </a:avLst>
          </a:prstGeom>
          <a:solidFill>
            <a:srgbClr val="FFFFFF"/>
          </a:solidFill>
          <a:ln cap="flat" cmpd="sng" w="9525">
            <a:solidFill>
              <a:srgbClr val="C03A2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60" name="Google Shape;360;p39"/>
          <p:cNvSpPr/>
          <p:nvPr/>
        </p:nvSpPr>
        <p:spPr>
          <a:xfrm>
            <a:off x="6446520" y="3236976"/>
            <a:ext cx="32004" cy="566928"/>
          </a:xfrm>
          <a:prstGeom prst="rect">
            <a:avLst/>
          </a:prstGeom>
          <a:solidFill>
            <a:srgbClr val="C03A2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361" name="Google Shape;361;p39"/>
          <p:cNvSpPr txBox="1"/>
          <p:nvPr/>
        </p:nvSpPr>
        <p:spPr>
          <a:xfrm>
            <a:off x="6556248" y="3291840"/>
            <a:ext cx="2322600" cy="4206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850" u="none" cap="none" strike="noStrike">
                <a:solidFill>
                  <a:srgbClr val="C03A2B"/>
                </a:solidFill>
                <a:latin typeface="Arial"/>
                <a:ea typeface="Arial"/>
                <a:cs typeface="Arial"/>
                <a:sym typeface="Arial"/>
              </a:rPr>
              <a:t>ANY OGC CLIENT</a:t>
            </a:r>
            <a:r>
              <a:rPr sz="650" b="1" baseline="28000">
                <a:solidFill>
                  <a:srgbClr val="12688F"/>
                </a:solidFill>
                <a:latin typeface="Calibri"/>
                <a:hlinkClick r:id="rId33"/>
              </a:rPr>
              <a:t>[18]</a:t>
            </a:r>
            <a:r>
              <a:rPr sz="650" b="1" baseline="28000">
                <a:solidFill>
                  <a:srgbClr val="12688F"/>
                </a:solidFill>
                <a:latin typeface="Calibri"/>
                <a:hlinkClick r:id="rId34"/>
              </a:rPr>
              <a:t>[19]</a:t>
            </a:r>
            <a:r>
              <a:rPr sz="650">
                <a:latin typeface="Calibri"/>
              </a:rPr>
              <a:t> </a:t>
            </a:r>
            <a:endParaRPr b="1" i="0" sz="850" u="none" cap="none" strike="noStrike">
              <a:solidFill>
                <a:srgbClr val="C03A2B"/>
              </a:solidFill>
              <a:latin typeface="Arial"/>
              <a:ea typeface="Arial"/>
              <a:cs typeface="Arial"/>
              <a:sym typeface="Arial"/>
            </a:endParaRPr>
          </a:p>
          <a:p>
            <a:pPr indent="0" lvl="0" marL="0" marR="0" rtl="0" algn="l">
              <a:lnSpc>
                <a:spcPct val="92000"/>
              </a:lnSpc>
              <a:spcBef>
                <a:spcPts val="0"/>
              </a:spcBef>
              <a:spcAft>
                <a:spcPts val="0"/>
              </a:spcAft>
              <a:buNone/>
            </a:pPr>
            <a:r>
              <a:rPr/>
              <a:t/>
            </a:r>
            <a:endParaRPr b="1" sz="200">
              <a:solidFill>
                <a:srgbClr val="C03A2B"/>
              </a:solidFill>
            </a:endParaRPr>
          </a:p>
          <a:p>
            <a:pPr indent="0" lvl="0" marL="0" marR="0" rtl="0" algn="l">
              <a:lnSpc>
                <a:spcPct val="94000"/>
              </a:lnSpc>
              <a:spcBef>
                <a:spcPts val="0"/>
              </a:spcBef>
              <a:spcAft>
                <a:spcPts val="0"/>
              </a:spcAft>
              <a:buNone/>
            </a:pPr>
            <a:r>
              <a:rPr b="1" i="0" lang="en-GB" sz="800" u="none" cap="none" strike="noStrike">
                <a:solidFill>
                  <a:srgbClr val="5A6B78"/>
                </a:solidFill>
              </a:rPr>
              <a:t>WMS 1.3.0</a:t>
            </a:r>
            <a:r>
              <a:rPr b="0" i="0" lang="en-GB" sz="800" u="none" cap="none" strike="noStrike">
                <a:solidFill>
                  <a:srgbClr val="5A6B78"/>
                </a:solidFill>
                <a:latin typeface="Arial"/>
                <a:ea typeface="Arial"/>
                <a:cs typeface="Arial"/>
                <a:sym typeface="Arial"/>
              </a:rPr>
              <a:t> and </a:t>
            </a:r>
            <a:r>
              <a:rPr b="1" i="0" lang="en-GB" sz="800" u="none" cap="none" strike="noStrike">
                <a:solidFill>
                  <a:srgbClr val="5A6B78"/>
                </a:solidFill>
              </a:rPr>
              <a:t>WCS 1.0.0</a:t>
            </a:r>
            <a:r>
              <a:rPr b="0" i="0" lang="en-GB" sz="800" u="none" cap="none" strike="noStrike">
                <a:solidFill>
                  <a:srgbClr val="5A6B78"/>
                </a:solidFill>
                <a:latin typeface="Arial"/>
                <a:ea typeface="Arial"/>
                <a:cs typeface="Arial"/>
                <a:sym typeface="Arial"/>
              </a:rPr>
              <a:t>: an interoperable path into the desktop tools INCOIS already runs.</a:t>
            </a:r>
            <a:endParaRPr/>
          </a:p>
        </p:txBody>
      </p:sp>
      <p:sp>
        <p:nvSpPr>
          <p:cNvPr id="362" name="Google Shape;362;p39"/>
          <p:cNvSpPr txBox="1"/>
          <p:nvPr/>
        </p:nvSpPr>
        <p:spPr>
          <a:xfrm>
            <a:off x="2554345" y="2845127"/>
            <a:ext cx="17007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Parquet: 30,012 QC levels</a:t>
            </a:r>
            <a:endParaRPr/>
          </a:p>
        </p:txBody>
      </p:sp>
      <p:pic>
        <p:nvPicPr>
          <p:cNvPr id="363" name="Google Shape;363;p39"/>
          <p:cNvPicPr preferRelativeResize="0"/>
          <p:nvPr/>
        </p:nvPicPr>
        <p:blipFill>
          <a:blip r:embed="rId16">
            <a:alphaModFix/>
          </a:blip>
          <a:stretch>
            <a:fillRect/>
          </a:stretch>
        </p:blipFill>
        <p:spPr>
          <a:xfrm>
            <a:off x="1581363" y="1033387"/>
            <a:ext cx="386700" cy="386700"/>
          </a:xfrm>
          <a:prstGeom prst="rect">
            <a:avLst/>
          </a:prstGeom>
          <a:noFill/>
          <a:ln>
            <a:noFill/>
          </a:ln>
        </p:spPr>
      </p:pic>
      <p:pic>
        <p:nvPicPr>
          <p:cNvPr id="364" name="Google Shape;364;p39"/>
          <p:cNvPicPr preferRelativeResize="0"/>
          <p:nvPr/>
        </p:nvPicPr>
        <p:blipFill>
          <a:blip r:embed="rId17">
            <a:alphaModFix/>
          </a:blip>
          <a:stretch>
            <a:fillRect/>
          </a:stretch>
        </p:blipFill>
        <p:spPr>
          <a:xfrm>
            <a:off x="3862773" y="1020650"/>
            <a:ext cx="386700" cy="386700"/>
          </a:xfrm>
          <a:prstGeom prst="rect">
            <a:avLst/>
          </a:prstGeom>
          <a:noFill/>
          <a:ln>
            <a:noFill/>
          </a:ln>
        </p:spPr>
      </p:pic>
      <p:pic>
        <p:nvPicPr>
          <p:cNvPr id="365" name="Google Shape;365;p39"/>
          <p:cNvPicPr preferRelativeResize="0"/>
          <p:nvPr/>
        </p:nvPicPr>
        <p:blipFill>
          <a:blip r:embed="rId18">
            <a:alphaModFix/>
          </a:blip>
          <a:stretch>
            <a:fillRect/>
          </a:stretch>
        </p:blipFill>
        <p:spPr>
          <a:xfrm>
            <a:off x="6145062" y="1010627"/>
            <a:ext cx="386700" cy="386671"/>
          </a:xfrm>
          <a:prstGeom prst="rect">
            <a:avLst/>
          </a:prstGeom>
          <a:noFill/>
          <a:ln>
            <a:noFill/>
          </a:ln>
        </p:spPr>
      </p:pic>
      <p:pic>
        <p:nvPicPr>
          <p:cNvPr id="366" name="Google Shape;366;p39"/>
          <p:cNvPicPr preferRelativeResize="0"/>
          <p:nvPr/>
        </p:nvPicPr>
        <p:blipFill>
          <a:blip r:embed="rId19">
            <a:alphaModFix/>
          </a:blip>
          <a:stretch>
            <a:fillRect/>
          </a:stretch>
        </p:blipFill>
        <p:spPr>
          <a:xfrm>
            <a:off x="8507042" y="897929"/>
            <a:ext cx="386700" cy="383079"/>
          </a:xfrm>
          <a:prstGeom prst="rect">
            <a:avLst/>
          </a:prstGeom>
          <a:noFill/>
          <a:ln>
            <a:noFill/>
          </a:ln>
        </p:spPr>
      </p:pic>
      <p:cxnSp>
        <p:nvCxnSpPr>
          <p:cNvPr id="367" name="Google Shape;367;p39"/>
          <p:cNvCxnSpPr/>
          <p:nvPr/>
        </p:nvCxnSpPr>
        <p:spPr>
          <a:xfrm rot="-5400000">
            <a:off x="5245425" y="3084025"/>
            <a:ext cx="289500" cy="600"/>
          </a:xfrm>
          <a:prstGeom prst="bentConnector3">
            <a:avLst>
              <a:gd fmla="val 50000" name="adj1"/>
            </a:avLst>
          </a:prstGeom>
          <a:noFill/>
          <a:ln cap="flat" cmpd="sng" w="15875">
            <a:solidFill>
              <a:srgbClr val="0E7A5F"/>
            </a:solidFill>
            <a:prstDash val="solid"/>
            <a:round/>
            <a:headEnd len="sm" w="sm" type="none"/>
            <a:tailEnd len="med" w="med" type="triangle"/>
          </a:ln>
          <a:effectLst>
            <a:outerShdw blurRad="40000" rotWithShape="0" dir="5400000" dist="20000">
              <a:srgbClr val="000000">
                <a:alpha val="38040"/>
              </a:srgbClr>
            </a:outerShdw>
          </a:effectLst>
        </p:spPr>
      </p:cxnSp>
      <p:pic>
        <p:nvPicPr>
          <p:cNvPr id="368" name="Google Shape;368;p39"/>
          <p:cNvPicPr preferRelativeResize="0"/>
          <p:nvPr/>
        </p:nvPicPr>
        <p:blipFill>
          <a:blip r:embed="rId20">
            <a:alphaModFix/>
          </a:blip>
          <a:stretch>
            <a:fillRect/>
          </a:stretch>
        </p:blipFill>
        <p:spPr>
          <a:xfrm>
            <a:off x="1537549" y="1570075"/>
            <a:ext cx="307000" cy="307000"/>
          </a:xfrm>
          <a:prstGeom prst="rect">
            <a:avLst/>
          </a:prstGeom>
          <a:noFill/>
          <a:ln>
            <a:noFill/>
          </a:ln>
        </p:spPr>
      </p:pic>
      <p:pic>
        <p:nvPicPr>
          <p:cNvPr id="369" name="Google Shape;369;p39"/>
          <p:cNvPicPr preferRelativeResize="0"/>
          <p:nvPr/>
        </p:nvPicPr>
        <p:blipFill>
          <a:blip r:embed="rId21">
            <a:alphaModFix/>
          </a:blip>
          <a:stretch>
            <a:fillRect/>
          </a:stretch>
        </p:blipFill>
        <p:spPr>
          <a:xfrm>
            <a:off x="1524845" y="2002526"/>
            <a:ext cx="332400" cy="402350"/>
          </a:xfrm>
          <a:prstGeom prst="rect">
            <a:avLst/>
          </a:prstGeom>
          <a:noFill/>
          <a:ln>
            <a:noFill/>
          </a:ln>
        </p:spPr>
      </p:pic>
      <p:pic>
        <p:nvPicPr>
          <p:cNvPr id="370" name="Google Shape;370;p39"/>
          <p:cNvPicPr preferRelativeResize="0"/>
          <p:nvPr/>
        </p:nvPicPr>
        <p:blipFill>
          <a:blip r:embed="rId22">
            <a:alphaModFix/>
          </a:blip>
          <a:stretch>
            <a:fillRect/>
          </a:stretch>
        </p:blipFill>
        <p:spPr>
          <a:xfrm>
            <a:off x="6234305" y="1564139"/>
            <a:ext cx="332401" cy="311986"/>
          </a:xfrm>
          <a:prstGeom prst="rect">
            <a:avLst/>
          </a:prstGeom>
          <a:noFill/>
          <a:ln>
            <a:noFill/>
          </a:ln>
        </p:spPr>
      </p:pic>
      <p:pic>
        <p:nvPicPr>
          <p:cNvPr id="371" name="Google Shape;371;p39"/>
          <p:cNvPicPr preferRelativeResize="0"/>
          <p:nvPr/>
        </p:nvPicPr>
        <p:blipFill>
          <a:blip r:embed="rId23">
            <a:alphaModFix/>
          </a:blip>
          <a:stretch>
            <a:fillRect/>
          </a:stretch>
        </p:blipFill>
        <p:spPr>
          <a:xfrm>
            <a:off x="6253825" y="2035513"/>
            <a:ext cx="289500" cy="289500"/>
          </a:xfrm>
          <a:prstGeom prst="rect">
            <a:avLst/>
          </a:prstGeom>
          <a:noFill/>
          <a:ln>
            <a:noFill/>
          </a:ln>
        </p:spPr>
      </p:pic>
      <p:sp>
        <p:nvSpPr>
          <p:cNvPr id="373" name="Rectangle 372"/>
          <p:cNvSpPr/>
          <p:nvPr/>
        </p:nvSpPr>
        <p:spPr>
          <a:xfrm>
            <a:off x="8063261" y="3913632"/>
            <a:ext cx="575700" cy="185100"/>
          </a:xfrm>
          <a:prstGeom prst="rect">
            <a:avLst/>
          </a:prstGeom>
          <a:solidFill>
            <a:srgbClr val="E4ECF1"/>
          </a:solidFill>
          <a:ln w="9525">
            <a:solidFill>
              <a:srgbClr val="E4ECF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800" b="1" i="0">
                <a:solidFill>
                  <a:srgbClr val="0B2E4F"/>
                </a:solidFill>
                <a:latin typeface="Calibri"/>
              </a:rPr>
              <a:t>Three.js</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6" name="Shape 376"/>
        <p:cNvGrpSpPr/>
        <p:nvPr/>
      </p:nvGrpSpPr>
      <p:grpSpPr>
        <a:xfrm>
          <a:off x="0" y="0"/>
          <a:ext cx="0" cy="0"/>
          <a:chOff x="0" y="0"/>
          <a:chExt cx="0" cy="0"/>
        </a:xfrm>
      </p:grpSpPr>
      <p:sp>
        <p:nvSpPr>
          <p:cNvPr id="440" name="TextBox 439"/>
          <p:cNvSpPr txBox="1"/>
          <p:nvPr/>
        </p:nvSpPr>
        <p:spPr>
          <a:xfrm>
            <a:off x="45720" y="5074920"/>
            <a:ext cx="9052560" cy="45720"/>
          </a:xfrm>
          <a:prstGeom prst="rect">
            <a:avLst/>
          </a:prstGeom>
          <a:noFill/>
        </p:spPr>
        <p:txBody>
          <a:bodyPr wrap="square">
            <a:spAutoFit/>
          </a:bodyPr>
          <a:lstStyle/>
          <a:p>
            <a:r>
              <a:rPr sz="100">
                <a:solidFill>
                  <a:srgbClr val="FFFFFF"/>
                </a:solidFill>
              </a:rPr>
              <a:t>feasibility viability Web-based Scalable Architecture browser-native no client-side installs deployable on INCOIS infrastructure docker compose offline air-gapped commodity GPU server zero licence cost open source Customizable Colorbar Variable Controls colorbar editor palette min max log linear variable selector layer opacity vertical exaggeration slider depth navigation time scrubber level of detail automated tests Playwright pytest challenges risks mitigation</a:t>
            </a:r>
          </a:p>
        </p:txBody>
      </p:sp>
      <p:sp>
        <p:nvSpPr>
          <p:cNvPr id="378" name="Google Shape;378;p40"/>
          <p:cNvSpPr/>
          <p:nvPr/>
        </p:nvSpPr>
        <p:spPr>
          <a:xfrm>
            <a:off x="0" y="4869574"/>
            <a:ext cx="9144000" cy="273900"/>
          </a:xfrm>
          <a:prstGeom prst="rect">
            <a:avLst/>
          </a:prstGeom>
          <a:solidFill>
            <a:srgbClr val="0070C0"/>
          </a:solidFill>
          <a:ln>
            <a:noFill/>
          </a:ln>
          <a:effectLst>
            <a:outerShdw rotWithShape="0" dir="5400000" dist="23000">
              <a:srgbClr val="808080">
                <a:alpha val="34902"/>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400"/>
              <a:buFont typeface="Calibri"/>
              <a:buNone/>
            </a:pPr>
            <a:r>
              <a:rPr/>
              <a:t/>
            </a:r>
            <a:endParaRPr b="0" i="0" sz="1400" u="none" cap="none" strike="noStrike">
              <a:solidFill>
                <a:srgbClr val="953734"/>
              </a:solidFill>
              <a:latin typeface="Calibri"/>
              <a:ea typeface="Calibri"/>
              <a:cs typeface="Calibri"/>
              <a:sym typeface="Calibri"/>
            </a:endParaRPr>
          </a:p>
        </p:txBody>
      </p:sp>
      <p:sp>
        <p:nvSpPr>
          <p:cNvPr id="379" name="Google Shape;379;p40"/>
          <p:cNvSpPr txBox="1"/>
          <p:nvPr>
            <p:ph type="title"/>
          </p:nvPr>
        </p:nvSpPr>
        <p:spPr>
          <a:xfrm>
            <a:off x="1265974" y="94425"/>
            <a:ext cx="6069000" cy="630900"/>
          </a:xfrm>
          <a:prstGeom prst="rect">
            <a:avLst/>
          </a:prstGeom>
          <a:noFill/>
          <a:ln>
            <a:noFill/>
          </a:ln>
        </p:spPr>
        <p:txBody>
          <a:bodyPr anchorCtr="0" anchor="ctr" bIns="34275" lIns="68575" spcFirstLastPara="1" rIns="68575" wrap="square" tIns="34275">
            <a:noAutofit/>
          </a:bodyPr>
          <a:lstStyle/>
          <a:p>
            <a:pPr indent="0" lvl="0" marL="0" rtl="0" algn="l">
              <a:lnSpc>
                <a:spcPct val="100000"/>
              </a:lnSpc>
              <a:spcBef>
                <a:spcPts val="0"/>
              </a:spcBef>
              <a:spcAft>
                <a:spcPts val="0"/>
              </a:spcAft>
              <a:buSzPts val="1100"/>
              <a:buNone/>
            </a:pPr>
            <a:r>
              <a:rPr b="1" lang="en-GB" sz="2000">
                <a:solidFill>
                  <a:srgbClr val="0B2E4F"/>
                </a:solidFill>
                <a:latin typeface="Times New Roman"/>
                <a:ea typeface="Times New Roman"/>
                <a:cs typeface="Times New Roman"/>
                <a:sym typeface="Times New Roman"/>
              </a:rPr>
              <a:t>                     </a:t>
            </a:r>
            <a:r>
              <a:rPr b="1" i="0" lang="en-GB" sz="2000">
                <a:solidFill>
                  <a:srgbClr val="0B2E4F"/>
                </a:solidFill>
                <a:latin typeface="Times New Roman"/>
                <a:ea typeface="Times New Roman"/>
                <a:cs typeface="Times New Roman"/>
                <a:sym typeface="Times New Roman"/>
              </a:rPr>
              <a:t>FEASIBILITY AND VIABILITY</a:t>
            </a:r>
            <a:endParaRPr sz="1100"/>
          </a:p>
        </p:txBody>
      </p:sp>
      <p:sp>
        <p:nvSpPr>
          <p:cNvPr id="380" name="Google Shape;380;p40"/>
          <p:cNvSpPr txBox="1"/>
          <p:nvPr>
            <p:ph idx="12" type="sldNum"/>
          </p:nvPr>
        </p:nvSpPr>
        <p:spPr>
          <a:xfrm>
            <a:off x="6553200" y="4867528"/>
            <a:ext cx="2133600" cy="273900"/>
          </a:xfrm>
          <a:prstGeom prst="rect">
            <a:avLst/>
          </a:prstGeom>
          <a:noFill/>
          <a:ln>
            <a:noFill/>
          </a:ln>
        </p:spPr>
        <p:txBody>
          <a:bodyPr anchorCtr="0" anchor="ctr" bIns="34275" lIns="68575" spcFirstLastPara="1" rIns="68575" wrap="square" tIns="34275">
            <a:noAutofit/>
          </a:bodyPr>
          <a:lstStyle/>
          <a:p>
            <a:pPr indent="0" lvl="0" marL="0" marR="0" rtl="0" algn="r">
              <a:lnSpc>
                <a:spcPct val="100000"/>
              </a:lnSpc>
              <a:spcBef>
                <a:spcPts val="0"/>
              </a:spcBef>
              <a:spcAft>
                <a:spcPts val="0"/>
              </a:spcAft>
              <a:buClr>
                <a:srgbClr val="FFFFFF"/>
              </a:buClr>
              <a:buSzPts val="900"/>
              <a:buFont typeface="Oswald"/>
              <a:buNone/>
            </a:pPr>
            <a:fld id="{00000000-1234-1234-1234-123412341234}" type="slidenum">
              <a:rPr b="1" i="0" lang="en-GB" sz="900" u="none" cap="none" strike="noStrike">
                <a:solidFill>
                  <a:srgbClr val="FFFFFF"/>
                </a:solidFill>
                <a:latin typeface="Oswald"/>
                <a:ea typeface="Oswald"/>
                <a:cs typeface="Oswald"/>
                <a:sym typeface="Oswald"/>
              </a:rPr>
              <a:t>‹#›</a:t>
            </a:fld>
            <a:endParaRPr b="1" i="0" sz="900" u="none" cap="none" strike="noStrike">
              <a:solidFill>
                <a:srgbClr val="FFFFFF"/>
              </a:solidFill>
              <a:latin typeface="Oswald"/>
              <a:ea typeface="Oswald"/>
              <a:cs typeface="Oswald"/>
              <a:sym typeface="Oswald"/>
            </a:endParaRPr>
          </a:p>
        </p:txBody>
      </p:sp>
      <p:sp>
        <p:nvSpPr>
          <p:cNvPr id="381" name="Google Shape;381;p40"/>
          <p:cNvSpPr txBox="1"/>
          <p:nvPr>
            <p:ph idx="11" type="ftr"/>
          </p:nvPr>
        </p:nvSpPr>
        <p:spPr>
          <a:xfrm>
            <a:off x="3448950" y="4893232"/>
            <a:ext cx="2654100" cy="219600"/>
          </a:xfrm>
          <a:prstGeom prst="rect">
            <a:avLst/>
          </a:prstGeom>
          <a:no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FFFFFF"/>
              </a:buClr>
              <a:buSzPts val="800"/>
              <a:buFont typeface="Calibri"/>
              <a:buNone/>
            </a:pPr>
            <a:r>
              <a:rPr b="1" i="0" lang="en-GB" sz="700">
                <a:solidFill>
                  <a:srgbClr val="FFFFFF"/>
                </a:solidFill>
                <a:latin typeface="Calibri"/>
                <a:ea typeface="Calibri"/>
                <a:cs typeface="Calibri"/>
                <a:sym typeface="Calibri"/>
              </a:rPr>
              <a:t>SagarDrishti  ·  PS SIH26067  ·  @SIH Idea Submission</a:t>
            </a:r>
            <a:endParaRPr b="0" i="0" sz="1000" u="none" cap="none" strike="noStrike">
              <a:solidFill>
                <a:srgbClr val="FFFFFF"/>
              </a:solidFill>
              <a:latin typeface="Oswald"/>
              <a:ea typeface="Oswald"/>
              <a:cs typeface="Oswald"/>
              <a:sym typeface="Oswald"/>
            </a:endParaRPr>
          </a:p>
        </p:txBody>
      </p:sp>
      <p:pic>
        <p:nvPicPr>
          <p:cNvPr id="382" name="Google Shape;382;p40"/>
          <p:cNvPicPr preferRelativeResize="0"/>
          <p:nvPr/>
        </p:nvPicPr>
        <p:blipFill rotWithShape="1">
          <a:blip r:embed="rId3">
            <a:alphaModFix/>
          </a:blip>
          <a:srcRect b="0" l="0" r="0" t="0"/>
          <a:stretch/>
        </p:blipFill>
        <p:spPr>
          <a:xfrm>
            <a:off x="7335064" y="1125"/>
            <a:ext cx="1687388" cy="796752"/>
          </a:xfrm>
          <a:prstGeom prst="rect">
            <a:avLst/>
          </a:prstGeom>
          <a:noFill/>
          <a:ln>
            <a:noFill/>
          </a:ln>
        </p:spPr>
      </p:pic>
      <p:sp>
        <p:nvSpPr>
          <p:cNvPr id="383" name="Google Shape;383;p40"/>
          <p:cNvSpPr/>
          <p:nvPr/>
        </p:nvSpPr>
        <p:spPr>
          <a:xfrm>
            <a:off x="178308" y="840366"/>
            <a:ext cx="8785200" cy="795600"/>
          </a:xfrm>
          <a:prstGeom prst="rect">
            <a:avLst/>
          </a:prstGeom>
          <a:solidFill>
            <a:srgbClr val="0070C0"/>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384" name="Google Shape;384;p40"/>
          <p:cNvSpPr txBox="1"/>
          <p:nvPr/>
        </p:nvSpPr>
        <p:spPr>
          <a:xfrm>
            <a:off x="274325" y="867624"/>
            <a:ext cx="76566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GB" sz="1000" u="none" cap="none" strike="noStrike">
                <a:solidFill>
                  <a:srgbClr val="FFFFFF"/>
                </a:solidFill>
                <a:latin typeface="Calibri"/>
                <a:ea typeface="Calibri"/>
                <a:cs typeface="Calibri"/>
                <a:sym typeface="Calibri"/>
              </a:rPr>
              <a:t>FEASIBILITY IS NOT A FORECAST HERE. THE SYSTEM ALREADY RUNS. EVERY FIGURE BELOW WAS MEASURED, NOT ESTIMATED</a:t>
            </a:r>
            <a:endParaRPr b="0" i="0" sz="1400" u="none" cap="none" strike="noStrike">
              <a:solidFill>
                <a:srgbClr val="000000"/>
              </a:solidFill>
              <a:latin typeface="Arial"/>
              <a:ea typeface="Arial"/>
              <a:cs typeface="Arial"/>
              <a:sym typeface="Arial"/>
            </a:endParaRPr>
          </a:p>
        </p:txBody>
      </p:sp>
      <p:sp>
        <p:nvSpPr>
          <p:cNvPr id="385" name="Google Shape;385;p40"/>
          <p:cNvSpPr txBox="1"/>
          <p:nvPr/>
        </p:nvSpPr>
        <p:spPr>
          <a:xfrm>
            <a:off x="274320" y="1100970"/>
            <a:ext cx="1374900" cy="434100"/>
          </a:xfrm>
          <a:prstGeom prst="rect">
            <a:avLst/>
          </a:prstGeom>
          <a:noFill/>
          <a:ln>
            <a:noFill/>
          </a:ln>
        </p:spPr>
        <p:txBody>
          <a:bodyPr anchorCtr="0" anchor="t" bIns="0" lIns="0" spcFirstLastPara="1" rIns="0" wrap="square" tIns="0">
            <a:spAutoFit/>
          </a:bodyPr>
          <a:lstStyle/>
          <a:p>
            <a:pPr indent="0" lvl="0" marL="0" marR="0" rtl="0" algn="ctr">
              <a:lnSpc>
                <a:spcPct val="92000"/>
              </a:lnSpc>
              <a:spcBef>
                <a:spcPts val="0"/>
              </a:spcBef>
              <a:spcAft>
                <a:spcPts val="0"/>
              </a:spcAft>
              <a:buClr>
                <a:srgbClr val="000000"/>
              </a:buClr>
              <a:buSzPts val="1500"/>
              <a:buFont typeface="Arial"/>
              <a:buNone/>
            </a:pPr>
            <a:r>
              <a:rPr b="1" i="0" lang="en-GB" sz="1500" u="none" cap="none" strike="noStrike">
                <a:solidFill>
                  <a:schemeClr val="lt1"/>
                </a:solidFill>
                <a:latin typeface="Calibri"/>
                <a:ea typeface="Calibri"/>
                <a:cs typeface="Calibri"/>
                <a:sym typeface="Calibri"/>
              </a:rPr>
              <a:t>607</a:t>
            </a:r>
            <a:endParaRPr b="0" i="0" sz="1300" u="none" cap="none" strike="noStrike">
              <a:solidFill>
                <a:schemeClr val="lt1"/>
              </a:solidFill>
              <a:latin typeface="Arial"/>
              <a:ea typeface="Arial"/>
              <a:cs typeface="Arial"/>
              <a:sym typeface="Arial"/>
            </a:endParaRPr>
          </a:p>
          <a:p>
            <a:pPr indent="0" lvl="0" marL="0" marR="0" rtl="0" algn="ctr">
              <a:lnSpc>
                <a:spcPct val="90000"/>
              </a:lnSpc>
              <a:spcBef>
                <a:spcPts val="0"/>
              </a:spcBef>
              <a:spcAft>
                <a:spcPts val="0"/>
              </a:spcAft>
              <a:buClr>
                <a:srgbClr val="000000"/>
              </a:buClr>
              <a:buSzPts val="800"/>
              <a:buFont typeface="Arial"/>
              <a:buNone/>
            </a:pPr>
            <a:r>
              <a:rPr b="0" i="0" lang="en-GB" sz="800" u="none" cap="none" strike="noStrike">
                <a:solidFill>
                  <a:schemeClr val="lt1"/>
                </a:solidFill>
                <a:latin typeface="Calibri"/>
                <a:ea typeface="Calibri"/>
                <a:cs typeface="Calibri"/>
                <a:sym typeface="Calibri"/>
              </a:rPr>
              <a:t>automated tests, 12 in a browser</a:t>
            </a:r>
            <a:br>
              <a:rPr b="0" i="0" lang="en-GB" sz="800" u="none" cap="none" strike="noStrike">
                <a:solidFill>
                  <a:schemeClr val="lt1"/>
                </a:solidFill>
                <a:latin typeface="Calibri"/>
                <a:ea typeface="Calibri"/>
                <a:cs typeface="Calibri"/>
                <a:sym typeface="Calibri"/>
              </a:rPr>
            </a:br>
            <a:endParaRPr b="0" i="0" sz="1300" u="none" cap="none" strike="noStrike">
              <a:solidFill>
                <a:schemeClr val="lt1"/>
              </a:solidFill>
              <a:latin typeface="Arial"/>
              <a:ea typeface="Arial"/>
              <a:cs typeface="Arial"/>
              <a:sym typeface="Arial"/>
            </a:endParaRPr>
          </a:p>
        </p:txBody>
      </p:sp>
      <p:sp>
        <p:nvSpPr>
          <p:cNvPr id="386" name="Google Shape;386;p40"/>
          <p:cNvSpPr txBox="1"/>
          <p:nvPr/>
        </p:nvSpPr>
        <p:spPr>
          <a:xfrm>
            <a:off x="1717929" y="1100970"/>
            <a:ext cx="1374900" cy="434100"/>
          </a:xfrm>
          <a:prstGeom prst="rect">
            <a:avLst/>
          </a:prstGeom>
          <a:noFill/>
          <a:ln>
            <a:noFill/>
          </a:ln>
        </p:spPr>
        <p:txBody>
          <a:bodyPr anchorCtr="0" anchor="t" bIns="0" lIns="0" spcFirstLastPara="1" rIns="0" wrap="square" tIns="0">
            <a:spAutoFit/>
          </a:bodyPr>
          <a:lstStyle/>
          <a:p>
            <a:pPr indent="0" lvl="0" marL="0" marR="0" rtl="0" algn="ctr">
              <a:lnSpc>
                <a:spcPct val="92000"/>
              </a:lnSpc>
              <a:spcBef>
                <a:spcPts val="0"/>
              </a:spcBef>
              <a:spcAft>
                <a:spcPts val="0"/>
              </a:spcAft>
              <a:buClr>
                <a:srgbClr val="000000"/>
              </a:buClr>
              <a:buSzPts val="1500"/>
              <a:buFont typeface="Arial"/>
              <a:buNone/>
            </a:pPr>
            <a:r>
              <a:rPr b="1" i="0" lang="en-GB" sz="1500" u="none" cap="none" strike="noStrike">
                <a:solidFill>
                  <a:schemeClr val="lt1"/>
                </a:solidFill>
                <a:latin typeface="Calibri"/>
                <a:ea typeface="Calibri"/>
                <a:cs typeface="Calibri"/>
                <a:sym typeface="Calibri"/>
              </a:rPr>
              <a:t>51 fps</a:t>
            </a:r>
            <a:endParaRPr b="0" i="0" sz="1300" u="none" cap="none" strike="noStrike">
              <a:solidFill>
                <a:schemeClr val="lt1"/>
              </a:solidFill>
              <a:latin typeface="Arial"/>
              <a:ea typeface="Arial"/>
              <a:cs typeface="Arial"/>
              <a:sym typeface="Arial"/>
            </a:endParaRPr>
          </a:p>
          <a:p>
            <a:pPr indent="0" lvl="0" marL="0" marR="0" rtl="0" algn="ctr">
              <a:lnSpc>
                <a:spcPct val="90000"/>
              </a:lnSpc>
              <a:spcBef>
                <a:spcPts val="0"/>
              </a:spcBef>
              <a:spcAft>
                <a:spcPts val="0"/>
              </a:spcAft>
              <a:buClr>
                <a:srgbClr val="000000"/>
              </a:buClr>
              <a:buSzPts val="800"/>
              <a:buFont typeface="Arial"/>
              <a:buNone/>
            </a:pPr>
            <a:r>
              <a:rPr b="0" i="0" lang="en-GB" sz="800" u="none" cap="none" strike="noStrike">
                <a:solidFill>
                  <a:schemeClr val="lt1"/>
                </a:solidFill>
                <a:latin typeface="Calibri"/>
                <a:ea typeface="Calibri"/>
                <a:cs typeface="Calibri"/>
                <a:sym typeface="Calibri"/>
              </a:rPr>
              <a:t>at 1080p on integrated graphics</a:t>
            </a:r>
            <a:br>
              <a:rPr b="0" i="0" lang="en-GB" sz="800" u="none" cap="none" strike="noStrike">
                <a:solidFill>
                  <a:schemeClr val="lt1"/>
                </a:solidFill>
                <a:latin typeface="Calibri"/>
                <a:ea typeface="Calibri"/>
                <a:cs typeface="Calibri"/>
                <a:sym typeface="Calibri"/>
              </a:rPr>
            </a:br>
            <a:endParaRPr b="0" i="0" sz="1300" u="none" cap="none" strike="noStrike">
              <a:solidFill>
                <a:schemeClr val="lt1"/>
              </a:solidFill>
              <a:latin typeface="Arial"/>
              <a:ea typeface="Arial"/>
              <a:cs typeface="Arial"/>
              <a:sym typeface="Arial"/>
            </a:endParaRPr>
          </a:p>
        </p:txBody>
      </p:sp>
      <p:sp>
        <p:nvSpPr>
          <p:cNvPr id="387" name="Google Shape;387;p40"/>
          <p:cNvSpPr txBox="1"/>
          <p:nvPr/>
        </p:nvSpPr>
        <p:spPr>
          <a:xfrm>
            <a:off x="3161538" y="1100970"/>
            <a:ext cx="1374900" cy="434100"/>
          </a:xfrm>
          <a:prstGeom prst="rect">
            <a:avLst/>
          </a:prstGeom>
          <a:noFill/>
          <a:ln>
            <a:noFill/>
          </a:ln>
        </p:spPr>
        <p:txBody>
          <a:bodyPr anchorCtr="0" anchor="t" bIns="0" lIns="0" spcFirstLastPara="1" rIns="0" wrap="square" tIns="0">
            <a:spAutoFit/>
          </a:bodyPr>
          <a:lstStyle/>
          <a:p>
            <a:pPr indent="0" lvl="0" marL="0" marR="0" rtl="0" algn="ctr">
              <a:lnSpc>
                <a:spcPct val="92000"/>
              </a:lnSpc>
              <a:spcBef>
                <a:spcPts val="0"/>
              </a:spcBef>
              <a:spcAft>
                <a:spcPts val="0"/>
              </a:spcAft>
              <a:buClr>
                <a:srgbClr val="000000"/>
              </a:buClr>
              <a:buSzPts val="1500"/>
              <a:buFont typeface="Arial"/>
              <a:buNone/>
            </a:pPr>
            <a:r>
              <a:rPr b="1" i="0" lang="en-GB" sz="1500" u="none" cap="none" strike="noStrike">
                <a:solidFill>
                  <a:schemeClr val="lt1"/>
                </a:solidFill>
                <a:latin typeface="Calibri"/>
                <a:ea typeface="Calibri"/>
                <a:cs typeface="Calibri"/>
                <a:sym typeface="Calibri"/>
              </a:rPr>
              <a:t>0</a:t>
            </a:r>
            <a:endParaRPr b="0" i="0" sz="1300" u="none" cap="none" strike="noStrike">
              <a:solidFill>
                <a:schemeClr val="lt1"/>
              </a:solidFill>
              <a:latin typeface="Arial"/>
              <a:ea typeface="Arial"/>
              <a:cs typeface="Arial"/>
              <a:sym typeface="Arial"/>
            </a:endParaRPr>
          </a:p>
          <a:p>
            <a:pPr indent="0" lvl="0" marL="0" marR="0" rtl="0" algn="ctr">
              <a:lnSpc>
                <a:spcPct val="90000"/>
              </a:lnSpc>
              <a:spcBef>
                <a:spcPts val="0"/>
              </a:spcBef>
              <a:spcAft>
                <a:spcPts val="0"/>
              </a:spcAft>
              <a:buClr>
                <a:srgbClr val="000000"/>
              </a:buClr>
              <a:buSzPts val="800"/>
              <a:buFont typeface="Arial"/>
              <a:buNone/>
            </a:pPr>
            <a:r>
              <a:rPr b="0" i="0" lang="en-GB" sz="800" u="none" cap="none" strike="noStrike">
                <a:solidFill>
                  <a:schemeClr val="lt1"/>
                </a:solidFill>
                <a:latin typeface="Calibri"/>
                <a:ea typeface="Calibri"/>
                <a:cs typeface="Calibri"/>
                <a:sym typeface="Calibri"/>
              </a:rPr>
              <a:t>requests leave the machine</a:t>
            </a:r>
            <a:br>
              <a:rPr b="0" i="0" lang="en-GB" sz="800" u="none" cap="none" strike="noStrike">
                <a:solidFill>
                  <a:schemeClr val="lt1"/>
                </a:solidFill>
                <a:latin typeface="Calibri"/>
                <a:ea typeface="Calibri"/>
                <a:cs typeface="Calibri"/>
                <a:sym typeface="Calibri"/>
              </a:rPr>
            </a:br>
            <a:endParaRPr b="0" i="0" sz="1300" u="none" cap="none" strike="noStrike">
              <a:solidFill>
                <a:schemeClr val="lt1"/>
              </a:solidFill>
              <a:latin typeface="Arial"/>
              <a:ea typeface="Arial"/>
              <a:cs typeface="Arial"/>
              <a:sym typeface="Arial"/>
            </a:endParaRPr>
          </a:p>
        </p:txBody>
      </p:sp>
      <p:sp>
        <p:nvSpPr>
          <p:cNvPr id="388" name="Google Shape;388;p40"/>
          <p:cNvSpPr txBox="1"/>
          <p:nvPr/>
        </p:nvSpPr>
        <p:spPr>
          <a:xfrm>
            <a:off x="4605147" y="1100970"/>
            <a:ext cx="1374900" cy="434100"/>
          </a:xfrm>
          <a:prstGeom prst="rect">
            <a:avLst/>
          </a:prstGeom>
          <a:noFill/>
          <a:ln>
            <a:noFill/>
          </a:ln>
        </p:spPr>
        <p:txBody>
          <a:bodyPr anchorCtr="0" anchor="t" bIns="0" lIns="0" spcFirstLastPara="1" rIns="0" wrap="square" tIns="0">
            <a:spAutoFit/>
          </a:bodyPr>
          <a:lstStyle/>
          <a:p>
            <a:pPr indent="0" lvl="0" marL="0" marR="0" rtl="0" algn="ctr">
              <a:lnSpc>
                <a:spcPct val="92000"/>
              </a:lnSpc>
              <a:spcBef>
                <a:spcPts val="0"/>
              </a:spcBef>
              <a:spcAft>
                <a:spcPts val="0"/>
              </a:spcAft>
              <a:buClr>
                <a:srgbClr val="000000"/>
              </a:buClr>
              <a:buSzPts val="1500"/>
              <a:buFont typeface="Arial"/>
              <a:buNone/>
            </a:pPr>
            <a:r>
              <a:rPr b="1" i="0" lang="en-GB" sz="1500" u="none" cap="none" strike="noStrike">
                <a:solidFill>
                  <a:schemeClr val="lt1"/>
                </a:solidFill>
                <a:latin typeface="Calibri"/>
                <a:ea typeface="Calibri"/>
                <a:cs typeface="Calibri"/>
                <a:sym typeface="Calibri"/>
              </a:rPr>
              <a:t>10.5 M</a:t>
            </a:r>
            <a:endParaRPr b="0" i="0" sz="1300" u="none" cap="none" strike="noStrike">
              <a:solidFill>
                <a:schemeClr val="lt1"/>
              </a:solidFill>
              <a:latin typeface="Arial"/>
              <a:ea typeface="Arial"/>
              <a:cs typeface="Arial"/>
              <a:sym typeface="Arial"/>
            </a:endParaRPr>
          </a:p>
          <a:p>
            <a:pPr indent="0" lvl="0" marL="0" marR="0" rtl="0" algn="ctr">
              <a:lnSpc>
                <a:spcPct val="90000"/>
              </a:lnSpc>
              <a:spcBef>
                <a:spcPts val="0"/>
              </a:spcBef>
              <a:spcAft>
                <a:spcPts val="0"/>
              </a:spcAft>
              <a:buClr>
                <a:srgbClr val="000000"/>
              </a:buClr>
              <a:buSzPts val="800"/>
              <a:buFont typeface="Arial"/>
              <a:buNone/>
            </a:pPr>
            <a:r>
              <a:rPr b="0" i="0" lang="en-GB" sz="800" u="none" cap="none" strike="noStrike">
                <a:solidFill>
                  <a:schemeClr val="lt1"/>
                </a:solidFill>
                <a:latin typeface="Calibri"/>
                <a:ea typeface="Calibri"/>
                <a:cs typeface="Calibri"/>
                <a:sym typeface="Calibri"/>
              </a:rPr>
              <a:t>gridded values, two agencies</a:t>
            </a:r>
            <a:br>
              <a:rPr b="0" i="0" lang="en-GB" sz="800" u="none" cap="none" strike="noStrike">
                <a:solidFill>
                  <a:schemeClr val="lt1"/>
                </a:solidFill>
                <a:latin typeface="Calibri"/>
                <a:ea typeface="Calibri"/>
                <a:cs typeface="Calibri"/>
                <a:sym typeface="Calibri"/>
              </a:rPr>
            </a:br>
            <a:endParaRPr b="0" i="0" sz="1300" u="none" cap="none" strike="noStrike">
              <a:solidFill>
                <a:schemeClr val="lt1"/>
              </a:solidFill>
              <a:latin typeface="Arial"/>
              <a:ea typeface="Arial"/>
              <a:cs typeface="Arial"/>
              <a:sym typeface="Arial"/>
            </a:endParaRPr>
          </a:p>
        </p:txBody>
      </p:sp>
      <p:sp>
        <p:nvSpPr>
          <p:cNvPr id="389" name="Google Shape;389;p40"/>
          <p:cNvSpPr txBox="1"/>
          <p:nvPr/>
        </p:nvSpPr>
        <p:spPr>
          <a:xfrm>
            <a:off x="6048756" y="1100970"/>
            <a:ext cx="1374900" cy="434100"/>
          </a:xfrm>
          <a:prstGeom prst="rect">
            <a:avLst/>
          </a:prstGeom>
          <a:noFill/>
          <a:ln>
            <a:noFill/>
          </a:ln>
        </p:spPr>
        <p:txBody>
          <a:bodyPr anchorCtr="0" anchor="t" bIns="0" lIns="0" spcFirstLastPara="1" rIns="0" wrap="square" tIns="0">
            <a:spAutoFit/>
          </a:bodyPr>
          <a:lstStyle/>
          <a:p>
            <a:pPr indent="0" lvl="0" marL="0" marR="0" rtl="0" algn="ctr">
              <a:lnSpc>
                <a:spcPct val="92000"/>
              </a:lnSpc>
              <a:spcBef>
                <a:spcPts val="0"/>
              </a:spcBef>
              <a:spcAft>
                <a:spcPts val="0"/>
              </a:spcAft>
              <a:buClr>
                <a:srgbClr val="000000"/>
              </a:buClr>
              <a:buSzPts val="1500"/>
              <a:buFont typeface="Arial"/>
              <a:buNone/>
            </a:pPr>
            <a:r>
              <a:rPr b="1" i="0" lang="en-GB" sz="1500" u="none" cap="none" strike="noStrike">
                <a:solidFill>
                  <a:schemeClr val="lt1"/>
                </a:solidFill>
                <a:latin typeface="Calibri"/>
                <a:ea typeface="Calibri"/>
                <a:cs typeface="Calibri"/>
                <a:sym typeface="Calibri"/>
              </a:rPr>
              <a:t>30,012</a:t>
            </a:r>
            <a:endParaRPr b="0" i="0" sz="1300" u="none" cap="none" strike="noStrike">
              <a:solidFill>
                <a:schemeClr val="lt1"/>
              </a:solidFill>
              <a:latin typeface="Arial"/>
              <a:ea typeface="Arial"/>
              <a:cs typeface="Arial"/>
              <a:sym typeface="Arial"/>
            </a:endParaRPr>
          </a:p>
          <a:p>
            <a:pPr indent="0" lvl="0" marL="0" marR="0" rtl="0" algn="ctr">
              <a:lnSpc>
                <a:spcPct val="90000"/>
              </a:lnSpc>
              <a:spcBef>
                <a:spcPts val="0"/>
              </a:spcBef>
              <a:spcAft>
                <a:spcPts val="0"/>
              </a:spcAft>
              <a:buClr>
                <a:srgbClr val="000000"/>
              </a:buClr>
              <a:buSzPts val="800"/>
              <a:buFont typeface="Arial"/>
              <a:buNone/>
            </a:pPr>
            <a:r>
              <a:rPr b="0" i="0" lang="en-GB" sz="800" u="none" cap="none" strike="noStrike">
                <a:solidFill>
                  <a:schemeClr val="lt1"/>
                </a:solidFill>
                <a:latin typeface="Calibri"/>
                <a:ea typeface="Calibri"/>
                <a:cs typeface="Calibri"/>
                <a:sym typeface="Calibri"/>
              </a:rPr>
              <a:t>QC-passed levels, 19 instruments</a:t>
            </a:r>
            <a:br>
              <a:rPr b="0" i="0" lang="en-GB" sz="800" u="none" cap="none" strike="noStrike">
                <a:solidFill>
                  <a:schemeClr val="lt1"/>
                </a:solidFill>
                <a:latin typeface="Calibri"/>
                <a:ea typeface="Calibri"/>
                <a:cs typeface="Calibri"/>
                <a:sym typeface="Calibri"/>
              </a:rPr>
            </a:br>
            <a:endParaRPr b="0" i="0" sz="1300" u="none" cap="none" strike="noStrike">
              <a:solidFill>
                <a:schemeClr val="lt1"/>
              </a:solidFill>
              <a:latin typeface="Arial"/>
              <a:ea typeface="Arial"/>
              <a:cs typeface="Arial"/>
              <a:sym typeface="Arial"/>
            </a:endParaRPr>
          </a:p>
        </p:txBody>
      </p:sp>
      <p:sp>
        <p:nvSpPr>
          <p:cNvPr id="390" name="Google Shape;390;p40"/>
          <p:cNvSpPr txBox="1"/>
          <p:nvPr/>
        </p:nvSpPr>
        <p:spPr>
          <a:xfrm>
            <a:off x="7492365" y="1100970"/>
            <a:ext cx="1374900" cy="434100"/>
          </a:xfrm>
          <a:prstGeom prst="rect">
            <a:avLst/>
          </a:prstGeom>
          <a:noFill/>
          <a:ln>
            <a:noFill/>
          </a:ln>
        </p:spPr>
        <p:txBody>
          <a:bodyPr anchorCtr="0" anchor="t" bIns="0" lIns="0" spcFirstLastPara="1" rIns="0" wrap="square" tIns="0">
            <a:spAutoFit/>
          </a:bodyPr>
          <a:lstStyle/>
          <a:p>
            <a:pPr indent="0" lvl="0" marL="0" marR="0" rtl="0" algn="ctr">
              <a:lnSpc>
                <a:spcPct val="92000"/>
              </a:lnSpc>
              <a:spcBef>
                <a:spcPts val="0"/>
              </a:spcBef>
              <a:spcAft>
                <a:spcPts val="0"/>
              </a:spcAft>
              <a:buClr>
                <a:srgbClr val="000000"/>
              </a:buClr>
              <a:buSzPts val="1500"/>
              <a:buFont typeface="Arial"/>
              <a:buNone/>
            </a:pPr>
            <a:r>
              <a:rPr b="1" i="0" lang="en-GB" sz="1500" u="none" cap="none" strike="noStrike">
                <a:solidFill>
                  <a:schemeClr val="lt1"/>
                </a:solidFill>
                <a:latin typeface="Calibri"/>
                <a:ea typeface="Calibri"/>
                <a:cs typeface="Calibri"/>
                <a:sym typeface="Calibri"/>
              </a:rPr>
              <a:t>12</a:t>
            </a:r>
            <a:endParaRPr b="0" i="0" sz="1300" u="none" cap="none" strike="noStrike">
              <a:solidFill>
                <a:schemeClr val="lt1"/>
              </a:solidFill>
              <a:latin typeface="Arial"/>
              <a:ea typeface="Arial"/>
              <a:cs typeface="Arial"/>
              <a:sym typeface="Arial"/>
            </a:endParaRPr>
          </a:p>
          <a:p>
            <a:pPr indent="0" lvl="0" marL="0" marR="0" rtl="0" algn="ctr">
              <a:lnSpc>
                <a:spcPct val="90000"/>
              </a:lnSpc>
              <a:spcBef>
                <a:spcPts val="0"/>
              </a:spcBef>
              <a:spcAft>
                <a:spcPts val="0"/>
              </a:spcAft>
              <a:buClr>
                <a:srgbClr val="000000"/>
              </a:buClr>
              <a:buSzPts val="800"/>
              <a:buFont typeface="Arial"/>
              <a:buNone/>
            </a:pPr>
            <a:r>
              <a:rPr b="0" i="0" lang="en-GB" sz="800" u="none" cap="none" strike="noStrike">
                <a:solidFill>
                  <a:schemeClr val="lt1"/>
                </a:solidFill>
                <a:latin typeface="Calibri"/>
                <a:ea typeface="Calibri"/>
                <a:cs typeface="Calibri"/>
                <a:sym typeface="Calibri"/>
              </a:rPr>
              <a:t>ocean parameters, 3 by plugins</a:t>
            </a:r>
            <a:br>
              <a:rPr b="0" i="0" lang="en-GB" sz="800" u="none" cap="none" strike="noStrike">
                <a:solidFill>
                  <a:schemeClr val="lt1"/>
                </a:solidFill>
                <a:latin typeface="Calibri"/>
                <a:ea typeface="Calibri"/>
                <a:cs typeface="Calibri"/>
                <a:sym typeface="Calibri"/>
              </a:rPr>
            </a:br>
            <a:endParaRPr b="0" i="0" sz="1300" u="none" cap="none" strike="noStrike">
              <a:solidFill>
                <a:schemeClr val="lt1"/>
              </a:solidFill>
              <a:latin typeface="Arial"/>
              <a:ea typeface="Arial"/>
              <a:cs typeface="Arial"/>
              <a:sym typeface="Arial"/>
            </a:endParaRPr>
          </a:p>
        </p:txBody>
      </p:sp>
      <p:sp>
        <p:nvSpPr>
          <p:cNvPr id="391" name="Google Shape;391;p40"/>
          <p:cNvSpPr/>
          <p:nvPr/>
        </p:nvSpPr>
        <p:spPr>
          <a:xfrm>
            <a:off x="178300" y="1741925"/>
            <a:ext cx="2818500" cy="22080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392" name="Google Shape;392;p40"/>
          <p:cNvSpPr/>
          <p:nvPr/>
        </p:nvSpPr>
        <p:spPr>
          <a:xfrm>
            <a:off x="178308" y="1741932"/>
            <a:ext cx="2818500" cy="219600"/>
          </a:xfrm>
          <a:prstGeom prst="rect">
            <a:avLst/>
          </a:prstGeom>
          <a:solidFill>
            <a:srgbClr val="0E8C9A"/>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393" name="Google Shape;393;p40"/>
          <p:cNvSpPr txBox="1"/>
          <p:nvPr/>
        </p:nvSpPr>
        <p:spPr>
          <a:xfrm>
            <a:off x="227183" y="1775353"/>
            <a:ext cx="2654100" cy="153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GB" sz="1000" u="none" cap="none" strike="noStrike">
                <a:solidFill>
                  <a:srgbClr val="FFFFFF"/>
                </a:solidFill>
                <a:latin typeface="Calibri"/>
                <a:ea typeface="Calibri"/>
                <a:cs typeface="Calibri"/>
                <a:sym typeface="Calibri"/>
              </a:rPr>
              <a:t>ANALYSIS OF FEASIBILITY</a:t>
            </a:r>
            <a:endParaRPr b="0" i="0" sz="1300" u="none" cap="none" strike="noStrike">
              <a:solidFill>
                <a:srgbClr val="000000"/>
              </a:solidFill>
              <a:latin typeface="Arial"/>
              <a:ea typeface="Arial"/>
              <a:cs typeface="Arial"/>
              <a:sym typeface="Arial"/>
            </a:endParaRPr>
          </a:p>
        </p:txBody>
      </p:sp>
      <p:sp>
        <p:nvSpPr>
          <p:cNvPr id="394" name="Google Shape;394;p40"/>
          <p:cNvSpPr txBox="1"/>
          <p:nvPr/>
        </p:nvSpPr>
        <p:spPr>
          <a:xfrm>
            <a:off x="260604" y="1956816"/>
            <a:ext cx="2654100" cy="29260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Proven stack.</a:t>
            </a:r>
            <a:r>
              <a:rPr b="0" i="0" lang="en-GB" sz="900" u="none" cap="none" strike="noStrike">
                <a:solidFill>
                  <a:srgbClr val="14202B"/>
                </a:solidFill>
                <a:latin typeface="Calibri"/>
                <a:ea typeface="Calibri"/>
                <a:cs typeface="Calibri"/>
                <a:sym typeface="Calibri"/>
              </a:rPr>
              <a:t>  CesiumJS, FastAPI, Zarr, Docker.</a:t>
            </a:r>
            <a:endParaRPr b="0" i="0" sz="13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Frame budget cleared.</a:t>
            </a:r>
            <a:r>
              <a:rPr b="0" i="0" lang="en-GB" sz="900" u="none" cap="none" strike="noStrike">
                <a:solidFill>
                  <a:srgbClr val="14202B"/>
                </a:solidFill>
                <a:latin typeface="Calibri"/>
                <a:ea typeface="Calibri"/>
                <a:cs typeface="Calibri"/>
                <a:sym typeface="Calibri"/>
              </a:rPr>
              <a:t>  51 fps on the weakest GPU.</a:t>
            </a:r>
            <a:endParaRPr b="0" i="0" sz="1300" u="none" cap="none" strike="noStrike">
              <a:solidFill>
                <a:srgbClr val="000000"/>
              </a:solidFill>
              <a:latin typeface="Arial"/>
              <a:ea typeface="Arial"/>
              <a:cs typeface="Arial"/>
              <a:sym typeface="Arial"/>
            </a:endParaRPr>
          </a:p>
        </p:txBody>
      </p:sp>
      <p:sp>
        <p:nvSpPr>
          <p:cNvPr id="395" name="Google Shape;395;p40"/>
          <p:cNvSpPr txBox="1"/>
          <p:nvPr/>
        </p:nvSpPr>
        <p:spPr>
          <a:xfrm>
            <a:off x="260604" y="2238817"/>
            <a:ext cx="2654100" cy="302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Reads INCOIS's own ERDDAP.</a:t>
            </a:r>
            <a:r>
              <a:rPr b="0" i="0" lang="en-GB" sz="900" u="none" cap="none" strike="noStrike">
                <a:solidFill>
                  <a:srgbClr val="14202B"/>
                </a:solidFill>
                <a:latin typeface="Calibri"/>
                <a:ea typeface="Calibri"/>
                <a:cs typeface="Calibri"/>
                <a:sym typeface="Calibri"/>
              </a:rPr>
              <a:t>  No duplication.</a:t>
            </a:r>
            <a:endParaRPr b="0" i="0" sz="13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Zero licence cost.</a:t>
            </a:r>
            <a:r>
              <a:rPr b="0" i="0" lang="en-GB" sz="900" u="none" cap="none" strike="noStrike">
                <a:solidFill>
                  <a:srgbClr val="14202B"/>
                </a:solidFill>
                <a:latin typeface="Calibri"/>
                <a:ea typeface="Calibri"/>
                <a:cs typeface="Calibri"/>
                <a:sym typeface="Calibri"/>
              </a:rPr>
              <a:t>  One GPU server, open source.</a:t>
            </a:r>
            <a:endParaRPr b="0" i="0" sz="1300" u="none" cap="none" strike="noStrike">
              <a:solidFill>
                <a:srgbClr val="000000"/>
              </a:solidFill>
              <a:latin typeface="Arial"/>
              <a:ea typeface="Arial"/>
              <a:cs typeface="Arial"/>
              <a:sym typeface="Arial"/>
            </a:endParaRPr>
          </a:p>
        </p:txBody>
      </p:sp>
      <p:sp>
        <p:nvSpPr>
          <p:cNvPr id="396" name="Google Shape;396;p40"/>
          <p:cNvSpPr/>
          <p:nvPr/>
        </p:nvSpPr>
        <p:spPr>
          <a:xfrm>
            <a:off x="3161550" y="1741925"/>
            <a:ext cx="2818500" cy="22380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397" name="Google Shape;397;p40"/>
          <p:cNvSpPr/>
          <p:nvPr/>
        </p:nvSpPr>
        <p:spPr>
          <a:xfrm>
            <a:off x="3161538" y="1741932"/>
            <a:ext cx="2818500" cy="219600"/>
          </a:xfrm>
          <a:prstGeom prst="rect">
            <a:avLst/>
          </a:prstGeom>
          <a:solidFill>
            <a:srgbClr val="C44528"/>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398" name="Google Shape;398;p40"/>
          <p:cNvSpPr txBox="1"/>
          <p:nvPr/>
        </p:nvSpPr>
        <p:spPr>
          <a:xfrm>
            <a:off x="3215187" y="1784902"/>
            <a:ext cx="2654100" cy="13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POTENTIAL CHALLENGES AND RISKS</a:t>
            </a:r>
            <a:endParaRPr b="0" i="0" sz="1200" u="none" cap="none" strike="noStrike">
              <a:solidFill>
                <a:srgbClr val="000000"/>
              </a:solidFill>
              <a:latin typeface="Arial"/>
              <a:ea typeface="Arial"/>
              <a:cs typeface="Arial"/>
              <a:sym typeface="Arial"/>
            </a:endParaRPr>
          </a:p>
        </p:txBody>
      </p:sp>
      <p:sp>
        <p:nvSpPr>
          <p:cNvPr id="399" name="Google Shape;399;p40"/>
          <p:cNvSpPr txBox="1"/>
          <p:nvPr/>
        </p:nvSpPr>
        <p:spPr>
          <a:xfrm>
            <a:off x="3267066" y="1993097"/>
            <a:ext cx="2654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C44528"/>
                </a:solidFill>
                <a:latin typeface="Calibri"/>
                <a:ea typeface="Calibri"/>
                <a:cs typeface="Calibri"/>
                <a:sym typeface="Calibri"/>
              </a:rPr>
              <a:t>DATA</a:t>
            </a:r>
            <a:endParaRPr b="0" i="0" sz="1400" u="none" cap="none" strike="noStrike">
              <a:solidFill>
                <a:srgbClr val="000000"/>
              </a:solidFill>
              <a:latin typeface="Arial"/>
              <a:ea typeface="Arial"/>
              <a:cs typeface="Arial"/>
              <a:sym typeface="Arial"/>
            </a:endParaRPr>
          </a:p>
        </p:txBody>
      </p:sp>
      <p:sp>
        <p:nvSpPr>
          <p:cNvPr id="400" name="Google Shape;400;p40"/>
          <p:cNvSpPr txBox="1"/>
          <p:nvPr/>
        </p:nvSpPr>
        <p:spPr>
          <a:xfrm>
            <a:off x="3243834" y="2130257"/>
            <a:ext cx="2654100" cy="4788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Instrument coverage is uneven.</a:t>
            </a:r>
            <a:r>
              <a:rPr b="0" i="0" lang="en-GB" sz="900" u="none" cap="none" strike="noStrike">
                <a:solidFill>
                  <a:srgbClr val="14202B"/>
                </a:solidFill>
                <a:latin typeface="Calibri"/>
                <a:ea typeface="Calibri"/>
                <a:cs typeface="Calibri"/>
                <a:sym typeface="Calibri"/>
              </a:rPr>
              <a:t>  Not on INCOIS ERDDAP.</a:t>
            </a:r>
            <a:endParaRPr b="0" i="0" sz="1300" u="none" cap="none" strike="noStrike">
              <a:solidFill>
                <a:srgbClr val="000000"/>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Datasets disagree on axes.</a:t>
            </a:r>
            <a:r>
              <a:rPr b="0" i="0" lang="en-GB" sz="900" u="none" cap="none" strike="noStrike">
                <a:solidFill>
                  <a:srgbClr val="14202B"/>
                </a:solidFill>
                <a:latin typeface="Calibri"/>
                <a:ea typeface="Calibri"/>
                <a:cs typeface="Calibri"/>
                <a:sym typeface="Calibri"/>
              </a:rPr>
              <a:t>  GLORYS stops at 1942 m.</a:t>
            </a:r>
            <a:endParaRPr b="0" i="0" sz="1300" u="none" cap="none" strike="noStrike">
              <a:solidFill>
                <a:srgbClr val="000000"/>
              </a:solidFill>
              <a:latin typeface="Arial"/>
              <a:ea typeface="Arial"/>
              <a:cs typeface="Arial"/>
              <a:sym typeface="Arial"/>
            </a:endParaRPr>
          </a:p>
        </p:txBody>
      </p:sp>
      <p:sp>
        <p:nvSpPr>
          <p:cNvPr id="401" name="Google Shape;401;p40"/>
          <p:cNvSpPr txBox="1"/>
          <p:nvPr/>
        </p:nvSpPr>
        <p:spPr>
          <a:xfrm>
            <a:off x="3243834" y="2631604"/>
            <a:ext cx="2654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C44528"/>
                </a:solidFill>
                <a:latin typeface="Calibri"/>
                <a:ea typeface="Calibri"/>
                <a:cs typeface="Calibri"/>
                <a:sym typeface="Calibri"/>
              </a:rPr>
              <a:t>TECHNICAL</a:t>
            </a:r>
            <a:endParaRPr b="0" i="0" sz="1400" u="none" cap="none" strike="noStrike">
              <a:solidFill>
                <a:srgbClr val="000000"/>
              </a:solidFill>
              <a:latin typeface="Arial"/>
              <a:ea typeface="Arial"/>
              <a:cs typeface="Arial"/>
              <a:sym typeface="Arial"/>
            </a:endParaRPr>
          </a:p>
        </p:txBody>
      </p:sp>
      <p:sp>
        <p:nvSpPr>
          <p:cNvPr id="402" name="Google Shape;402;p40"/>
          <p:cNvSpPr txBox="1"/>
          <p:nvPr/>
        </p:nvSpPr>
        <p:spPr>
          <a:xfrm>
            <a:off x="3243834" y="2781054"/>
            <a:ext cx="2654100" cy="4788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Volumetric rendering is costly.</a:t>
            </a:r>
            <a:r>
              <a:rPr b="0" i="0" lang="en-GB" sz="900" u="none" cap="none" strike="noStrike">
                <a:solidFill>
                  <a:srgbClr val="14202B"/>
                </a:solidFill>
                <a:latin typeface="Calibri"/>
                <a:ea typeface="Calibri"/>
                <a:cs typeface="Calibri"/>
                <a:sym typeface="Calibri"/>
              </a:rPr>
              <a:t>  Translucent overdraw dominates.</a:t>
            </a:r>
            <a:endParaRPr b="0" i="0" sz="1300" u="none" cap="none" strike="noStrike">
              <a:solidFill>
                <a:srgbClr val="000000"/>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Scaling to the full basin.</a:t>
            </a:r>
            <a:r>
              <a:rPr b="0" i="0" lang="en-GB" sz="900" u="none" cap="none" strike="noStrike">
                <a:solidFill>
                  <a:srgbClr val="14202B"/>
                </a:solidFill>
                <a:latin typeface="Calibri"/>
                <a:ea typeface="Calibri"/>
                <a:cs typeface="Calibri"/>
                <a:sym typeface="Calibri"/>
              </a:rPr>
              <a:t>  The national grid is larger.</a:t>
            </a:r>
            <a:endParaRPr b="0" i="0" sz="1300" u="none" cap="none" strike="noStrike">
              <a:solidFill>
                <a:srgbClr val="000000"/>
              </a:solidFill>
              <a:latin typeface="Arial"/>
              <a:ea typeface="Arial"/>
              <a:cs typeface="Arial"/>
              <a:sym typeface="Arial"/>
            </a:endParaRPr>
          </a:p>
        </p:txBody>
      </p:sp>
      <p:sp>
        <p:nvSpPr>
          <p:cNvPr id="403" name="Google Shape;403;p40"/>
          <p:cNvSpPr txBox="1"/>
          <p:nvPr/>
        </p:nvSpPr>
        <p:spPr>
          <a:xfrm>
            <a:off x="3243834" y="3294691"/>
            <a:ext cx="2654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C44528"/>
                </a:solidFill>
                <a:latin typeface="Calibri"/>
                <a:ea typeface="Calibri"/>
                <a:cs typeface="Calibri"/>
                <a:sym typeface="Calibri"/>
              </a:rPr>
              <a:t>ADOPTION AND TRUST</a:t>
            </a:r>
            <a:endParaRPr b="0" i="0" sz="1400" u="none" cap="none" strike="noStrike">
              <a:solidFill>
                <a:srgbClr val="000000"/>
              </a:solidFill>
              <a:latin typeface="Arial"/>
              <a:ea typeface="Arial"/>
              <a:cs typeface="Arial"/>
              <a:sym typeface="Arial"/>
            </a:endParaRPr>
          </a:p>
        </p:txBody>
      </p:sp>
      <p:sp>
        <p:nvSpPr>
          <p:cNvPr id="404" name="Google Shape;404;p40"/>
          <p:cNvSpPr txBox="1"/>
          <p:nvPr/>
        </p:nvSpPr>
        <p:spPr>
          <a:xfrm>
            <a:off x="3243834" y="3444142"/>
            <a:ext cx="2654100" cy="518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A wrong number beats no number.</a:t>
            </a:r>
            <a:r>
              <a:rPr b="0" i="0" lang="en-GB" sz="900" u="none" cap="none" strike="noStrike">
                <a:solidFill>
                  <a:srgbClr val="14202B"/>
                </a:solidFill>
                <a:latin typeface="Calibri"/>
                <a:ea typeface="Calibri"/>
                <a:cs typeface="Calibri"/>
                <a:sym typeface="Calibri"/>
              </a:rPr>
              <a:t>  Its caveat must travel.</a:t>
            </a:r>
            <a:endParaRPr b="0" i="0" sz="13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A false alarm is unacceptable.</a:t>
            </a:r>
            <a:r>
              <a:rPr b="0" i="0" lang="en-GB" sz="900" u="none" cap="none" strike="noStrike">
                <a:solidFill>
                  <a:srgbClr val="14202B"/>
                </a:solidFill>
                <a:latin typeface="Calibri"/>
                <a:ea typeface="Calibri"/>
                <a:cs typeface="Calibri"/>
                <a:sym typeface="Calibri"/>
              </a:rPr>
              <a:t>  Drills are dashed.</a:t>
            </a:r>
            <a:endParaRPr b="0" i="0" sz="1300" u="none" cap="none" strike="noStrike">
              <a:solidFill>
                <a:srgbClr val="000000"/>
              </a:solidFill>
              <a:latin typeface="Arial"/>
              <a:ea typeface="Arial"/>
              <a:cs typeface="Arial"/>
              <a:sym typeface="Arial"/>
            </a:endParaRPr>
          </a:p>
        </p:txBody>
      </p:sp>
      <p:sp>
        <p:nvSpPr>
          <p:cNvPr id="405" name="Google Shape;405;p40"/>
          <p:cNvSpPr/>
          <p:nvPr/>
        </p:nvSpPr>
        <p:spPr>
          <a:xfrm>
            <a:off x="6144775" y="1741925"/>
            <a:ext cx="2818500" cy="22380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406" name="Google Shape;406;p40"/>
          <p:cNvSpPr/>
          <p:nvPr/>
        </p:nvSpPr>
        <p:spPr>
          <a:xfrm>
            <a:off x="6144768" y="1741932"/>
            <a:ext cx="2818500" cy="219600"/>
          </a:xfrm>
          <a:prstGeom prst="rect">
            <a:avLst/>
          </a:prstGeom>
          <a:solidFill>
            <a:srgbClr val="009C4E"/>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407" name="Google Shape;407;p40"/>
          <p:cNvSpPr txBox="1"/>
          <p:nvPr/>
        </p:nvSpPr>
        <p:spPr>
          <a:xfrm>
            <a:off x="6205579" y="1770579"/>
            <a:ext cx="2654100" cy="13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STRATEGIES TO OVERCOME THEM</a:t>
            </a:r>
            <a:endParaRPr b="0" i="0" sz="1200" u="none" cap="none" strike="noStrike">
              <a:solidFill>
                <a:srgbClr val="000000"/>
              </a:solidFill>
              <a:latin typeface="Arial"/>
              <a:ea typeface="Arial"/>
              <a:cs typeface="Arial"/>
              <a:sym typeface="Arial"/>
            </a:endParaRPr>
          </a:p>
        </p:txBody>
      </p:sp>
      <p:sp>
        <p:nvSpPr>
          <p:cNvPr id="408" name="Google Shape;408;p40"/>
          <p:cNvSpPr txBox="1"/>
          <p:nvPr/>
        </p:nvSpPr>
        <p:spPr>
          <a:xfrm>
            <a:off x="6227064" y="1980557"/>
            <a:ext cx="2654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009C4E"/>
                </a:solidFill>
                <a:latin typeface="Calibri"/>
                <a:ea typeface="Calibri"/>
                <a:cs typeface="Calibri"/>
                <a:sym typeface="Calibri"/>
              </a:rPr>
              <a:t>DATA</a:t>
            </a:r>
            <a:endParaRPr b="1" i="0" sz="1400" u="none" cap="none" strike="noStrike">
              <a:solidFill>
                <a:srgbClr val="009C4E"/>
              </a:solidFill>
              <a:latin typeface="Arial"/>
              <a:ea typeface="Arial"/>
              <a:cs typeface="Arial"/>
              <a:sym typeface="Arial"/>
            </a:endParaRPr>
          </a:p>
        </p:txBody>
      </p:sp>
      <p:sp>
        <p:nvSpPr>
          <p:cNvPr id="409" name="Google Shape;409;p40"/>
          <p:cNvSpPr txBox="1"/>
          <p:nvPr/>
        </p:nvSpPr>
        <p:spPr>
          <a:xfrm>
            <a:off x="6227064" y="2105676"/>
            <a:ext cx="2654100" cy="4788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Parsers already written.</a:t>
            </a:r>
            <a:r>
              <a:rPr b="0" i="0" lang="en-GB" sz="900" u="none" cap="none" strike="noStrike">
                <a:solidFill>
                  <a:srgbClr val="14202B"/>
                </a:solidFill>
                <a:latin typeface="Calibri"/>
                <a:ea typeface="Calibri"/>
                <a:cs typeface="Calibri"/>
                <a:sym typeface="Calibri"/>
              </a:rPr>
              <a:t>  A file, not new code.</a:t>
            </a:r>
            <a:endParaRPr b="0" i="0" sz="1300" u="none" cap="none" strike="noStrike">
              <a:solidFill>
                <a:srgbClr val="000000"/>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Never stretch one grid onto another.</a:t>
            </a:r>
            <a:r>
              <a:rPr b="0" i="0" lang="en-GB" sz="900" u="none" cap="none" strike="noStrike">
                <a:solidFill>
                  <a:srgbClr val="14202B"/>
                </a:solidFill>
                <a:latin typeface="Calibri"/>
                <a:ea typeface="Calibri"/>
                <a:cs typeface="Calibri"/>
                <a:sym typeface="Calibri"/>
              </a:rPr>
              <a:t>  The served depth is printed.</a:t>
            </a:r>
            <a:endParaRPr b="0" i="0" sz="1300" u="none" cap="none" strike="noStrike">
              <a:solidFill>
                <a:srgbClr val="000000"/>
              </a:solidFill>
              <a:latin typeface="Arial"/>
              <a:ea typeface="Arial"/>
              <a:cs typeface="Arial"/>
              <a:sym typeface="Arial"/>
            </a:endParaRPr>
          </a:p>
        </p:txBody>
      </p:sp>
      <p:sp>
        <p:nvSpPr>
          <p:cNvPr id="410" name="Google Shape;410;p40"/>
          <p:cNvSpPr txBox="1"/>
          <p:nvPr/>
        </p:nvSpPr>
        <p:spPr>
          <a:xfrm>
            <a:off x="6227064" y="2588588"/>
            <a:ext cx="2654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009C4E"/>
                </a:solidFill>
                <a:latin typeface="Calibri"/>
                <a:ea typeface="Calibri"/>
                <a:cs typeface="Calibri"/>
                <a:sym typeface="Calibri"/>
              </a:rPr>
              <a:t>TECHNICAL</a:t>
            </a:r>
            <a:endParaRPr b="1" i="0" sz="1300" u="none" cap="none" strike="noStrike">
              <a:solidFill>
                <a:srgbClr val="009C4E"/>
              </a:solidFill>
              <a:latin typeface="Arial"/>
              <a:ea typeface="Arial"/>
              <a:cs typeface="Arial"/>
              <a:sym typeface="Arial"/>
            </a:endParaRPr>
          </a:p>
        </p:txBody>
      </p:sp>
      <p:sp>
        <p:nvSpPr>
          <p:cNvPr id="411" name="Google Shape;411;p40"/>
          <p:cNvSpPr txBox="1"/>
          <p:nvPr/>
        </p:nvSpPr>
        <p:spPr>
          <a:xfrm>
            <a:off x="6227075" y="2725749"/>
            <a:ext cx="2736300" cy="579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Depth-space level of detail.</a:t>
            </a:r>
            <a:r>
              <a:rPr b="0" i="0" lang="en-GB" sz="900" u="none" cap="none" strike="noStrike">
                <a:solidFill>
                  <a:srgbClr val="14202B"/>
                </a:solidFill>
                <a:latin typeface="Calibri"/>
                <a:ea typeface="Calibri"/>
                <a:cs typeface="Calibri"/>
                <a:sym typeface="Calibri"/>
              </a:rPr>
              <a:t>  At most 10 of 24 slices at once.</a:t>
            </a:r>
            <a:r>
              <a:rPr sz="650" b="1" baseline="28000">
                <a:solidFill>
                  <a:srgbClr val="12688F"/>
                </a:solidFill>
                <a:latin typeface="Calibri"/>
                <a:hlinkClick r:id="rId6"/>
              </a:rPr>
              <a:t>[6]</a:t>
            </a:r>
            <a:r>
              <a:rPr sz="650">
                <a:latin typeface="Calibri"/>
              </a:rPr>
              <a:t> </a:t>
            </a:r>
            <a:endParaRPr b="0" i="0" sz="13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Chunked Zarr over range requests.</a:t>
            </a:r>
            <a:r>
              <a:rPr b="0" i="0" lang="en-GB" sz="900" u="none" cap="none" strike="noStrike">
                <a:solidFill>
                  <a:srgbClr val="14202B"/>
                </a:solidFill>
                <a:latin typeface="Calibri"/>
                <a:ea typeface="Calibri"/>
                <a:cs typeface="Calibri"/>
                <a:sym typeface="Calibri"/>
              </a:rPr>
              <a:t>  Cost is view-dependent.</a:t>
            </a:r>
            <a:r>
              <a:rPr sz="650" b="1" baseline="28000">
                <a:solidFill>
                  <a:srgbClr val="12688F"/>
                </a:solidFill>
                <a:latin typeface="Calibri"/>
                <a:hlinkClick r:id="rId7"/>
              </a:rPr>
              <a:t>[9]</a:t>
            </a:r>
            <a:r>
              <a:rPr sz="650">
                <a:latin typeface="Calibri"/>
              </a:rPr>
              <a:t> </a:t>
            </a:r>
            <a:endParaRPr b="0" i="0" sz="1300" u="none" cap="none" strike="noStrike">
              <a:solidFill>
                <a:srgbClr val="000000"/>
              </a:solidFill>
              <a:latin typeface="Arial"/>
              <a:ea typeface="Arial"/>
              <a:cs typeface="Arial"/>
              <a:sym typeface="Arial"/>
            </a:endParaRPr>
          </a:p>
        </p:txBody>
      </p:sp>
      <p:sp>
        <p:nvSpPr>
          <p:cNvPr id="412" name="Google Shape;412;p40"/>
          <p:cNvSpPr txBox="1"/>
          <p:nvPr/>
        </p:nvSpPr>
        <p:spPr>
          <a:xfrm>
            <a:off x="6227064" y="3325418"/>
            <a:ext cx="2654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009C4E"/>
                </a:solidFill>
                <a:latin typeface="Calibri"/>
                <a:ea typeface="Calibri"/>
                <a:cs typeface="Calibri"/>
                <a:sym typeface="Calibri"/>
              </a:rPr>
              <a:t>ADOPTION AND TRUST</a:t>
            </a:r>
            <a:endParaRPr b="1" i="0" sz="1300" u="none" cap="none" strike="noStrike">
              <a:solidFill>
                <a:srgbClr val="009C4E"/>
              </a:solidFill>
              <a:latin typeface="Arial"/>
              <a:ea typeface="Arial"/>
              <a:cs typeface="Arial"/>
              <a:sym typeface="Arial"/>
            </a:endParaRPr>
          </a:p>
        </p:txBody>
      </p:sp>
      <p:sp>
        <p:nvSpPr>
          <p:cNvPr id="413" name="Google Shape;413;p40"/>
          <p:cNvSpPr txBox="1"/>
          <p:nvPr/>
        </p:nvSpPr>
        <p:spPr>
          <a:xfrm>
            <a:off x="6227064" y="3491767"/>
            <a:ext cx="2654100" cy="441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The caveat travels with the number.</a:t>
            </a:r>
            <a:r>
              <a:rPr b="0" i="0" lang="en-GB" sz="900" u="none" cap="none" strike="noStrike">
                <a:solidFill>
                  <a:srgbClr val="14202B"/>
                </a:solidFill>
                <a:latin typeface="Calibri"/>
                <a:ea typeface="Calibri"/>
                <a:cs typeface="Calibri"/>
                <a:sym typeface="Calibri"/>
              </a:rPr>
              <a:t>  On screen and in the API.</a:t>
            </a:r>
            <a:endParaRPr b="0" i="0" sz="13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Four independent drill guards.</a:t>
            </a:r>
            <a:r>
              <a:rPr b="0" i="0" lang="en-GB" sz="900" u="none" cap="none" strike="noStrike">
                <a:solidFill>
                  <a:srgbClr val="14202B"/>
                </a:solidFill>
                <a:latin typeface="Calibri"/>
                <a:ea typeface="Calibri"/>
                <a:cs typeface="Calibri"/>
                <a:sym typeface="Calibri"/>
              </a:rPr>
              <a:t>  Exercise is refused.</a:t>
            </a:r>
            <a:endParaRPr b="0" i="0" sz="1300" u="none" cap="none" strike="noStrike">
              <a:solidFill>
                <a:srgbClr val="000000"/>
              </a:solidFill>
              <a:latin typeface="Arial"/>
              <a:ea typeface="Arial"/>
              <a:cs typeface="Arial"/>
              <a:sym typeface="Arial"/>
            </a:endParaRPr>
          </a:p>
        </p:txBody>
      </p:sp>
      <p:sp>
        <p:nvSpPr>
          <p:cNvPr id="414" name="Google Shape;414;p40"/>
          <p:cNvSpPr/>
          <p:nvPr/>
        </p:nvSpPr>
        <p:spPr>
          <a:xfrm>
            <a:off x="178300" y="4053475"/>
            <a:ext cx="8785200" cy="745800"/>
          </a:xfrm>
          <a:prstGeom prst="rect">
            <a:avLst/>
          </a:prstGeom>
          <a:solidFill>
            <a:srgbClr val="D3E3EC"/>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415" name="Google Shape;415;p40"/>
          <p:cNvSpPr txBox="1"/>
          <p:nvPr/>
        </p:nvSpPr>
        <p:spPr>
          <a:xfrm>
            <a:off x="253739" y="4107813"/>
            <a:ext cx="3017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chemeClr val="dk1"/>
                </a:solidFill>
                <a:latin typeface="Calibri"/>
                <a:ea typeface="Calibri"/>
                <a:cs typeface="Calibri"/>
                <a:sym typeface="Calibri"/>
              </a:rPr>
              <a:t>VIABILITY  ·  WHY THIS SURVIVES AFTER THE HACKATHON</a:t>
            </a:r>
            <a:endParaRPr b="0" i="0" sz="1300" u="none" cap="none" strike="noStrike">
              <a:solidFill>
                <a:schemeClr val="dk1"/>
              </a:solidFill>
              <a:latin typeface="Arial"/>
              <a:ea typeface="Arial"/>
              <a:cs typeface="Arial"/>
              <a:sym typeface="Arial"/>
            </a:endParaRPr>
          </a:p>
        </p:txBody>
      </p:sp>
      <p:sp>
        <p:nvSpPr>
          <p:cNvPr id="416" name="Google Shape;416;p40"/>
          <p:cNvSpPr txBox="1"/>
          <p:nvPr/>
        </p:nvSpPr>
        <p:spPr>
          <a:xfrm>
            <a:off x="246085" y="4323742"/>
            <a:ext cx="2324100" cy="2805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chemeClr val="dk1"/>
                </a:solidFill>
                <a:latin typeface="Calibri"/>
                <a:ea typeface="Calibri"/>
                <a:cs typeface="Calibri"/>
                <a:sym typeface="Calibri"/>
              </a:rPr>
              <a:t>Native deployment path</a:t>
            </a:r>
            <a:endParaRPr b="0" i="0" sz="1400" u="none" cap="none" strike="noStrike">
              <a:solidFill>
                <a:schemeClr val="dk1"/>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0" i="0" lang="en-GB" sz="900" u="none" cap="none" strike="noStrike">
                <a:solidFill>
                  <a:schemeClr val="dk1"/>
                </a:solidFill>
                <a:latin typeface="Calibri"/>
                <a:ea typeface="Calibri"/>
                <a:cs typeface="Calibri"/>
                <a:sym typeface="Calibri"/>
              </a:rPr>
              <a:t>docker compose up, 12 browser tests pass.</a:t>
            </a:r>
            <a:endParaRPr b="0" i="0" sz="1400" u="none" cap="none" strike="noStrike">
              <a:solidFill>
                <a:schemeClr val="dk1"/>
              </a:solidFill>
              <a:latin typeface="Arial"/>
              <a:ea typeface="Arial"/>
              <a:cs typeface="Arial"/>
              <a:sym typeface="Arial"/>
            </a:endParaRPr>
          </a:p>
        </p:txBody>
      </p:sp>
      <p:sp>
        <p:nvSpPr>
          <p:cNvPr id="417" name="Google Shape;417;p40"/>
          <p:cNvSpPr txBox="1"/>
          <p:nvPr/>
        </p:nvSpPr>
        <p:spPr>
          <a:xfrm>
            <a:off x="2518344" y="4308822"/>
            <a:ext cx="2066100" cy="4080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chemeClr val="dk1"/>
                </a:solidFill>
                <a:latin typeface="Calibri"/>
                <a:ea typeface="Calibri"/>
                <a:cs typeface="Calibri"/>
                <a:sym typeface="Calibri"/>
              </a:rPr>
              <a:t>Standards, not a silo</a:t>
            </a:r>
            <a:endParaRPr b="0" i="0" sz="1300" u="none" cap="none" strike="noStrike">
              <a:solidFill>
                <a:schemeClr val="dk1"/>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0" i="0" lang="en-GB" sz="900" u="none" cap="none" strike="noStrike">
                <a:solidFill>
                  <a:schemeClr val="dk1"/>
                </a:solidFill>
                <a:latin typeface="Calibri"/>
                <a:ea typeface="Calibri"/>
                <a:cs typeface="Calibri"/>
                <a:sym typeface="Calibri"/>
              </a:rPr>
              <a:t>WMS 1.3.0 and WCS 1.0.0: their tools read it.</a:t>
            </a:r>
            <a:endParaRPr b="0" i="0" sz="1300" u="none" cap="none" strike="noStrike">
              <a:solidFill>
                <a:schemeClr val="dk1"/>
              </a:solidFill>
              <a:latin typeface="Arial"/>
              <a:ea typeface="Arial"/>
              <a:cs typeface="Arial"/>
              <a:sym typeface="Arial"/>
            </a:endParaRPr>
          </a:p>
        </p:txBody>
      </p:sp>
      <p:sp>
        <p:nvSpPr>
          <p:cNvPr id="418" name="Google Shape;418;p40"/>
          <p:cNvSpPr txBox="1"/>
          <p:nvPr/>
        </p:nvSpPr>
        <p:spPr>
          <a:xfrm>
            <a:off x="4676715" y="4276469"/>
            <a:ext cx="2066100" cy="2805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chemeClr val="dk1"/>
                </a:solidFill>
                <a:latin typeface="Calibri"/>
                <a:ea typeface="Calibri"/>
                <a:cs typeface="Calibri"/>
                <a:sym typeface="Calibri"/>
              </a:rPr>
              <a:t>Maintainable by the owner</a:t>
            </a:r>
            <a:endParaRPr b="0" i="0" sz="1300" u="none" cap="none" strike="noStrike">
              <a:solidFill>
                <a:schemeClr val="dk1"/>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0" i="0" lang="en-GB" sz="900" u="none" cap="none" strike="noStrike">
                <a:solidFill>
                  <a:schemeClr val="dk1"/>
                </a:solidFill>
                <a:latin typeface="Calibri"/>
                <a:ea typeface="Calibri"/>
                <a:cs typeface="Calibri"/>
                <a:sym typeface="Calibri"/>
              </a:rPr>
              <a:t>Standard Python and JavaScript.</a:t>
            </a:r>
            <a:endParaRPr b="0" i="0" sz="1300" u="none" cap="none" strike="noStrike">
              <a:solidFill>
                <a:schemeClr val="dk1"/>
              </a:solidFill>
              <a:latin typeface="Arial"/>
              <a:ea typeface="Arial"/>
              <a:cs typeface="Arial"/>
              <a:sym typeface="Arial"/>
            </a:endParaRPr>
          </a:p>
        </p:txBody>
      </p:sp>
      <p:sp>
        <p:nvSpPr>
          <p:cNvPr id="419" name="Google Shape;419;p40"/>
          <p:cNvSpPr txBox="1"/>
          <p:nvPr/>
        </p:nvSpPr>
        <p:spPr>
          <a:xfrm>
            <a:off x="6793359" y="4264001"/>
            <a:ext cx="2220900" cy="2805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chemeClr val="dk1"/>
                </a:solidFill>
                <a:latin typeface="Calibri"/>
                <a:ea typeface="Calibri"/>
                <a:cs typeface="Calibri"/>
                <a:sym typeface="Calibri"/>
              </a:rPr>
              <a:t>Costs nothing to keep</a:t>
            </a:r>
            <a:endParaRPr b="0" i="0" sz="1400" u="none" cap="none" strike="noStrike">
              <a:solidFill>
                <a:schemeClr val="dk1"/>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0" i="0" lang="en-GB" sz="900" u="none" cap="none" strike="noStrike">
                <a:solidFill>
                  <a:schemeClr val="dk1"/>
                </a:solidFill>
                <a:latin typeface="Calibri"/>
                <a:ea typeface="Calibri"/>
                <a:cs typeface="Calibri"/>
                <a:sym typeface="Calibri"/>
              </a:rPr>
              <a:t>Zero licences, one GPU server.</a:t>
            </a:r>
            <a:endParaRPr b="0" i="0" sz="1400" u="none" cap="none" strike="noStrike">
              <a:solidFill>
                <a:schemeClr val="dk1"/>
              </a:solidFill>
              <a:latin typeface="Arial"/>
              <a:ea typeface="Arial"/>
              <a:cs typeface="Arial"/>
              <a:sym typeface="Arial"/>
            </a:endParaRPr>
          </a:p>
        </p:txBody>
      </p:sp>
      <p:sp>
        <p:nvSpPr>
          <p:cNvPr descr="Your startup LOGO" id="420" name="Google Shape;420;p40"/>
          <p:cNvSpPr/>
          <p:nvPr/>
        </p:nvSpPr>
        <p:spPr>
          <a:xfrm>
            <a:off x="112625" y="78400"/>
            <a:ext cx="1089300" cy="605400"/>
          </a:xfrm>
          <a:prstGeom prst="ellipse">
            <a:avLst/>
          </a:prstGeom>
          <a:solidFill>
            <a:schemeClr val="lt1"/>
          </a:solidFill>
          <a:ln cap="flat" cmpd="sng" w="25400">
            <a:solidFill>
              <a:schemeClr val="accent1"/>
            </a:solidFill>
            <a:prstDash val="solid"/>
            <a:round/>
            <a:headEnd len="sm" w="sm" type="none"/>
            <a:tailEnd len="sm" w="sm" type="none"/>
          </a:ln>
        </p:spPr>
        <p:txBody>
          <a:bodyPr anchorCtr="0" anchor="ctr" bIns="34275" lIns="0" spcFirstLastPara="1" rIns="0" wrap="none" tIns="34275">
            <a:noAutofit/>
          </a:bodyPr>
          <a:lstStyle/>
          <a:p>
            <a:pPr indent="0" lvl="0" marL="0" marR="0" rtl="0" algn="l">
              <a:lnSpc>
                <a:spcPct val="95000"/>
              </a:lnSpc>
              <a:spcBef>
                <a:spcPts val="400"/>
              </a:spcBef>
              <a:spcAft>
                <a:spcPts val="0"/>
              </a:spcAft>
              <a:buClr>
                <a:schemeClr val="dk1"/>
              </a:buClr>
              <a:buSzPts val="1200"/>
              <a:buFont typeface="Arial"/>
              <a:buNone/>
            </a:pPr>
            <a:r>
              <a:rPr b="1" i="0" lang="en-GB" sz="1100" u="none" cap="none" strike="noStrike">
                <a:solidFill>
                  <a:srgbClr val="FF0000"/>
                </a:solidFill>
                <a:latin typeface="Calibri"/>
                <a:ea typeface="Calibri"/>
                <a:cs typeface="Calibri"/>
                <a:sym typeface="Calibri"/>
              </a:rPr>
              <a:t>Pixel</a:t>
            </a:r>
            <a:r>
              <a:rPr b="1" i="0" lang="en-GB" sz="1100" u="none" cap="none" strike="noStrike">
                <a:solidFill>
                  <a:srgbClr val="1C4587"/>
                </a:solidFill>
                <a:latin typeface="Calibri"/>
                <a:ea typeface="Calibri"/>
                <a:cs typeface="Calibri"/>
                <a:sym typeface="Calibri"/>
              </a:rPr>
              <a:t>Paws</a:t>
            </a:r>
            <a:endParaRPr b="1" i="0" sz="1200" u="none" cap="none" strike="noStrike">
              <a:solidFill>
                <a:srgbClr val="1C4587"/>
              </a:solidFill>
              <a:latin typeface="Calibri"/>
              <a:ea typeface="Calibri"/>
              <a:cs typeface="Calibri"/>
              <a:sym typeface="Calibri"/>
            </a:endParaRPr>
          </a:p>
        </p:txBody>
      </p:sp>
      <p:sp>
        <p:nvSpPr>
          <p:cNvPr id="421" name="Google Shape;421;p40"/>
          <p:cNvSpPr/>
          <p:nvPr/>
        </p:nvSpPr>
        <p:spPr>
          <a:xfrm rot="5400000">
            <a:off x="6010370" y="2670042"/>
            <a:ext cx="109800" cy="128100"/>
          </a:xfrm>
          <a:prstGeom prst="triangle">
            <a:avLst>
              <a:gd fmla="val 50000" name="adj"/>
            </a:avLst>
          </a:prstGeom>
          <a:solidFill>
            <a:srgbClr val="C03A2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422" name="Google Shape;422;p40"/>
          <p:cNvSpPr/>
          <p:nvPr/>
        </p:nvSpPr>
        <p:spPr>
          <a:xfrm rot="5400000">
            <a:off x="6010370" y="3328410"/>
            <a:ext cx="109800" cy="128100"/>
          </a:xfrm>
          <a:prstGeom prst="triangle">
            <a:avLst>
              <a:gd fmla="val 50000" name="adj"/>
            </a:avLst>
          </a:prstGeom>
          <a:solidFill>
            <a:srgbClr val="C03A2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423" name="Google Shape;423;p40"/>
          <p:cNvSpPr/>
          <p:nvPr/>
        </p:nvSpPr>
        <p:spPr>
          <a:xfrm>
            <a:off x="256031" y="2542032"/>
            <a:ext cx="941262" cy="1371600"/>
          </a:xfrm>
          <a:prstGeom prst="rect">
            <a:avLst/>
          </a:prstGeom>
          <a:solidFill>
            <a:srgbClr val="1F4E7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pic>
        <p:nvPicPr>
          <p:cNvPr id="439" name="Picture 438" descr="crop-phone.png"/>
          <p:cNvPicPr>
            <a:picLocks noChangeAspect="1"/>
          </p:cNvPicPr>
          <p:nvPr/>
        </p:nvPicPr>
        <p:blipFill>
          <a:blip r:embed="rId5"/>
          <a:stretch>
            <a:fillRect/>
          </a:stretch>
        </p:blipFill>
        <p:spPr>
          <a:xfrm>
            <a:off x="274320" y="2560320"/>
            <a:ext cx="904686" cy="1335024"/>
          </a:xfrm>
          <a:prstGeom prst="rect">
            <a:avLst/>
          </a:prstGeom>
        </p:spPr>
      </p:pic>
      <p:sp>
        <p:nvSpPr>
          <p:cNvPr id="425" name="Google Shape;425;p40"/>
          <p:cNvSpPr txBox="1"/>
          <p:nvPr/>
        </p:nvSpPr>
        <p:spPr>
          <a:xfrm>
            <a:off x="1328604" y="2658716"/>
            <a:ext cx="19203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1" i="0" lang="en-GB" sz="800" u="none" cap="none" strike="noStrike">
                <a:solidFill>
                  <a:srgbClr val="1F4E79"/>
                </a:solidFill>
                <a:latin typeface="Arial"/>
                <a:ea typeface="Arial"/>
                <a:cs typeface="Arial"/>
                <a:sym typeface="Arial"/>
              </a:rPr>
              <a:t>THE SAME BUILD, ON A PHONE</a:t>
            </a:r>
            <a:endParaRPr/>
          </a:p>
        </p:txBody>
      </p:sp>
      <p:sp>
        <p:nvSpPr>
          <p:cNvPr id="426" name="Google Shape;426;p40"/>
          <p:cNvSpPr/>
          <p:nvPr/>
        </p:nvSpPr>
        <p:spPr>
          <a:xfrm>
            <a:off x="1328604" y="2855312"/>
            <a:ext cx="100500" cy="100500"/>
          </a:xfrm>
          <a:prstGeom prst="ellipse">
            <a:avLst/>
          </a:prstGeom>
          <a:solidFill>
            <a:srgbClr val="C03A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600" u="none" cap="none" strike="noStrike">
                <a:solidFill>
                  <a:srgbClr val="FFFFFF"/>
                </a:solidFill>
                <a:latin typeface="Arial"/>
                <a:ea typeface="Arial"/>
                <a:cs typeface="Arial"/>
                <a:sym typeface="Arial"/>
              </a:rPr>
              <a:t>1</a:t>
            </a:r>
            <a:endParaRPr/>
          </a:p>
        </p:txBody>
      </p:sp>
      <p:sp>
        <p:nvSpPr>
          <p:cNvPr id="427" name="Google Shape;427;p40"/>
          <p:cNvSpPr txBox="1"/>
          <p:nvPr/>
        </p:nvSpPr>
        <p:spPr>
          <a:xfrm>
            <a:off x="1465764" y="2841596"/>
            <a:ext cx="17832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variable selector</a:t>
            </a:r>
            <a:endParaRPr/>
          </a:p>
        </p:txBody>
      </p:sp>
      <p:sp>
        <p:nvSpPr>
          <p:cNvPr id="428" name="Google Shape;428;p40"/>
          <p:cNvSpPr/>
          <p:nvPr/>
        </p:nvSpPr>
        <p:spPr>
          <a:xfrm>
            <a:off x="1328604" y="3015331"/>
            <a:ext cx="100500" cy="100500"/>
          </a:xfrm>
          <a:prstGeom prst="ellipse">
            <a:avLst/>
          </a:prstGeom>
          <a:solidFill>
            <a:srgbClr val="C03A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600" u="none" cap="none" strike="noStrike">
                <a:solidFill>
                  <a:srgbClr val="FFFFFF"/>
                </a:solidFill>
                <a:latin typeface="Arial"/>
                <a:ea typeface="Arial"/>
                <a:cs typeface="Arial"/>
                <a:sym typeface="Arial"/>
              </a:rPr>
              <a:t>2</a:t>
            </a:r>
            <a:endParaRPr/>
          </a:p>
        </p:txBody>
      </p:sp>
      <p:sp>
        <p:nvSpPr>
          <p:cNvPr id="429" name="Google Shape;429;p40"/>
          <p:cNvSpPr txBox="1"/>
          <p:nvPr/>
        </p:nvSpPr>
        <p:spPr>
          <a:xfrm>
            <a:off x="1465764" y="3001615"/>
            <a:ext cx="17832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colorbar, min / max, log</a:t>
            </a:r>
            <a:endParaRPr/>
          </a:p>
        </p:txBody>
      </p:sp>
      <p:sp>
        <p:nvSpPr>
          <p:cNvPr id="430" name="Google Shape;430;p40"/>
          <p:cNvSpPr/>
          <p:nvPr/>
        </p:nvSpPr>
        <p:spPr>
          <a:xfrm>
            <a:off x="1328604" y="3175352"/>
            <a:ext cx="100500" cy="100500"/>
          </a:xfrm>
          <a:prstGeom prst="ellipse">
            <a:avLst/>
          </a:prstGeom>
          <a:solidFill>
            <a:srgbClr val="C03A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600" u="none" cap="none" strike="noStrike">
                <a:solidFill>
                  <a:srgbClr val="FFFFFF"/>
                </a:solidFill>
                <a:latin typeface="Arial"/>
                <a:ea typeface="Arial"/>
                <a:cs typeface="Arial"/>
                <a:sym typeface="Arial"/>
              </a:rPr>
              <a:t>3</a:t>
            </a:r>
            <a:endParaRPr/>
          </a:p>
        </p:txBody>
      </p:sp>
      <p:sp>
        <p:nvSpPr>
          <p:cNvPr id="431" name="Google Shape;431;p40"/>
          <p:cNvSpPr txBox="1"/>
          <p:nvPr/>
        </p:nvSpPr>
        <p:spPr>
          <a:xfrm>
            <a:off x="1465764" y="3161636"/>
            <a:ext cx="17832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24 levels, 5 m to 2000 m</a:t>
            </a:r>
            <a:endParaRPr/>
          </a:p>
        </p:txBody>
      </p:sp>
      <p:sp>
        <p:nvSpPr>
          <p:cNvPr id="432" name="Google Shape;432;p40"/>
          <p:cNvSpPr/>
          <p:nvPr/>
        </p:nvSpPr>
        <p:spPr>
          <a:xfrm>
            <a:off x="1328604" y="3335372"/>
            <a:ext cx="100500" cy="100500"/>
          </a:xfrm>
          <a:prstGeom prst="ellipse">
            <a:avLst/>
          </a:prstGeom>
          <a:solidFill>
            <a:srgbClr val="C03A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600" u="none" cap="none" strike="noStrike">
                <a:solidFill>
                  <a:srgbClr val="FFFFFF"/>
                </a:solidFill>
                <a:latin typeface="Arial"/>
                <a:ea typeface="Arial"/>
                <a:cs typeface="Arial"/>
                <a:sym typeface="Arial"/>
              </a:rPr>
              <a:t>4</a:t>
            </a:r>
            <a:endParaRPr/>
          </a:p>
        </p:txBody>
      </p:sp>
      <p:sp>
        <p:nvSpPr>
          <p:cNvPr id="433" name="Google Shape;433;p40"/>
          <p:cNvSpPr/>
          <p:nvPr/>
        </p:nvSpPr>
        <p:spPr>
          <a:xfrm rot="5400000">
            <a:off x="6010370" y="2020818"/>
            <a:ext cx="109800" cy="128100"/>
          </a:xfrm>
          <a:prstGeom prst="triangle">
            <a:avLst>
              <a:gd fmla="val 50000" name="adj"/>
            </a:avLst>
          </a:prstGeom>
          <a:solidFill>
            <a:srgbClr val="C03A2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a:t/>
            </a:r>
            <a:endParaRPr b="0" i="0" sz="1400" u="none" cap="none" strike="noStrike">
              <a:solidFill>
                <a:srgbClr val="000000"/>
              </a:solidFill>
              <a:latin typeface="Arial"/>
              <a:ea typeface="Arial"/>
              <a:cs typeface="Arial"/>
              <a:sym typeface="Arial"/>
            </a:endParaRPr>
          </a:p>
        </p:txBody>
      </p:sp>
      <p:sp>
        <p:nvSpPr>
          <p:cNvPr id="434" name="Google Shape;434;p40"/>
          <p:cNvSpPr txBox="1"/>
          <p:nvPr/>
        </p:nvSpPr>
        <p:spPr>
          <a:xfrm>
            <a:off x="1465764" y="3321655"/>
            <a:ext cx="17832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vertical exaggeration</a:t>
            </a:r>
            <a:endParaRPr/>
          </a:p>
        </p:txBody>
      </p:sp>
      <p:sp>
        <p:nvSpPr>
          <p:cNvPr id="435" name="Google Shape;435;p40"/>
          <p:cNvSpPr/>
          <p:nvPr/>
        </p:nvSpPr>
        <p:spPr>
          <a:xfrm>
            <a:off x="1328604" y="3495391"/>
            <a:ext cx="100500" cy="100500"/>
          </a:xfrm>
          <a:prstGeom prst="ellipse">
            <a:avLst/>
          </a:prstGeom>
          <a:solidFill>
            <a:srgbClr val="C03A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600" u="none" cap="none" strike="noStrike">
                <a:solidFill>
                  <a:srgbClr val="FFFFFF"/>
                </a:solidFill>
                <a:latin typeface="Arial"/>
                <a:ea typeface="Arial"/>
                <a:cs typeface="Arial"/>
                <a:sym typeface="Arial"/>
              </a:rPr>
              <a:t>5</a:t>
            </a:r>
            <a:endParaRPr/>
          </a:p>
        </p:txBody>
      </p:sp>
      <p:sp>
        <p:nvSpPr>
          <p:cNvPr id="436" name="Google Shape;436;p40"/>
          <p:cNvSpPr txBox="1"/>
          <p:nvPr/>
        </p:nvSpPr>
        <p:spPr>
          <a:xfrm>
            <a:off x="1465764" y="3481675"/>
            <a:ext cx="17832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layer opacity</a:t>
            </a:r>
            <a:endParaRPr/>
          </a:p>
        </p:txBody>
      </p:sp>
      <p:sp>
        <p:nvSpPr>
          <p:cNvPr id="437" name="Google Shape;437;p40"/>
          <p:cNvSpPr/>
          <p:nvPr/>
        </p:nvSpPr>
        <p:spPr>
          <a:xfrm>
            <a:off x="1328604" y="3655412"/>
            <a:ext cx="100500" cy="100500"/>
          </a:xfrm>
          <a:prstGeom prst="ellipse">
            <a:avLst/>
          </a:prstGeom>
          <a:solidFill>
            <a:srgbClr val="C03A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600" u="none" cap="none" strike="noStrike">
                <a:solidFill>
                  <a:srgbClr val="FFFFFF"/>
                </a:solidFill>
                <a:latin typeface="Arial"/>
                <a:ea typeface="Arial"/>
                <a:cs typeface="Arial"/>
                <a:sym typeface="Arial"/>
              </a:rPr>
              <a:t>6</a:t>
            </a:r>
            <a:endParaRPr/>
          </a:p>
        </p:txBody>
      </p:sp>
      <p:sp>
        <p:nvSpPr>
          <p:cNvPr id="438" name="Google Shape;438;p40"/>
          <p:cNvSpPr txBox="1"/>
          <p:nvPr/>
        </p:nvSpPr>
        <p:spPr>
          <a:xfrm>
            <a:off x="1465764" y="3641696"/>
            <a:ext cx="17832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time-step animation</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3" name="Shape 443"/>
        <p:cNvGrpSpPr/>
        <p:nvPr/>
      </p:nvGrpSpPr>
      <p:grpSpPr>
        <a:xfrm>
          <a:off x="0" y="0"/>
          <a:ext cx="0" cy="0"/>
          <a:chOff x="0" y="0"/>
          <a:chExt cx="0" cy="0"/>
        </a:xfrm>
      </p:grpSpPr>
      <p:sp>
        <p:nvSpPr>
          <p:cNvPr id="491" name="TextBox 490"/>
          <p:cNvSpPr txBox="1"/>
          <p:nvPr/>
        </p:nvSpPr>
        <p:spPr>
          <a:xfrm>
            <a:off x="45720" y="5074920"/>
            <a:ext cx="9052560" cy="45720"/>
          </a:xfrm>
          <a:prstGeom prst="rect">
            <a:avLst/>
          </a:prstGeom>
          <a:noFill/>
        </p:spPr>
        <p:txBody>
          <a:bodyPr wrap="square">
            <a:spAutoFit/>
          </a:bodyPr>
          <a:lstStyle/>
          <a:p>
            <a:r>
              <a:rPr sz="100">
                <a:solidFill>
                  <a:srgbClr val="FFFFFF"/>
                </a:solidFill>
              </a:rPr>
              <a:t>impact benefits target audience disaster managers operational forecasters search and rescue fishery advisories research education outreach exhibitions e-learning guided tours tsunami high wave swell surge warnings Digital India Deep Ocean Mission Blue Economy SAGAR MoES mandate UN SDG 14 life below water cyclone 26 degC isotherm tropical cyclone heat potential Argo float verification</a:t>
            </a:r>
          </a:p>
        </p:txBody>
      </p:sp>
      <p:sp>
        <p:nvSpPr>
          <p:cNvPr id="444" name="Google Shape;444;p41"/>
          <p:cNvSpPr/>
          <p:nvPr/>
        </p:nvSpPr>
        <p:spPr>
          <a:xfrm>
            <a:off x="0" y="4820375"/>
            <a:ext cx="9144000" cy="323100"/>
          </a:xfrm>
          <a:prstGeom prst="rect">
            <a:avLst/>
          </a:prstGeom>
          <a:solidFill>
            <a:srgbClr val="0070C0"/>
          </a:solidFill>
          <a:ln>
            <a:noFill/>
          </a:ln>
          <a:effectLst>
            <a:outerShdw rotWithShape="0" dir="5400000" dist="23000">
              <a:srgbClr val="808080">
                <a:alpha val="3490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400"/>
              <a:buFont typeface="Calibri"/>
              <a:buNone/>
            </a:pPr>
            <a:r>
              <a:rPr/>
              <a:t/>
            </a:r>
            <a:endParaRPr b="0" i="0" sz="1400" u="none" cap="none" strike="noStrike">
              <a:solidFill>
                <a:srgbClr val="953734"/>
              </a:solidFill>
              <a:latin typeface="Calibri"/>
              <a:ea typeface="Calibri"/>
              <a:cs typeface="Calibri"/>
              <a:sym typeface="Calibri"/>
            </a:endParaRPr>
          </a:p>
        </p:txBody>
      </p:sp>
      <p:sp>
        <p:nvSpPr>
          <p:cNvPr id="445" name="Google Shape;445;p41"/>
          <p:cNvSpPr txBox="1"/>
          <p:nvPr>
            <p:ph type="title"/>
          </p:nvPr>
        </p:nvSpPr>
        <p:spPr>
          <a:xfrm>
            <a:off x="1221159" y="77434"/>
            <a:ext cx="7338000" cy="6309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b="1" lang="en-GB" sz="2000">
                <a:solidFill>
                  <a:srgbClr val="0B2E4F"/>
                </a:solidFill>
                <a:latin typeface="Times New Roman"/>
                <a:ea typeface="Times New Roman"/>
                <a:cs typeface="Times New Roman"/>
                <a:sym typeface="Times New Roman"/>
              </a:rPr>
              <a:t>                             </a:t>
            </a:r>
            <a:r>
              <a:rPr b="1" i="0" lang="en-GB" sz="2000">
                <a:solidFill>
                  <a:srgbClr val="0B2E4F"/>
                </a:solidFill>
                <a:latin typeface="Times New Roman"/>
                <a:ea typeface="Times New Roman"/>
                <a:cs typeface="Times New Roman"/>
                <a:sym typeface="Times New Roman"/>
              </a:rPr>
              <a:t>IMPACT AND BENEFITS</a:t>
            </a:r>
            <a:endParaRPr sz="1100"/>
          </a:p>
        </p:txBody>
      </p:sp>
      <p:sp>
        <p:nvSpPr>
          <p:cNvPr id="446" name="Google Shape;446;p41"/>
          <p:cNvSpPr txBox="1"/>
          <p:nvPr>
            <p:ph idx="12" type="sldNum"/>
          </p:nvPr>
        </p:nvSpPr>
        <p:spPr>
          <a:xfrm>
            <a:off x="6553200" y="4837449"/>
            <a:ext cx="2133600" cy="273900"/>
          </a:xfrm>
          <a:prstGeom prst="rect">
            <a:avLst/>
          </a:prstGeom>
          <a:noFill/>
          <a:ln>
            <a:noFill/>
          </a:ln>
        </p:spPr>
        <p:txBody>
          <a:bodyPr anchorCtr="0" anchor="ctr" bIns="34275" lIns="68575" spcFirstLastPara="1" rIns="68575" wrap="square" tIns="34275">
            <a:noAutofit/>
          </a:bodyPr>
          <a:lstStyle/>
          <a:p>
            <a:pPr indent="0" lvl="0" marL="0" marR="0" rtl="0" algn="r">
              <a:lnSpc>
                <a:spcPct val="100000"/>
              </a:lnSpc>
              <a:spcBef>
                <a:spcPts val="0"/>
              </a:spcBef>
              <a:spcAft>
                <a:spcPts val="0"/>
              </a:spcAft>
              <a:buClr>
                <a:srgbClr val="FFFFFF"/>
              </a:buClr>
              <a:buSzPts val="900"/>
              <a:buFont typeface="Oswald"/>
              <a:buNone/>
            </a:pPr>
            <a:fld id="{00000000-1234-1234-1234-123412341234}" type="slidenum">
              <a:rPr b="1" i="0" lang="en-GB" sz="900" u="none" cap="none" strike="noStrike">
                <a:solidFill>
                  <a:srgbClr val="FFFFFF"/>
                </a:solidFill>
                <a:latin typeface="Oswald"/>
                <a:ea typeface="Oswald"/>
                <a:cs typeface="Oswald"/>
                <a:sym typeface="Oswald"/>
              </a:rPr>
              <a:t>‹#›</a:t>
            </a:fld>
            <a:endParaRPr b="1" i="0" sz="900" u="none" cap="none" strike="noStrike">
              <a:solidFill>
                <a:srgbClr val="FFFFFF"/>
              </a:solidFill>
              <a:latin typeface="Oswald"/>
              <a:ea typeface="Oswald"/>
              <a:cs typeface="Oswald"/>
              <a:sym typeface="Oswald"/>
            </a:endParaRPr>
          </a:p>
        </p:txBody>
      </p:sp>
      <p:sp>
        <p:nvSpPr>
          <p:cNvPr id="447" name="Google Shape;447;p41"/>
          <p:cNvSpPr txBox="1"/>
          <p:nvPr>
            <p:ph idx="11" type="ftr"/>
          </p:nvPr>
        </p:nvSpPr>
        <p:spPr>
          <a:xfrm>
            <a:off x="3343225" y="4827925"/>
            <a:ext cx="2715900" cy="273900"/>
          </a:xfrm>
          <a:prstGeom prst="rect">
            <a:avLst/>
          </a:prstGeom>
          <a:no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FFFFFF"/>
              </a:buClr>
              <a:buSzPts val="800"/>
              <a:buFont typeface="Calibri"/>
              <a:buNone/>
            </a:pPr>
            <a:r>
              <a:rPr b="1" i="0" lang="en-GB">
                <a:solidFill>
                  <a:srgbClr val="FFFFFF"/>
                </a:solidFill>
                <a:latin typeface="Calibri"/>
                <a:ea typeface="Calibri"/>
                <a:cs typeface="Calibri"/>
                <a:sym typeface="Calibri"/>
              </a:rPr>
              <a:t>SagarDrishti  ·  PS SIH26067  ·  @SIH Idea Submission</a:t>
            </a:r>
            <a:endParaRPr b="0" i="0" u="none" cap="none" strike="noStrike">
              <a:solidFill>
                <a:srgbClr val="FFFFFF"/>
              </a:solidFill>
              <a:latin typeface="Oswald"/>
              <a:ea typeface="Oswald"/>
              <a:cs typeface="Oswald"/>
              <a:sym typeface="Oswald"/>
            </a:endParaRPr>
          </a:p>
        </p:txBody>
      </p:sp>
      <p:pic>
        <p:nvPicPr>
          <p:cNvPr id="448" name="Google Shape;448;p41"/>
          <p:cNvPicPr preferRelativeResize="0"/>
          <p:nvPr/>
        </p:nvPicPr>
        <p:blipFill rotWithShape="1">
          <a:blip r:embed="rId3">
            <a:alphaModFix/>
          </a:blip>
          <a:srcRect b="0" l="0" r="0" t="0"/>
          <a:stretch/>
        </p:blipFill>
        <p:spPr>
          <a:xfrm>
            <a:off x="7335064" y="1125"/>
            <a:ext cx="1687388" cy="796752"/>
          </a:xfrm>
          <a:prstGeom prst="rect">
            <a:avLst/>
          </a:prstGeom>
          <a:noFill/>
          <a:ln>
            <a:noFill/>
          </a:ln>
        </p:spPr>
      </p:pic>
      <p:sp>
        <p:nvSpPr>
          <p:cNvPr id="449" name="Google Shape;449;p41"/>
          <p:cNvSpPr/>
          <p:nvPr/>
        </p:nvSpPr>
        <p:spPr>
          <a:xfrm>
            <a:off x="2305949" y="677871"/>
            <a:ext cx="4413900" cy="280500"/>
          </a:xfrm>
          <a:prstGeom prst="roundRect">
            <a:avLst>
              <a:gd fmla="val 32000" name="adj"/>
            </a:avLst>
          </a:prstGeom>
          <a:solidFill>
            <a:srgbClr val="0B2E4F"/>
          </a:solidFill>
          <a:ln>
            <a:noFill/>
          </a:ln>
        </p:spPr>
        <p:txBody>
          <a:bodyPr anchorCtr="0" anchor="ctr" bIns="0" lIns="68575" spcFirstLastPara="1" rIns="41150" wrap="square" tIns="0">
            <a:noAutofit/>
          </a:bodyPr>
          <a:lstStyle/>
          <a:p>
            <a:pPr indent="0" lvl="0" marL="0" marR="0" rtl="0" algn="l">
              <a:spcBef>
                <a:spcPts val="0"/>
              </a:spcBef>
              <a:spcAft>
                <a:spcPts val="0"/>
              </a:spcAft>
              <a:buNone/>
            </a:pPr>
            <a:r>
              <a:rPr b="1" lang="en-GB" sz="900">
                <a:solidFill>
                  <a:srgbClr val="FFFFFF"/>
                </a:solidFill>
                <a:latin typeface="Calibri"/>
                <a:ea typeface="Calibri"/>
                <a:cs typeface="Calibri"/>
                <a:sym typeface="Calibri"/>
              </a:rPr>
              <a:t>                                        </a:t>
            </a:r>
            <a:r>
              <a:rPr b="1" i="0" lang="en-GB" sz="900">
                <a:solidFill>
                  <a:srgbClr val="FFFFFF"/>
                </a:solidFill>
                <a:latin typeface="Calibri"/>
                <a:ea typeface="Calibri"/>
                <a:cs typeface="Calibri"/>
                <a:sym typeface="Calibri"/>
              </a:rPr>
              <a:t>POTENTIAL IMPACT ON THE TARGET AUDIENCE</a:t>
            </a:r>
            <a:endParaRPr sz="1200"/>
          </a:p>
        </p:txBody>
      </p:sp>
      <p:sp>
        <p:nvSpPr>
          <p:cNvPr id="450" name="Google Shape;450;p41"/>
          <p:cNvSpPr/>
          <p:nvPr/>
        </p:nvSpPr>
        <p:spPr>
          <a:xfrm>
            <a:off x="178308" y="1083564"/>
            <a:ext cx="1680300" cy="41100"/>
          </a:xfrm>
          <a:prstGeom prst="rect">
            <a:avLst/>
          </a:prstGeom>
          <a:solidFill>
            <a:srgbClr val="C44528"/>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t/>
            </a:r>
            <a:endParaRPr sz="1400">
              <a:solidFill>
                <a:schemeClr val="dk1"/>
              </a:solidFill>
              <a:latin typeface="Calibri"/>
              <a:ea typeface="Calibri"/>
              <a:cs typeface="Calibri"/>
              <a:sym typeface="Calibri"/>
            </a:endParaRPr>
          </a:p>
        </p:txBody>
      </p:sp>
      <p:sp>
        <p:nvSpPr>
          <p:cNvPr id="451" name="Google Shape;451;p41"/>
          <p:cNvSpPr/>
          <p:nvPr/>
        </p:nvSpPr>
        <p:spPr>
          <a:xfrm>
            <a:off x="1954530" y="1083564"/>
            <a:ext cx="1680300" cy="41100"/>
          </a:xfrm>
          <a:prstGeom prst="rect">
            <a:avLst/>
          </a:prstGeom>
          <a:solidFill>
            <a:srgbClr val="0B2E4F"/>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t/>
            </a:r>
            <a:endParaRPr sz="1400">
              <a:solidFill>
                <a:schemeClr val="dk1"/>
              </a:solidFill>
              <a:latin typeface="Calibri"/>
              <a:ea typeface="Calibri"/>
              <a:cs typeface="Calibri"/>
              <a:sym typeface="Calibri"/>
            </a:endParaRPr>
          </a:p>
        </p:txBody>
      </p:sp>
      <p:sp>
        <p:nvSpPr>
          <p:cNvPr id="452" name="Google Shape;452;p41"/>
          <p:cNvSpPr/>
          <p:nvPr/>
        </p:nvSpPr>
        <p:spPr>
          <a:xfrm>
            <a:off x="3730752" y="1083564"/>
            <a:ext cx="1680300" cy="41100"/>
          </a:xfrm>
          <a:prstGeom prst="rect">
            <a:avLst/>
          </a:prstGeom>
          <a:solidFill>
            <a:srgbClr val="12688F"/>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t/>
            </a:r>
            <a:endParaRPr sz="1400">
              <a:solidFill>
                <a:schemeClr val="dk1"/>
              </a:solidFill>
              <a:latin typeface="Calibri"/>
              <a:ea typeface="Calibri"/>
              <a:cs typeface="Calibri"/>
              <a:sym typeface="Calibri"/>
            </a:endParaRPr>
          </a:p>
        </p:txBody>
      </p:sp>
      <p:sp>
        <p:nvSpPr>
          <p:cNvPr id="453" name="Google Shape;453;p41"/>
          <p:cNvSpPr/>
          <p:nvPr/>
        </p:nvSpPr>
        <p:spPr>
          <a:xfrm>
            <a:off x="5506974" y="1083564"/>
            <a:ext cx="1680300" cy="41100"/>
          </a:xfrm>
          <a:prstGeom prst="rect">
            <a:avLst/>
          </a:prstGeom>
          <a:solidFill>
            <a:srgbClr val="0E8C9A"/>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t/>
            </a:r>
            <a:endParaRPr sz="1400">
              <a:solidFill>
                <a:schemeClr val="dk1"/>
              </a:solidFill>
              <a:latin typeface="Calibri"/>
              <a:ea typeface="Calibri"/>
              <a:cs typeface="Calibri"/>
              <a:sym typeface="Calibri"/>
            </a:endParaRPr>
          </a:p>
        </p:txBody>
      </p:sp>
      <p:sp>
        <p:nvSpPr>
          <p:cNvPr id="454" name="Google Shape;454;p41"/>
          <p:cNvSpPr/>
          <p:nvPr/>
        </p:nvSpPr>
        <p:spPr>
          <a:xfrm>
            <a:off x="7283196" y="1083564"/>
            <a:ext cx="1680300" cy="41100"/>
          </a:xfrm>
          <a:prstGeom prst="rect">
            <a:avLst/>
          </a:prstGeom>
          <a:solidFill>
            <a:srgbClr val="B87A1F"/>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t/>
            </a:r>
            <a:endParaRPr sz="1400">
              <a:solidFill>
                <a:schemeClr val="dk1"/>
              </a:solidFill>
              <a:latin typeface="Calibri"/>
              <a:ea typeface="Calibri"/>
              <a:cs typeface="Calibri"/>
              <a:sym typeface="Calibri"/>
            </a:endParaRPr>
          </a:p>
        </p:txBody>
      </p:sp>
      <p:sp>
        <p:nvSpPr>
          <p:cNvPr id="455" name="Google Shape;455;p41"/>
          <p:cNvSpPr/>
          <p:nvPr/>
        </p:nvSpPr>
        <p:spPr>
          <a:xfrm>
            <a:off x="178308" y="2178510"/>
            <a:ext cx="3669000" cy="205800"/>
          </a:xfrm>
          <a:prstGeom prst="roundRect">
            <a:avLst>
              <a:gd fmla="val 32000" name="adj"/>
            </a:avLst>
          </a:prstGeom>
          <a:solidFill>
            <a:srgbClr val="0E8C9A"/>
          </a:solidFill>
          <a:ln>
            <a:noFill/>
          </a:ln>
        </p:spPr>
        <p:txBody>
          <a:bodyPr anchorCtr="0" anchor="ctr" bIns="0" lIns="68575" spcFirstLastPara="1" rIns="41150" wrap="square" tIns="0">
            <a:noAutofit/>
          </a:bodyPr>
          <a:lstStyle/>
          <a:p>
            <a:pPr indent="0" lvl="0" marL="0" marR="0" rtl="0" algn="l">
              <a:spcBef>
                <a:spcPts val="0"/>
              </a:spcBef>
              <a:spcAft>
                <a:spcPts val="0"/>
              </a:spcAft>
              <a:buNone/>
            </a:pPr>
            <a:r>
              <a:rPr b="1" i="0" lang="en-GB" sz="800">
                <a:solidFill>
                  <a:srgbClr val="FFFFFF"/>
                </a:solidFill>
                <a:latin typeface="Calibri"/>
                <a:ea typeface="Calibri"/>
                <a:cs typeface="Calibri"/>
                <a:sym typeface="Calibri"/>
              </a:rPr>
              <a:t>BENEFITS  ·  SOCIAL, ECONOMIC, ENVIRONMENTAL</a:t>
            </a:r>
            <a:endParaRPr sz="1100"/>
          </a:p>
        </p:txBody>
      </p:sp>
      <p:sp>
        <p:nvSpPr>
          <p:cNvPr id="456" name="Google Shape;456;p41"/>
          <p:cNvSpPr/>
          <p:nvPr/>
        </p:nvSpPr>
        <p:spPr>
          <a:xfrm>
            <a:off x="178300" y="2455176"/>
            <a:ext cx="5726400" cy="1256400"/>
          </a:xfrm>
          <a:prstGeom prst="rect">
            <a:avLst/>
          </a:prstGeom>
          <a:solidFill>
            <a:srgbClr val="EFF4F7"/>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a:t/>
            </a:r>
            <a:endParaRPr sz="1400">
              <a:solidFill>
                <a:schemeClr val="dk1"/>
              </a:solidFill>
              <a:latin typeface="Calibri"/>
              <a:ea typeface="Calibri"/>
              <a:cs typeface="Calibri"/>
              <a:sym typeface="Calibri"/>
            </a:endParaRPr>
          </a:p>
        </p:txBody>
      </p:sp>
      <p:sp>
        <p:nvSpPr>
          <p:cNvPr id="457" name="Google Shape;457;p41"/>
          <p:cNvSpPr txBox="1"/>
          <p:nvPr/>
        </p:nvSpPr>
        <p:spPr>
          <a:xfrm>
            <a:off x="251996" y="2479096"/>
            <a:ext cx="2685000" cy="1170000"/>
          </a:xfrm>
          <a:prstGeom prst="rect">
            <a:avLst/>
          </a:prstGeom>
          <a:noFill/>
          <a:ln>
            <a:noFill/>
          </a:ln>
        </p:spPr>
        <p:txBody>
          <a:bodyPr anchorCtr="0" anchor="t" bIns="0" lIns="0" spcFirstLastPara="1" rIns="0" wrap="square" tIns="0">
            <a:spAutoFit/>
          </a:bodyPr>
          <a:lstStyle/>
          <a:p>
            <a:pPr indent="0" lvl="0" marL="0" marR="0" rtl="0" algn="l">
              <a:lnSpc>
                <a:spcPct val="94000"/>
              </a:lnSpc>
              <a:spcBef>
                <a:spcPts val="0"/>
              </a:spcBef>
              <a:spcAft>
                <a:spcPts val="0"/>
              </a:spcAft>
              <a:buNone/>
            </a:pPr>
            <a:r>
              <a:rPr b="1" i="0" lang="en-GB" sz="700">
                <a:solidFill>
                  <a:srgbClr val="12688F"/>
                </a:solidFill>
                <a:latin typeface="Calibri"/>
                <a:ea typeface="Calibri"/>
                <a:cs typeface="Calibri"/>
                <a:sym typeface="Calibri"/>
              </a:rPr>
              <a:t>▪  </a:t>
            </a:r>
            <a:r>
              <a:rPr b="1" i="0" lang="en-GB" sz="800">
                <a:solidFill>
                  <a:srgbClr val="0B2E4F"/>
                </a:solidFill>
                <a:latin typeface="Calibri"/>
                <a:ea typeface="Calibri"/>
                <a:cs typeface="Calibri"/>
                <a:sym typeface="Calibri"/>
              </a:rPr>
              <a:t>Faster hazard assessment.</a:t>
            </a:r>
            <a:r>
              <a:rPr b="0" i="0" lang="en-GB" sz="800">
                <a:solidFill>
                  <a:srgbClr val="14202B"/>
                </a:solidFill>
                <a:latin typeface="Calibri"/>
                <a:ea typeface="Calibri"/>
                <a:cs typeface="Calibri"/>
                <a:sym typeface="Calibri"/>
              </a:rPr>
              <a:t>  One tool replaces the toggling the PS describes; the model and the instruments are already side by side.</a:t>
            </a:r>
            <a:endParaRPr sz="1300"/>
          </a:p>
          <a:p>
            <a:pPr indent="0" lvl="0" marL="0" marR="0" rtl="0" algn="l">
              <a:lnSpc>
                <a:spcPct val="94000"/>
              </a:lnSpc>
              <a:spcBef>
                <a:spcPts val="500"/>
              </a:spcBef>
              <a:spcAft>
                <a:spcPts val="0"/>
              </a:spcAft>
              <a:buNone/>
            </a:pPr>
            <a:r>
              <a:rPr b="1" i="0" lang="en-GB" sz="700">
                <a:solidFill>
                  <a:srgbClr val="12688F"/>
                </a:solidFill>
                <a:latin typeface="Calibri"/>
                <a:ea typeface="Calibri"/>
                <a:cs typeface="Calibri"/>
                <a:sym typeface="Calibri"/>
              </a:rPr>
              <a:t>▪  </a:t>
            </a:r>
            <a:r>
              <a:rPr b="1" i="0" lang="en-GB" sz="800">
                <a:solidFill>
                  <a:srgbClr val="0B2E4F"/>
                </a:solidFill>
                <a:latin typeface="Calibri"/>
                <a:ea typeface="Calibri"/>
                <a:cs typeface="Calibri"/>
                <a:sym typeface="Calibri"/>
              </a:rPr>
              <a:t>Verifiable, not decorative.</a:t>
            </a:r>
            <a:r>
              <a:rPr b="0" i="0" lang="en-GB" sz="800">
                <a:solidFill>
                  <a:srgbClr val="14202B"/>
                </a:solidFill>
                <a:latin typeface="Calibri"/>
                <a:ea typeface="Calibri"/>
                <a:cs typeface="Calibri"/>
                <a:sym typeface="Calibri"/>
              </a:rPr>
              <a:t>  Bias +0.026 degC and RMSE 0.602 degC over 11,718 matched pairs, with the analysis-fit caveat attached.</a:t>
            </a:r>
            <a:endParaRPr sz="1300"/>
          </a:p>
          <a:p>
            <a:pPr indent="0" lvl="0" marL="0" marR="0" rtl="0" algn="l">
              <a:lnSpc>
                <a:spcPct val="94000"/>
              </a:lnSpc>
              <a:spcBef>
                <a:spcPts val="500"/>
              </a:spcBef>
              <a:spcAft>
                <a:spcPts val="0"/>
              </a:spcAft>
              <a:buNone/>
            </a:pPr>
            <a:r>
              <a:rPr b="1" i="0" lang="en-GB" sz="700">
                <a:solidFill>
                  <a:srgbClr val="12688F"/>
                </a:solidFill>
                <a:latin typeface="Calibri"/>
                <a:ea typeface="Calibri"/>
                <a:cs typeface="Calibri"/>
                <a:sym typeface="Calibri"/>
              </a:rPr>
              <a:t>▪  </a:t>
            </a:r>
            <a:r>
              <a:rPr b="1" i="0" lang="en-GB" sz="800">
                <a:solidFill>
                  <a:srgbClr val="0B2E4F"/>
                </a:solidFill>
                <a:latin typeface="Calibri"/>
                <a:ea typeface="Calibri"/>
                <a:cs typeface="Calibri"/>
                <a:sym typeface="Calibri"/>
              </a:rPr>
              <a:t>Trust where it matters most.</a:t>
            </a:r>
            <a:r>
              <a:rPr b="0" i="0" lang="en-GB" sz="800">
                <a:solidFill>
                  <a:srgbClr val="14202B"/>
                </a:solidFill>
                <a:latin typeface="Calibri"/>
                <a:ea typeface="Calibri"/>
                <a:cs typeface="Calibri"/>
                <a:sym typeface="Calibri"/>
              </a:rPr>
              <a:t>  The model is within about 0.12 degC below 500 m and 2.07 degC across the thermocline at 50 to 100 m, which is exactly the layer a cyclone forecaster reads.</a:t>
            </a:r>
            <a:endParaRPr sz="1300"/>
          </a:p>
        </p:txBody>
      </p:sp>
      <p:sp>
        <p:nvSpPr>
          <p:cNvPr id="458" name="Google Shape;458;p41"/>
          <p:cNvSpPr txBox="1"/>
          <p:nvPr/>
        </p:nvSpPr>
        <p:spPr>
          <a:xfrm>
            <a:off x="3206115" y="2523744"/>
            <a:ext cx="2685000" cy="938400"/>
          </a:xfrm>
          <a:prstGeom prst="rect">
            <a:avLst/>
          </a:prstGeom>
          <a:noFill/>
          <a:ln>
            <a:noFill/>
          </a:ln>
        </p:spPr>
        <p:txBody>
          <a:bodyPr anchorCtr="0" anchor="t" bIns="0" lIns="0" spcFirstLastPara="1" rIns="0" wrap="square" tIns="0">
            <a:spAutoFit/>
          </a:bodyPr>
          <a:lstStyle/>
          <a:p>
            <a:pPr indent="0" lvl="0" marL="0" marR="0" rtl="0" algn="l">
              <a:lnSpc>
                <a:spcPct val="94000"/>
              </a:lnSpc>
              <a:spcBef>
                <a:spcPts val="0"/>
              </a:spcBef>
              <a:spcAft>
                <a:spcPts val="0"/>
              </a:spcAft>
              <a:buNone/>
            </a:pPr>
            <a:r>
              <a:rPr b="1" i="0" lang="en-GB" sz="700">
                <a:solidFill>
                  <a:srgbClr val="12688F"/>
                </a:solidFill>
                <a:latin typeface="Calibri"/>
                <a:ea typeface="Calibri"/>
                <a:cs typeface="Calibri"/>
                <a:sym typeface="Calibri"/>
              </a:rPr>
              <a:t>▪  </a:t>
            </a:r>
            <a:r>
              <a:rPr b="1" i="0" lang="en-GB" sz="800">
                <a:solidFill>
                  <a:srgbClr val="0B2E4F"/>
                </a:solidFill>
                <a:latin typeface="Calibri"/>
                <a:ea typeface="Calibri"/>
                <a:cs typeface="Calibri"/>
                <a:sym typeface="Calibri"/>
              </a:rPr>
              <a:t>Zero licence cost.</a:t>
            </a:r>
            <a:r>
              <a:rPr b="0" i="0" lang="en-GB" sz="800">
                <a:solidFill>
                  <a:srgbClr val="14202B"/>
                </a:solidFill>
                <a:latin typeface="Calibri"/>
                <a:ea typeface="Calibri"/>
                <a:cs typeface="Calibri"/>
                <a:sym typeface="Calibri"/>
              </a:rPr>
              <a:t>  Fully open source against proprietary 3D suites; one deployment serves the nation.</a:t>
            </a:r>
            <a:endParaRPr sz="1300"/>
          </a:p>
          <a:p>
            <a:pPr indent="0" lvl="0" marL="0" marR="0" rtl="0" algn="l">
              <a:lnSpc>
                <a:spcPct val="94000"/>
              </a:lnSpc>
              <a:spcBef>
                <a:spcPts val="500"/>
              </a:spcBef>
              <a:spcAft>
                <a:spcPts val="0"/>
              </a:spcAft>
              <a:buNone/>
            </a:pPr>
            <a:r>
              <a:rPr b="1" i="0" lang="en-GB" sz="700">
                <a:solidFill>
                  <a:srgbClr val="12688F"/>
                </a:solidFill>
                <a:latin typeface="Calibri"/>
                <a:ea typeface="Calibri"/>
                <a:cs typeface="Calibri"/>
                <a:sym typeface="Calibri"/>
              </a:rPr>
              <a:t>▪  </a:t>
            </a:r>
            <a:r>
              <a:rPr b="1" i="0" lang="en-GB" sz="800">
                <a:solidFill>
                  <a:srgbClr val="0B2E4F"/>
                </a:solidFill>
                <a:latin typeface="Calibri"/>
                <a:ea typeface="Calibri"/>
                <a:cs typeface="Calibri"/>
                <a:sym typeface="Calibri"/>
              </a:rPr>
              <a:t>Resilient by design.</a:t>
            </a:r>
            <a:r>
              <a:rPr b="0" i="0" lang="en-GB" sz="800">
                <a:solidFill>
                  <a:srgbClr val="14202B"/>
                </a:solidFill>
                <a:latin typeface="Calibri"/>
                <a:ea typeface="Calibri"/>
                <a:cs typeface="Calibri"/>
                <a:sym typeface="Calibri"/>
              </a:rPr>
              <a:t>  Runs air-gapped, so a network failure at a control room or a nodal centre does not take the tool down.</a:t>
            </a:r>
            <a:endParaRPr sz="1300"/>
          </a:p>
          <a:p>
            <a:pPr indent="0" lvl="0" marL="0" marR="0" rtl="0" algn="l">
              <a:lnSpc>
                <a:spcPct val="94000"/>
              </a:lnSpc>
              <a:spcBef>
                <a:spcPts val="500"/>
              </a:spcBef>
              <a:spcAft>
                <a:spcPts val="0"/>
              </a:spcAft>
              <a:buNone/>
            </a:pPr>
            <a:r>
              <a:rPr b="1" i="0" lang="en-GB" sz="700">
                <a:solidFill>
                  <a:srgbClr val="12688F"/>
                </a:solidFill>
                <a:latin typeface="Calibri"/>
                <a:ea typeface="Calibri"/>
                <a:cs typeface="Calibri"/>
                <a:sym typeface="Calibri"/>
              </a:rPr>
              <a:t>▪  </a:t>
            </a:r>
            <a:r>
              <a:rPr b="1" i="0" lang="en-GB" sz="800">
                <a:solidFill>
                  <a:srgbClr val="0B2E4F"/>
                </a:solidFill>
                <a:latin typeface="Calibri"/>
                <a:ea typeface="Calibri"/>
                <a:cs typeface="Calibri"/>
                <a:sym typeface="Calibri"/>
              </a:rPr>
              <a:t>Wider access.</a:t>
            </a:r>
            <a:r>
              <a:rPr b="0" i="0" lang="en-GB" sz="800">
                <a:solidFill>
                  <a:srgbClr val="14202B"/>
                </a:solidFill>
                <a:latin typeface="Calibri"/>
                <a:ea typeface="Calibri"/>
                <a:cs typeface="Calibri"/>
                <a:sym typeface="Calibri"/>
              </a:rPr>
              <a:t>  A browser and, in the next phase, Indian-language voice widen who can interrogate the ocean beyond specialists.</a:t>
            </a:r>
            <a:endParaRPr sz="1300"/>
          </a:p>
        </p:txBody>
      </p:sp>
      <p:sp>
        <p:nvSpPr>
          <p:cNvPr id="459" name="Google Shape;459;p41"/>
          <p:cNvSpPr txBox="1"/>
          <p:nvPr/>
        </p:nvSpPr>
        <p:spPr>
          <a:xfrm>
            <a:off x="274320" y="3833622"/>
            <a:ext cx="41148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GB" sz="800">
                <a:solidFill>
                  <a:schemeClr val="lt1"/>
                </a:solidFill>
                <a:latin typeface="Calibri"/>
                <a:ea typeface="Calibri"/>
                <a:cs typeface="Calibri"/>
                <a:sym typeface="Calibri"/>
              </a:rPr>
              <a:t>WHAT CHANGES ON THE DAY IT MATTERS  ·  A DEPRESSION FORMS IN THE BAY</a:t>
            </a:r>
            <a:endParaRPr sz="1200">
              <a:solidFill>
                <a:schemeClr val="lt1"/>
              </a:solidFill>
            </a:endParaRPr>
          </a:p>
        </p:txBody>
      </p:sp>
      <p:sp>
        <p:nvSpPr>
          <p:cNvPr descr="Your startup LOGO" id="460" name="Google Shape;460;p41"/>
          <p:cNvSpPr/>
          <p:nvPr/>
        </p:nvSpPr>
        <p:spPr>
          <a:xfrm>
            <a:off x="112625" y="78400"/>
            <a:ext cx="1089300" cy="605400"/>
          </a:xfrm>
          <a:prstGeom prst="ellipse">
            <a:avLst/>
          </a:prstGeom>
          <a:solidFill>
            <a:schemeClr val="lt1"/>
          </a:solidFill>
          <a:ln cap="flat" cmpd="sng" w="25400">
            <a:solidFill>
              <a:schemeClr val="accent1"/>
            </a:solidFill>
            <a:prstDash val="solid"/>
            <a:round/>
            <a:headEnd len="sm" w="sm" type="none"/>
            <a:tailEnd len="sm" w="sm" type="none"/>
          </a:ln>
        </p:spPr>
        <p:txBody>
          <a:bodyPr anchorCtr="0" anchor="ctr" bIns="34275" lIns="0" spcFirstLastPara="1" rIns="0" wrap="none" tIns="34275">
            <a:noAutofit/>
          </a:bodyPr>
          <a:lstStyle/>
          <a:p>
            <a:pPr indent="0" lvl="0" marL="0" rtl="0" algn="l">
              <a:lnSpc>
                <a:spcPct val="95000"/>
              </a:lnSpc>
              <a:spcBef>
                <a:spcPts val="400"/>
              </a:spcBef>
              <a:spcAft>
                <a:spcPts val="0"/>
              </a:spcAft>
              <a:buClr>
                <a:schemeClr val="dk1"/>
              </a:buClr>
              <a:buFont typeface="Arial"/>
              <a:buNone/>
            </a:pPr>
            <a:r>
              <a:rPr b="1" lang="en-GB" sz="1100">
                <a:solidFill>
                  <a:srgbClr val="FF0000"/>
                </a:solidFill>
                <a:latin typeface="Calibri"/>
                <a:ea typeface="Calibri"/>
                <a:cs typeface="Calibri"/>
                <a:sym typeface="Calibri"/>
              </a:rPr>
              <a:t>Pixel</a:t>
            </a:r>
            <a:r>
              <a:rPr b="1" lang="en-GB" sz="1100">
                <a:solidFill>
                  <a:srgbClr val="1C4587"/>
                </a:solidFill>
                <a:latin typeface="Calibri"/>
                <a:ea typeface="Calibri"/>
                <a:cs typeface="Calibri"/>
                <a:sym typeface="Calibri"/>
              </a:rPr>
              <a:t>Paws</a:t>
            </a:r>
            <a:endParaRPr b="1" i="0" sz="1200" u="none" cap="none" strike="noStrike">
              <a:solidFill>
                <a:srgbClr val="1C4587"/>
              </a:solidFill>
              <a:latin typeface="Calibri"/>
              <a:ea typeface="Calibri"/>
              <a:cs typeface="Calibri"/>
              <a:sym typeface="Calibri"/>
            </a:endParaRPr>
          </a:p>
        </p:txBody>
      </p:sp>
      <p:sp>
        <p:nvSpPr>
          <p:cNvPr id="461" name="Google Shape;461;p41"/>
          <p:cNvSpPr/>
          <p:nvPr/>
        </p:nvSpPr>
        <p:spPr>
          <a:xfrm>
            <a:off x="178300" y="3771900"/>
            <a:ext cx="8785200" cy="731400"/>
          </a:xfrm>
          <a:prstGeom prst="rect">
            <a:avLst/>
          </a:prstGeom>
          <a:solidFill>
            <a:srgbClr val="0070C0"/>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462" name="Google Shape;462;p41"/>
          <p:cNvSpPr txBox="1"/>
          <p:nvPr/>
        </p:nvSpPr>
        <p:spPr>
          <a:xfrm>
            <a:off x="274320" y="3833622"/>
            <a:ext cx="41148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chemeClr val="lt1"/>
                </a:solidFill>
                <a:latin typeface="Calibri"/>
                <a:ea typeface="Calibri"/>
                <a:cs typeface="Calibri"/>
                <a:sym typeface="Calibri"/>
              </a:rPr>
              <a:t>WHAT CHANGES ON THE DAY IT MATTERS  ·  A DEPRESSION FORMS IN THE BAY</a:t>
            </a:r>
            <a:endParaRPr b="0" i="0" sz="1200" u="none" cap="none" strike="noStrike">
              <a:solidFill>
                <a:schemeClr val="lt1"/>
              </a:solidFill>
              <a:latin typeface="Arial"/>
              <a:ea typeface="Arial"/>
              <a:cs typeface="Arial"/>
              <a:sym typeface="Arial"/>
            </a:endParaRPr>
          </a:p>
        </p:txBody>
      </p:sp>
      <p:sp>
        <p:nvSpPr>
          <p:cNvPr id="463" name="Google Shape;463;p41"/>
          <p:cNvSpPr/>
          <p:nvPr/>
        </p:nvSpPr>
        <p:spPr>
          <a:xfrm>
            <a:off x="274320" y="4011207"/>
            <a:ext cx="2210700" cy="658500"/>
          </a:xfrm>
          <a:prstGeom prst="chevron">
            <a:avLst>
              <a:gd fmla="val 50000" name="adj"/>
            </a:avLst>
          </a:prstGeom>
          <a:solidFill>
            <a:srgbClr val="1F4E79"/>
          </a:solidFill>
          <a:ln>
            <a:noFill/>
          </a:ln>
        </p:spPr>
        <p:txBody>
          <a:bodyPr anchorCtr="0" anchor="ctr" bIns="18275" lIns="91425" spcFirstLastPara="1" rIns="73150" wrap="square" tIns="18275">
            <a:noAutofit/>
          </a:bodyPr>
          <a:lstStyle/>
          <a:p>
            <a:pPr indent="0" lvl="0" marL="0" marR="0" rtl="0" algn="l">
              <a:lnSpc>
                <a:spcPct val="92000"/>
              </a:lnSpc>
              <a:spcBef>
                <a:spcPts val="0"/>
              </a:spcBef>
              <a:spcAft>
                <a:spcPts val="0"/>
              </a:spcAft>
              <a:buNone/>
            </a:pPr>
            <a:r>
              <a:rPr b="1" i="0" lang="en-GB" sz="800" u="none" cap="none" strike="noStrike">
                <a:solidFill>
                  <a:srgbClr val="FFFFFF"/>
                </a:solidFill>
                <a:latin typeface="Arial"/>
                <a:ea typeface="Arial"/>
                <a:cs typeface="Arial"/>
                <a:sym typeface="Arial"/>
              </a:rPr>
              <a:t>1   SEE THE HEAT</a:t>
            </a:r>
            <a:endParaRPr/>
          </a:p>
          <a:p>
            <a:pPr indent="0" lvl="0" marL="0" marR="0" rtl="0" algn="l">
              <a:lnSpc>
                <a:spcPct val="92000"/>
              </a:lnSpc>
              <a:spcBef>
                <a:spcPts val="0"/>
              </a:spcBef>
              <a:spcAft>
                <a:spcPts val="0"/>
              </a:spcAft>
              <a:buNone/>
            </a:pPr>
            <a:r>
              <a:rPr b="0" i="0" lang="en-GB" sz="800" u="none" cap="none" strike="noStrike">
                <a:solidFill>
                  <a:srgbClr val="FFFFFF"/>
                </a:solidFill>
                <a:latin typeface="Arial"/>
                <a:ea typeface="Arial"/>
                <a:cs typeface="Arial"/>
                <a:sym typeface="Arial"/>
              </a:rPr>
              <a:t>Switch to the depth of the </a:t>
            </a:r>
            <a:r>
              <a:rPr lang="en-GB" sz="800">
                <a:solidFill>
                  <a:srgbClr val="FFFFFF"/>
                </a:solidFill>
              </a:rPr>
              <a:t>26°C</a:t>
            </a:r>
            <a:r>
              <a:rPr b="0" i="0" lang="en-GB" sz="800" u="none" cap="none" strike="noStrike">
                <a:solidFill>
                  <a:srgbClr val="FFFFFF"/>
                </a:solidFill>
                <a:latin typeface="Arial"/>
                <a:ea typeface="Arial"/>
                <a:cs typeface="Arial"/>
                <a:sym typeface="Arial"/>
              </a:rPr>
              <a:t> isotherm, the layer a cyclone feeds on.</a:t>
            </a:r>
            <a:endParaRPr/>
          </a:p>
        </p:txBody>
      </p:sp>
      <p:sp>
        <p:nvSpPr>
          <p:cNvPr id="464" name="Google Shape;464;p41"/>
          <p:cNvSpPr/>
          <p:nvPr/>
        </p:nvSpPr>
        <p:spPr>
          <a:xfrm>
            <a:off x="2402586" y="4011207"/>
            <a:ext cx="2210700" cy="658500"/>
          </a:xfrm>
          <a:prstGeom prst="chevron">
            <a:avLst>
              <a:gd fmla="val 50000" name="adj"/>
            </a:avLst>
          </a:prstGeom>
          <a:solidFill>
            <a:srgbClr val="11777A"/>
          </a:solidFill>
          <a:ln>
            <a:noFill/>
          </a:ln>
        </p:spPr>
        <p:txBody>
          <a:bodyPr anchorCtr="0" anchor="ctr" bIns="18275" lIns="146300" spcFirstLastPara="1" rIns="73150" wrap="square" tIns="18275">
            <a:noAutofit/>
          </a:bodyPr>
          <a:lstStyle/>
          <a:p>
            <a:pPr indent="0" lvl="0" marL="0" marR="0" rtl="0" algn="l">
              <a:lnSpc>
                <a:spcPct val="92000"/>
              </a:lnSpc>
              <a:spcBef>
                <a:spcPts val="0"/>
              </a:spcBef>
              <a:spcAft>
                <a:spcPts val="0"/>
              </a:spcAft>
              <a:buNone/>
            </a:pPr>
            <a:r>
              <a:rPr b="1" i="0" lang="en-GB" sz="800" u="none" cap="none" strike="noStrike">
                <a:solidFill>
                  <a:srgbClr val="FFFFFF"/>
                </a:solidFill>
                <a:latin typeface="Arial"/>
                <a:ea typeface="Arial"/>
                <a:cs typeface="Arial"/>
                <a:sym typeface="Arial"/>
              </a:rPr>
              <a:t>2   CHECK THE MODEL</a:t>
            </a:r>
            <a:endParaRPr/>
          </a:p>
          <a:p>
            <a:pPr indent="0" lvl="0" marL="0" marR="0" rtl="0" algn="l">
              <a:lnSpc>
                <a:spcPct val="92000"/>
              </a:lnSpc>
              <a:spcBef>
                <a:spcPts val="0"/>
              </a:spcBef>
              <a:spcAft>
                <a:spcPts val="0"/>
              </a:spcAft>
              <a:buNone/>
            </a:pPr>
            <a:r>
              <a:rPr b="0" i="0" lang="en-GB" sz="800" u="none" cap="none" strike="noStrike">
                <a:solidFill>
                  <a:srgbClr val="FFFFFF"/>
                </a:solidFill>
                <a:latin typeface="Arial"/>
                <a:ea typeface="Arial"/>
                <a:cs typeface="Arial"/>
                <a:sym typeface="Arial"/>
              </a:rPr>
              <a:t>The card says the field is </a:t>
            </a:r>
            <a:r>
              <a:rPr lang="en-GB" sz="800">
                <a:solidFill>
                  <a:srgbClr val="FFFFFF"/>
                </a:solidFill>
              </a:rPr>
              <a:t>2.07°C</a:t>
            </a:r>
            <a:r>
              <a:rPr b="0" i="0" lang="en-GB" sz="800" u="none" cap="none" strike="noStrike">
                <a:solidFill>
                  <a:srgbClr val="FFFFFF"/>
                </a:solidFill>
                <a:latin typeface="Arial"/>
                <a:ea typeface="Arial"/>
                <a:cs typeface="Arial"/>
                <a:sym typeface="Arial"/>
              </a:rPr>
              <a:t> off across 50 to 100 m.</a:t>
            </a:r>
            <a:endParaRPr/>
          </a:p>
        </p:txBody>
      </p:sp>
      <p:sp>
        <p:nvSpPr>
          <p:cNvPr id="465" name="Google Shape;465;p41"/>
          <p:cNvSpPr/>
          <p:nvPr/>
        </p:nvSpPr>
        <p:spPr>
          <a:xfrm>
            <a:off x="4530852" y="4011207"/>
            <a:ext cx="2210700" cy="658500"/>
          </a:xfrm>
          <a:prstGeom prst="chevron">
            <a:avLst>
              <a:gd fmla="val 50000" name="adj"/>
            </a:avLst>
          </a:prstGeom>
          <a:solidFill>
            <a:srgbClr val="11777A"/>
          </a:solidFill>
          <a:ln>
            <a:noFill/>
          </a:ln>
        </p:spPr>
        <p:txBody>
          <a:bodyPr anchorCtr="0" anchor="ctr" bIns="18275" lIns="146300" spcFirstLastPara="1" rIns="73150" wrap="square" tIns="18275">
            <a:noAutofit/>
          </a:bodyPr>
          <a:lstStyle/>
          <a:p>
            <a:pPr indent="0" lvl="0" marL="0" marR="0" rtl="0" algn="l">
              <a:lnSpc>
                <a:spcPct val="92000"/>
              </a:lnSpc>
              <a:spcBef>
                <a:spcPts val="0"/>
              </a:spcBef>
              <a:spcAft>
                <a:spcPts val="0"/>
              </a:spcAft>
              <a:buNone/>
            </a:pPr>
            <a:r>
              <a:rPr b="1" i="0" lang="en-GB" sz="800" u="none" cap="none" strike="noStrike">
                <a:solidFill>
                  <a:srgbClr val="FFFFFF"/>
                </a:solidFill>
                <a:latin typeface="Arial"/>
                <a:ea typeface="Arial"/>
                <a:cs typeface="Arial"/>
                <a:sym typeface="Arial"/>
              </a:rPr>
              <a:t>3   CONFIRM AGAINST THE WATER</a:t>
            </a:r>
            <a:endParaRPr/>
          </a:p>
          <a:p>
            <a:pPr indent="0" lvl="0" marL="0" marR="0" rtl="0" algn="l">
              <a:lnSpc>
                <a:spcPct val="92000"/>
              </a:lnSpc>
              <a:spcBef>
                <a:spcPts val="0"/>
              </a:spcBef>
              <a:spcAft>
                <a:spcPts val="0"/>
              </a:spcAft>
              <a:buNone/>
            </a:pPr>
            <a:r>
              <a:rPr b="0" i="0" lang="en-GB" sz="800" u="none" cap="none" strike="noStrike">
                <a:solidFill>
                  <a:srgbClr val="FFFFFF"/>
                </a:solidFill>
                <a:latin typeface="Arial"/>
                <a:ea typeface="Arial"/>
                <a:cs typeface="Arial"/>
                <a:sym typeface="Arial"/>
              </a:rPr>
              <a:t>Click the nearest Argo float. Its measured profile against the model.</a:t>
            </a:r>
            <a:endParaRPr/>
          </a:p>
        </p:txBody>
      </p:sp>
      <p:sp>
        <p:nvSpPr>
          <p:cNvPr id="466" name="Google Shape;466;p41"/>
          <p:cNvSpPr/>
          <p:nvPr/>
        </p:nvSpPr>
        <p:spPr>
          <a:xfrm>
            <a:off x="6659118" y="4011207"/>
            <a:ext cx="2210700" cy="658500"/>
          </a:xfrm>
          <a:prstGeom prst="chevron">
            <a:avLst>
              <a:gd fmla="val 50000" name="adj"/>
            </a:avLst>
          </a:prstGeom>
          <a:solidFill>
            <a:srgbClr val="C03A2B"/>
          </a:solidFill>
          <a:ln>
            <a:noFill/>
          </a:ln>
        </p:spPr>
        <p:txBody>
          <a:bodyPr anchorCtr="0" anchor="ctr" bIns="18275" lIns="146300" spcFirstLastPara="1" rIns="73150" wrap="square" tIns="18275">
            <a:noAutofit/>
          </a:bodyPr>
          <a:lstStyle/>
          <a:p>
            <a:pPr indent="0" lvl="0" marL="0" marR="0" rtl="0" algn="l">
              <a:lnSpc>
                <a:spcPct val="92000"/>
              </a:lnSpc>
              <a:spcBef>
                <a:spcPts val="0"/>
              </a:spcBef>
              <a:spcAft>
                <a:spcPts val="0"/>
              </a:spcAft>
              <a:buNone/>
            </a:pPr>
            <a:r>
              <a:rPr b="1" i="0" lang="en-GB" sz="800" u="none" cap="none" strike="noStrike">
                <a:solidFill>
                  <a:srgbClr val="FFFFFF"/>
                </a:solidFill>
                <a:latin typeface="Arial"/>
                <a:ea typeface="Arial"/>
                <a:cs typeface="Arial"/>
                <a:sym typeface="Arial"/>
              </a:rPr>
              <a:t>4   PUT THE WARNING IN CONTEXT</a:t>
            </a:r>
            <a:endParaRPr/>
          </a:p>
          <a:p>
            <a:pPr indent="0" lvl="0" marL="0" marR="0" rtl="0" algn="l">
              <a:lnSpc>
                <a:spcPct val="92000"/>
              </a:lnSpc>
              <a:spcBef>
                <a:spcPts val="0"/>
              </a:spcBef>
              <a:spcAft>
                <a:spcPts val="0"/>
              </a:spcAft>
              <a:buNone/>
            </a:pPr>
            <a:r>
              <a:rPr b="0" i="0" lang="en-GB" sz="800" u="none" cap="none" strike="noStrike">
                <a:solidFill>
                  <a:srgbClr val="FFFFFF"/>
                </a:solidFill>
                <a:latin typeface="Arial"/>
                <a:ea typeface="Arial"/>
                <a:cs typeface="Arial"/>
                <a:sym typeface="Arial"/>
              </a:rPr>
              <a:t>The CAP bulletin is drawn over the water it concerns. Network off.</a:t>
            </a:r>
            <a:endParaRPr/>
          </a:p>
        </p:txBody>
      </p:sp>
      <p:sp>
        <p:nvSpPr>
          <p:cNvPr id="467" name="Google Shape;467;p41"/>
          <p:cNvSpPr/>
          <p:nvPr/>
        </p:nvSpPr>
        <p:spPr>
          <a:xfrm>
            <a:off x="6392112" y="2208276"/>
            <a:ext cx="2263200" cy="205800"/>
          </a:xfrm>
          <a:prstGeom prst="roundRect">
            <a:avLst>
              <a:gd fmla="val 32000" name="adj"/>
            </a:avLst>
          </a:prstGeom>
          <a:solidFill>
            <a:srgbClr val="0B2E4F"/>
          </a:solidFill>
          <a:ln>
            <a:noFill/>
          </a:ln>
        </p:spPr>
        <p:txBody>
          <a:bodyPr anchorCtr="0" anchor="ctr" bIns="0" lIns="68575" spcFirstLastPara="1" rIns="4115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                   NATIONAL ALIGNMENT</a:t>
            </a:r>
            <a:endParaRPr b="0" i="0" sz="1100" u="none" cap="none" strike="noStrike">
              <a:solidFill>
                <a:srgbClr val="000000"/>
              </a:solidFill>
              <a:latin typeface="Arial"/>
              <a:ea typeface="Arial"/>
              <a:cs typeface="Arial"/>
              <a:sym typeface="Arial"/>
            </a:endParaRPr>
          </a:p>
        </p:txBody>
      </p:sp>
      <p:sp>
        <p:nvSpPr>
          <p:cNvPr id="468" name="Google Shape;468;p41"/>
          <p:cNvSpPr/>
          <p:nvPr/>
        </p:nvSpPr>
        <p:spPr>
          <a:xfrm>
            <a:off x="6083045" y="2455164"/>
            <a:ext cx="2880300" cy="11934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469" name="Google Shape;469;p41"/>
          <p:cNvSpPr/>
          <p:nvPr/>
        </p:nvSpPr>
        <p:spPr>
          <a:xfrm>
            <a:off x="6165341" y="2537460"/>
            <a:ext cx="1316700" cy="219600"/>
          </a:xfrm>
          <a:prstGeom prst="roundRect">
            <a:avLst>
              <a:gd fmla="val 22000" name="adj"/>
            </a:avLst>
          </a:prstGeom>
          <a:solidFill>
            <a:srgbClr val="E4ECF1"/>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Digital India</a:t>
            </a:r>
            <a:endParaRPr b="0" i="0" sz="1300" u="none" cap="none" strike="noStrike">
              <a:solidFill>
                <a:srgbClr val="000000"/>
              </a:solidFill>
              <a:latin typeface="Arial"/>
              <a:ea typeface="Arial"/>
              <a:cs typeface="Arial"/>
              <a:sym typeface="Arial"/>
            </a:endParaRPr>
          </a:p>
        </p:txBody>
      </p:sp>
      <p:sp>
        <p:nvSpPr>
          <p:cNvPr id="470" name="Google Shape;470;p41"/>
          <p:cNvSpPr/>
          <p:nvPr/>
        </p:nvSpPr>
        <p:spPr>
          <a:xfrm>
            <a:off x="7564374" y="2537460"/>
            <a:ext cx="1316700" cy="219600"/>
          </a:xfrm>
          <a:prstGeom prst="roundRect">
            <a:avLst>
              <a:gd fmla="val 22000" name="adj"/>
            </a:avLst>
          </a:prstGeom>
          <a:solidFill>
            <a:srgbClr val="E4ECF1"/>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Deep Ocean Mission</a:t>
            </a:r>
            <a:endParaRPr b="0" i="0" sz="1300" u="none" cap="none" strike="noStrike">
              <a:solidFill>
                <a:srgbClr val="000000"/>
              </a:solidFill>
              <a:latin typeface="Arial"/>
              <a:ea typeface="Arial"/>
              <a:cs typeface="Arial"/>
              <a:sym typeface="Arial"/>
            </a:endParaRPr>
          </a:p>
        </p:txBody>
      </p:sp>
      <p:sp>
        <p:nvSpPr>
          <p:cNvPr id="471" name="Google Shape;471;p41"/>
          <p:cNvSpPr/>
          <p:nvPr/>
        </p:nvSpPr>
        <p:spPr>
          <a:xfrm>
            <a:off x="6165341" y="2811780"/>
            <a:ext cx="1316700" cy="219600"/>
          </a:xfrm>
          <a:prstGeom prst="roundRect">
            <a:avLst>
              <a:gd fmla="val 22000" name="adj"/>
            </a:avLst>
          </a:prstGeom>
          <a:solidFill>
            <a:srgbClr val="E4ECF1"/>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Blue Economy</a:t>
            </a:r>
            <a:endParaRPr b="0" i="0" sz="1300" u="none" cap="none" strike="noStrike">
              <a:solidFill>
                <a:srgbClr val="000000"/>
              </a:solidFill>
              <a:latin typeface="Arial"/>
              <a:ea typeface="Arial"/>
              <a:cs typeface="Arial"/>
              <a:sym typeface="Arial"/>
            </a:endParaRPr>
          </a:p>
        </p:txBody>
      </p:sp>
      <p:sp>
        <p:nvSpPr>
          <p:cNvPr id="472" name="Google Shape;472;p41"/>
          <p:cNvSpPr/>
          <p:nvPr/>
        </p:nvSpPr>
        <p:spPr>
          <a:xfrm>
            <a:off x="7564374" y="2811780"/>
            <a:ext cx="1316700" cy="219600"/>
          </a:xfrm>
          <a:prstGeom prst="roundRect">
            <a:avLst>
              <a:gd fmla="val 22000" name="adj"/>
            </a:avLst>
          </a:prstGeom>
          <a:solidFill>
            <a:srgbClr val="E4ECF1"/>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SAGAR / MoES mandate</a:t>
            </a:r>
            <a:endParaRPr b="0" i="0" sz="1300" u="none" cap="none" strike="noStrike">
              <a:solidFill>
                <a:srgbClr val="000000"/>
              </a:solidFill>
              <a:latin typeface="Arial"/>
              <a:ea typeface="Arial"/>
              <a:cs typeface="Arial"/>
              <a:sym typeface="Arial"/>
            </a:endParaRPr>
          </a:p>
        </p:txBody>
      </p:sp>
      <p:sp>
        <p:nvSpPr>
          <p:cNvPr id="473" name="Google Shape;473;p41"/>
          <p:cNvSpPr/>
          <p:nvPr/>
        </p:nvSpPr>
        <p:spPr>
          <a:xfrm>
            <a:off x="6165341" y="3086100"/>
            <a:ext cx="1316700" cy="219600"/>
          </a:xfrm>
          <a:prstGeom prst="roundRect">
            <a:avLst>
              <a:gd fmla="val 22000" name="adj"/>
            </a:avLst>
          </a:prstGeom>
          <a:solidFill>
            <a:srgbClr val="E4ECF1"/>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UN SDG 14: Life Below Water</a:t>
            </a:r>
            <a:endParaRPr b="0" i="0" sz="1300" u="none" cap="none" strike="noStrike">
              <a:solidFill>
                <a:srgbClr val="000000"/>
              </a:solidFill>
              <a:latin typeface="Arial"/>
              <a:ea typeface="Arial"/>
              <a:cs typeface="Arial"/>
              <a:sym typeface="Arial"/>
            </a:endParaRPr>
          </a:p>
        </p:txBody>
      </p:sp>
      <p:sp>
        <p:nvSpPr>
          <p:cNvPr id="474" name="Google Shape;474;p41"/>
          <p:cNvSpPr/>
          <p:nvPr/>
        </p:nvSpPr>
        <p:spPr>
          <a:xfrm>
            <a:off x="7564374" y="3086100"/>
            <a:ext cx="1316700" cy="219600"/>
          </a:xfrm>
          <a:prstGeom prst="roundRect">
            <a:avLst>
              <a:gd fmla="val 22000" name="adj"/>
            </a:avLst>
          </a:prstGeom>
          <a:solidFill>
            <a:srgbClr val="E4ECF1"/>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Deployable on INCOIS infrastructure</a:t>
            </a:r>
            <a:endParaRPr b="0" i="0" sz="1100" u="none" cap="none" strike="noStrike">
              <a:solidFill>
                <a:srgbClr val="000000"/>
              </a:solidFill>
              <a:latin typeface="Arial"/>
              <a:ea typeface="Arial"/>
              <a:cs typeface="Arial"/>
              <a:sym typeface="Arial"/>
            </a:endParaRPr>
          </a:p>
        </p:txBody>
      </p:sp>
      <p:sp>
        <p:nvSpPr>
          <p:cNvPr id="475" name="Google Shape;475;p41"/>
          <p:cNvSpPr txBox="1"/>
          <p:nvPr/>
        </p:nvSpPr>
        <p:spPr>
          <a:xfrm>
            <a:off x="6165341" y="3362027"/>
            <a:ext cx="27159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GB" sz="900" u="none" cap="none" strike="noStrike">
                <a:solidFill>
                  <a:srgbClr val="556471"/>
                </a:solidFill>
                <a:latin typeface="Calibri"/>
                <a:ea typeface="Calibri"/>
                <a:cs typeface="Calibri"/>
                <a:sym typeface="Calibri"/>
              </a:rPr>
              <a:t>The PS is an internal INCOIS tooling request, so the deployment story is native rather than argued.</a:t>
            </a:r>
            <a:endParaRPr b="0" i="0" sz="1200" u="none" cap="none" strike="noStrike">
              <a:solidFill>
                <a:srgbClr val="000000"/>
              </a:solidFill>
              <a:latin typeface="Arial"/>
              <a:ea typeface="Arial"/>
              <a:cs typeface="Arial"/>
              <a:sym typeface="Arial"/>
            </a:endParaRPr>
          </a:p>
        </p:txBody>
      </p:sp>
      <p:sp>
        <p:nvSpPr>
          <p:cNvPr id="476" name="Google Shape;476;p41"/>
          <p:cNvSpPr/>
          <p:nvPr/>
        </p:nvSpPr>
        <p:spPr>
          <a:xfrm>
            <a:off x="178308" y="1083564"/>
            <a:ext cx="1680300" cy="10014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477" name="Google Shape;477;p41"/>
          <p:cNvSpPr/>
          <p:nvPr/>
        </p:nvSpPr>
        <p:spPr>
          <a:xfrm>
            <a:off x="178308" y="1083564"/>
            <a:ext cx="1680300" cy="41100"/>
          </a:xfrm>
          <a:prstGeom prst="rect">
            <a:avLst/>
          </a:prstGeom>
          <a:solidFill>
            <a:srgbClr val="C44528"/>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478" name="Google Shape;478;p41"/>
          <p:cNvSpPr txBox="1"/>
          <p:nvPr/>
        </p:nvSpPr>
        <p:spPr>
          <a:xfrm>
            <a:off x="253750" y="1193300"/>
            <a:ext cx="1604700" cy="5709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1000"/>
              <a:buFont typeface="Arial"/>
              <a:buNone/>
            </a:pPr>
            <a:r>
              <a:rPr b="1" i="0" lang="en-GB" sz="1000" u="none" cap="none" strike="noStrike">
                <a:solidFill>
                  <a:srgbClr val="C44528"/>
                </a:solidFill>
                <a:latin typeface="Calibri"/>
                <a:ea typeface="Calibri"/>
                <a:cs typeface="Calibri"/>
                <a:sym typeface="Calibri"/>
              </a:rPr>
              <a:t>DISASTER MANAGERS</a:t>
            </a:r>
            <a:endParaRPr b="1" i="0" sz="1400" u="none" cap="none" strike="noStrike">
              <a:solidFill>
                <a:srgbClr val="000000"/>
              </a:solidFill>
              <a:latin typeface="Arial"/>
              <a:ea typeface="Arial"/>
              <a:cs typeface="Arial"/>
              <a:sym typeface="Arial"/>
            </a:endParaRPr>
          </a:p>
          <a:p>
            <a:pPr indent="0" lvl="0" marL="0" marR="0" rtl="0" algn="l">
              <a:lnSpc>
                <a:spcPct val="94000"/>
              </a:lnSpc>
              <a:spcBef>
                <a:spcPts val="300"/>
              </a:spcBef>
              <a:spcAft>
                <a:spcPts val="0"/>
              </a:spcAft>
              <a:buClr>
                <a:srgbClr val="000000"/>
              </a:buClr>
              <a:buSzPts val="900"/>
              <a:buFont typeface="Arial"/>
              <a:buNone/>
            </a:pPr>
            <a:r>
              <a:rPr b="1" i="0" lang="en-GB" sz="900" u="none" cap="none" strike="noStrike">
                <a:solidFill>
                  <a:srgbClr val="14202B"/>
                </a:solidFill>
                <a:latin typeface="Calibri"/>
                <a:ea typeface="Calibri"/>
                <a:cs typeface="Calibri"/>
                <a:sym typeface="Calibri"/>
              </a:rPr>
              <a:t>A tsunami or high-wave CAP bulletin becomes a shape on the water.</a:t>
            </a:r>
            <a:endParaRPr b="0" i="0" sz="1300" u="none" cap="none" strike="noStrike">
              <a:solidFill>
                <a:srgbClr val="000000"/>
              </a:solidFill>
              <a:latin typeface="Arial"/>
              <a:ea typeface="Arial"/>
              <a:cs typeface="Arial"/>
              <a:sym typeface="Arial"/>
            </a:endParaRPr>
          </a:p>
        </p:txBody>
      </p:sp>
      <p:sp>
        <p:nvSpPr>
          <p:cNvPr id="479" name="Google Shape;479;p41"/>
          <p:cNvSpPr/>
          <p:nvPr/>
        </p:nvSpPr>
        <p:spPr>
          <a:xfrm>
            <a:off x="1954530" y="1083564"/>
            <a:ext cx="1680300" cy="10014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480" name="Google Shape;480;p41"/>
          <p:cNvSpPr/>
          <p:nvPr/>
        </p:nvSpPr>
        <p:spPr>
          <a:xfrm>
            <a:off x="1954530" y="1083564"/>
            <a:ext cx="1680300" cy="41100"/>
          </a:xfrm>
          <a:prstGeom prst="rect">
            <a:avLst/>
          </a:prstGeom>
          <a:solidFill>
            <a:srgbClr val="0B2E4F"/>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481" name="Google Shape;481;p41"/>
          <p:cNvSpPr txBox="1"/>
          <p:nvPr/>
        </p:nvSpPr>
        <p:spPr>
          <a:xfrm>
            <a:off x="2029968" y="1193292"/>
            <a:ext cx="1529400" cy="4404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1000"/>
              <a:buFont typeface="Arial"/>
              <a:buNone/>
            </a:pPr>
            <a:r>
              <a:rPr b="1" i="0" lang="en-GB" sz="1000" u="none" cap="none" strike="noStrike">
                <a:solidFill>
                  <a:srgbClr val="0B2E4F"/>
                </a:solidFill>
                <a:latin typeface="Calibri"/>
                <a:ea typeface="Calibri"/>
                <a:cs typeface="Calibri"/>
                <a:sym typeface="Calibri"/>
              </a:rPr>
              <a:t>OPERATIONAL FORECASTERS</a:t>
            </a:r>
            <a:endParaRPr b="0" i="0" sz="1400" u="none" cap="none" strike="noStrike">
              <a:solidFill>
                <a:srgbClr val="000000"/>
              </a:solidFill>
              <a:latin typeface="Arial"/>
              <a:ea typeface="Arial"/>
              <a:cs typeface="Arial"/>
              <a:sym typeface="Arial"/>
            </a:endParaRPr>
          </a:p>
          <a:p>
            <a:pPr indent="0" lvl="0" marL="0" marR="0" rtl="0" algn="l">
              <a:lnSpc>
                <a:spcPct val="94000"/>
              </a:lnSpc>
              <a:spcBef>
                <a:spcPts val="300"/>
              </a:spcBef>
              <a:spcAft>
                <a:spcPts val="0"/>
              </a:spcAft>
              <a:buClr>
                <a:srgbClr val="000000"/>
              </a:buClr>
              <a:buSzPts val="900"/>
              <a:buFont typeface="Arial"/>
              <a:buNone/>
            </a:pPr>
            <a:r>
              <a:rPr b="0" i="0" lang="en-GB" sz="900" u="none" cap="none" strike="noStrike">
                <a:solidFill>
                  <a:srgbClr val="14202B"/>
                </a:solidFill>
                <a:latin typeface="Calibri"/>
                <a:ea typeface="Calibri"/>
                <a:cs typeface="Calibri"/>
                <a:sym typeface="Calibri"/>
              </a:rPr>
              <a:t>“Can I trust today's field?” answered per depth band.</a:t>
            </a:r>
            <a:endParaRPr b="0" i="0" sz="1300" u="none" cap="none" strike="noStrike">
              <a:solidFill>
                <a:srgbClr val="000000"/>
              </a:solidFill>
              <a:latin typeface="Arial"/>
              <a:ea typeface="Arial"/>
              <a:cs typeface="Arial"/>
              <a:sym typeface="Arial"/>
            </a:endParaRPr>
          </a:p>
        </p:txBody>
      </p:sp>
      <p:sp>
        <p:nvSpPr>
          <p:cNvPr id="482" name="Google Shape;482;p41"/>
          <p:cNvSpPr/>
          <p:nvPr/>
        </p:nvSpPr>
        <p:spPr>
          <a:xfrm>
            <a:off x="3730752" y="1083564"/>
            <a:ext cx="1680300" cy="10014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483" name="Google Shape;483;p41"/>
          <p:cNvSpPr/>
          <p:nvPr/>
        </p:nvSpPr>
        <p:spPr>
          <a:xfrm>
            <a:off x="3730752" y="1083564"/>
            <a:ext cx="1680300" cy="41100"/>
          </a:xfrm>
          <a:prstGeom prst="rect">
            <a:avLst/>
          </a:prstGeom>
          <a:solidFill>
            <a:srgbClr val="12688F"/>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484" name="Google Shape;484;p41"/>
          <p:cNvSpPr txBox="1"/>
          <p:nvPr/>
        </p:nvSpPr>
        <p:spPr>
          <a:xfrm>
            <a:off x="3806190" y="1193292"/>
            <a:ext cx="1529400" cy="4404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1000"/>
              <a:buFont typeface="Arial"/>
              <a:buNone/>
            </a:pPr>
            <a:r>
              <a:rPr b="1" i="0" lang="en-GB" sz="1000" u="none" cap="none" strike="noStrike">
                <a:solidFill>
                  <a:srgbClr val="12688F"/>
                </a:solidFill>
                <a:latin typeface="Calibri"/>
                <a:ea typeface="Calibri"/>
                <a:cs typeface="Calibri"/>
                <a:sym typeface="Calibri"/>
              </a:rPr>
              <a:t>SEARCH AND RESCUE</a:t>
            </a:r>
            <a:endParaRPr b="1" i="0" sz="1400" u="none" cap="none" strike="noStrike">
              <a:solidFill>
                <a:srgbClr val="000000"/>
              </a:solidFill>
              <a:latin typeface="Arial"/>
              <a:ea typeface="Arial"/>
              <a:cs typeface="Arial"/>
              <a:sym typeface="Arial"/>
            </a:endParaRPr>
          </a:p>
          <a:p>
            <a:pPr indent="0" lvl="0" marL="0" marR="0" rtl="0" algn="l">
              <a:lnSpc>
                <a:spcPct val="94000"/>
              </a:lnSpc>
              <a:spcBef>
                <a:spcPts val="300"/>
              </a:spcBef>
              <a:spcAft>
                <a:spcPts val="0"/>
              </a:spcAft>
              <a:buClr>
                <a:srgbClr val="000000"/>
              </a:buClr>
              <a:buSzPts val="900"/>
              <a:buFont typeface="Arial"/>
              <a:buNone/>
            </a:pPr>
            <a:r>
              <a:rPr b="0" i="0" lang="en-GB" sz="900" u="none" cap="none" strike="noStrike">
                <a:solidFill>
                  <a:srgbClr val="14202B"/>
                </a:solidFill>
                <a:latin typeface="Calibri"/>
                <a:ea typeface="Calibri"/>
                <a:cs typeface="Calibri"/>
                <a:sym typeface="Calibri"/>
              </a:rPr>
              <a:t>Depth-resolved currents, which is what a drifting object follows.</a:t>
            </a:r>
            <a:endParaRPr b="0" i="0" sz="1300" u="none" cap="none" strike="noStrike">
              <a:solidFill>
                <a:srgbClr val="000000"/>
              </a:solidFill>
              <a:latin typeface="Arial"/>
              <a:ea typeface="Arial"/>
              <a:cs typeface="Arial"/>
              <a:sym typeface="Arial"/>
            </a:endParaRPr>
          </a:p>
        </p:txBody>
      </p:sp>
      <p:sp>
        <p:nvSpPr>
          <p:cNvPr id="485" name="Google Shape;485;p41"/>
          <p:cNvSpPr/>
          <p:nvPr/>
        </p:nvSpPr>
        <p:spPr>
          <a:xfrm>
            <a:off x="5506974" y="1083564"/>
            <a:ext cx="1680300" cy="10014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486" name="Google Shape;486;p41"/>
          <p:cNvSpPr/>
          <p:nvPr/>
        </p:nvSpPr>
        <p:spPr>
          <a:xfrm>
            <a:off x="5506974" y="1083564"/>
            <a:ext cx="1680300" cy="41100"/>
          </a:xfrm>
          <a:prstGeom prst="rect">
            <a:avLst/>
          </a:prstGeom>
          <a:solidFill>
            <a:srgbClr val="0E8C9A"/>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487" name="Google Shape;487;p41"/>
          <p:cNvSpPr txBox="1"/>
          <p:nvPr/>
        </p:nvSpPr>
        <p:spPr>
          <a:xfrm>
            <a:off x="5582412" y="1193292"/>
            <a:ext cx="1529400" cy="5709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1000"/>
              <a:buFont typeface="Arial"/>
              <a:buNone/>
            </a:pPr>
            <a:r>
              <a:rPr b="1" i="0" lang="en-GB" sz="1000" u="none" cap="none" strike="noStrike">
                <a:solidFill>
                  <a:srgbClr val="0E8C9A"/>
                </a:solidFill>
                <a:latin typeface="Calibri"/>
                <a:ea typeface="Calibri"/>
                <a:cs typeface="Calibri"/>
                <a:sym typeface="Calibri"/>
              </a:rPr>
              <a:t>FISHERY ADVISORIES</a:t>
            </a:r>
            <a:endParaRPr b="1" i="0" sz="1400" u="none" cap="none" strike="noStrike">
              <a:solidFill>
                <a:srgbClr val="000000"/>
              </a:solidFill>
              <a:latin typeface="Arial"/>
              <a:ea typeface="Arial"/>
              <a:cs typeface="Arial"/>
              <a:sym typeface="Arial"/>
            </a:endParaRPr>
          </a:p>
          <a:p>
            <a:pPr indent="0" lvl="0" marL="0" marR="0" rtl="0" algn="l">
              <a:lnSpc>
                <a:spcPct val="94000"/>
              </a:lnSpc>
              <a:spcBef>
                <a:spcPts val="300"/>
              </a:spcBef>
              <a:spcAft>
                <a:spcPts val="0"/>
              </a:spcAft>
              <a:buClr>
                <a:srgbClr val="000000"/>
              </a:buClr>
              <a:buSzPts val="900"/>
              <a:buFont typeface="Arial"/>
              <a:buNone/>
            </a:pPr>
            <a:r>
              <a:rPr b="0" i="0" lang="en-GB" sz="900" u="none" cap="none" strike="noStrike">
                <a:solidFill>
                  <a:srgbClr val="14202B"/>
                </a:solidFill>
                <a:latin typeface="Calibri"/>
                <a:ea typeface="Calibri"/>
                <a:cs typeface="Calibri"/>
                <a:sym typeface="Calibri"/>
              </a:rPr>
              <a:t>Subsurface temperature behind advisories reaching ~9 lakh households.</a:t>
            </a:r>
            <a:endParaRPr b="0" i="0" sz="1300" u="none" cap="none" strike="noStrike">
              <a:solidFill>
                <a:srgbClr val="000000"/>
              </a:solidFill>
              <a:latin typeface="Arial"/>
              <a:ea typeface="Arial"/>
              <a:cs typeface="Arial"/>
              <a:sym typeface="Arial"/>
            </a:endParaRPr>
          </a:p>
        </p:txBody>
      </p:sp>
      <p:sp>
        <p:nvSpPr>
          <p:cNvPr id="488" name="Google Shape;488;p41"/>
          <p:cNvSpPr/>
          <p:nvPr/>
        </p:nvSpPr>
        <p:spPr>
          <a:xfrm>
            <a:off x="7283196" y="1083564"/>
            <a:ext cx="1680300" cy="10014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489" name="Google Shape;489;p41"/>
          <p:cNvSpPr/>
          <p:nvPr/>
        </p:nvSpPr>
        <p:spPr>
          <a:xfrm>
            <a:off x="7283196" y="1083564"/>
            <a:ext cx="1680300" cy="41100"/>
          </a:xfrm>
          <a:prstGeom prst="rect">
            <a:avLst/>
          </a:prstGeom>
          <a:solidFill>
            <a:srgbClr val="B87A1F"/>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490" name="Google Shape;490;p41"/>
          <p:cNvSpPr txBox="1"/>
          <p:nvPr/>
        </p:nvSpPr>
        <p:spPr>
          <a:xfrm>
            <a:off x="7358634" y="1193292"/>
            <a:ext cx="1529400" cy="5820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1000"/>
              <a:buFont typeface="Arial"/>
              <a:buNone/>
            </a:pPr>
            <a:r>
              <a:rPr b="1" i="0" lang="en-GB" sz="1000" u="none" cap="none" strike="noStrike">
                <a:solidFill>
                  <a:srgbClr val="B87A1F"/>
                </a:solidFill>
                <a:latin typeface="Calibri"/>
                <a:ea typeface="Calibri"/>
                <a:cs typeface="Calibri"/>
                <a:sym typeface="Calibri"/>
              </a:rPr>
              <a:t>RESEARCH, EDUCATION, OUTREACH</a:t>
            </a:r>
            <a:endParaRPr b="0" i="0" sz="1400" u="none" cap="none" strike="noStrike">
              <a:solidFill>
                <a:srgbClr val="000000"/>
              </a:solidFill>
              <a:latin typeface="Arial"/>
              <a:ea typeface="Arial"/>
              <a:cs typeface="Arial"/>
              <a:sym typeface="Arial"/>
            </a:endParaRPr>
          </a:p>
          <a:p>
            <a:pPr indent="0" lvl="0" marL="0" marR="0" rtl="0" algn="l">
              <a:lnSpc>
                <a:spcPct val="94000"/>
              </a:lnSpc>
              <a:spcBef>
                <a:spcPts val="300"/>
              </a:spcBef>
              <a:spcAft>
                <a:spcPts val="0"/>
              </a:spcAft>
              <a:buClr>
                <a:srgbClr val="000000"/>
              </a:buClr>
              <a:buSzPts val="900"/>
              <a:buFont typeface="Arial"/>
              <a:buNone/>
            </a:pPr>
            <a:r>
              <a:rPr b="0" i="0" lang="en-GB" sz="900" u="none" cap="none" strike="noStrike">
                <a:solidFill>
                  <a:srgbClr val="14202B"/>
                </a:solidFill>
                <a:latin typeface="Calibri"/>
                <a:ea typeface="Calibri"/>
                <a:cs typeface="Calibri"/>
                <a:sym typeface="Calibri"/>
              </a:rPr>
              <a:t>Guided tours narrate the ocean for schools and exhibitions.</a:t>
            </a:r>
            <a:endParaRPr b="0" i="0" sz="13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5" name="Shape 495"/>
        <p:cNvGrpSpPr/>
        <p:nvPr/>
      </p:nvGrpSpPr>
      <p:grpSpPr>
        <a:xfrm>
          <a:off x="0" y="0"/>
          <a:ext cx="0" cy="0"/>
          <a:chOff x="0" y="0"/>
          <a:chExt cx="0" cy="0"/>
        </a:xfrm>
      </p:grpSpPr>
      <p:sp>
        <p:nvSpPr>
          <p:cNvPr id="543" name="TextBox 542"/>
          <p:cNvSpPr txBox="1"/>
          <p:nvPr/>
        </p:nvSpPr>
        <p:spPr>
          <a:xfrm>
            <a:off x="45720" y="5074920"/>
            <a:ext cx="9052560" cy="45720"/>
          </a:xfrm>
          <a:prstGeom prst="rect">
            <a:avLst/>
          </a:prstGeom>
          <a:noFill/>
        </p:spPr>
        <p:txBody>
          <a:bodyPr wrap="square">
            <a:spAutoFit/>
          </a:bodyPr>
          <a:lstStyle/>
          <a:p>
            <a:r>
              <a:rPr sz="100">
                <a:solidFill>
                  <a:srgbClr val="FFFFFF"/>
                </a:solidFill>
              </a:rPr>
              <a:t>research references GODAE OceanView Class 4 verification Ryan 2015 Wong 2020 Argo quality control TEOS-10 thermodynamic equation of seawater Balakrishnan Nair INCOIS Ocean State Forecast Qin 2021 web 3D ocean forecast Yu 2025 WebGPU volume rendering Tucker 2020 Argovis Blower 2013 ncWMS Signell 2019 Zarr pyParaOcean INCOIS ERDDAP Argo GDAC Copernicus Marine GLORYS NOAA PMEL RAMA NDMA SACHET CF Conventions OGC WMS WCS OASIS CAP gap analysis ODV IDV Digital Ocean portal</a:t>
            </a:r>
          </a:p>
        </p:txBody>
      </p:sp>
      <p:sp>
        <p:nvSpPr>
          <p:cNvPr id="497" name="Google Shape;497;p42"/>
          <p:cNvSpPr/>
          <p:nvPr/>
        </p:nvSpPr>
        <p:spPr>
          <a:xfrm>
            <a:off x="0" y="4869575"/>
            <a:ext cx="9144000" cy="273900"/>
          </a:xfrm>
          <a:prstGeom prst="rect">
            <a:avLst/>
          </a:prstGeom>
          <a:solidFill>
            <a:srgbClr val="0070C0"/>
          </a:solidFill>
          <a:ln>
            <a:noFill/>
          </a:ln>
          <a:effectLst>
            <a:outerShdw rotWithShape="0" dir="5400000" dist="23000">
              <a:srgbClr val="808080">
                <a:alpha val="34902"/>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400"/>
              <a:buFont typeface="Calibri"/>
              <a:buNone/>
            </a:pPr>
            <a:r>
              <a:rPr/>
              <a:t/>
            </a:r>
            <a:endParaRPr b="0" i="0" sz="1400" u="none" cap="none" strike="noStrike">
              <a:solidFill>
                <a:srgbClr val="953734"/>
              </a:solidFill>
              <a:latin typeface="Calibri"/>
              <a:ea typeface="Calibri"/>
              <a:cs typeface="Calibri"/>
              <a:sym typeface="Calibri"/>
            </a:endParaRPr>
          </a:p>
        </p:txBody>
      </p:sp>
      <p:sp>
        <p:nvSpPr>
          <p:cNvPr id="498" name="Google Shape;498;p42"/>
          <p:cNvSpPr txBox="1"/>
          <p:nvPr>
            <p:ph type="title"/>
          </p:nvPr>
        </p:nvSpPr>
        <p:spPr>
          <a:xfrm>
            <a:off x="929088" y="59998"/>
            <a:ext cx="7338000" cy="630900"/>
          </a:xfrm>
          <a:prstGeom prst="rect">
            <a:avLst/>
          </a:prstGeom>
          <a:noFill/>
          <a:ln>
            <a:noFill/>
          </a:ln>
        </p:spPr>
        <p:txBody>
          <a:bodyPr anchorCtr="0" anchor="ctr" bIns="34275" lIns="68575" spcFirstLastPara="1" rIns="68575" wrap="square" tIns="34275">
            <a:noAutofit/>
          </a:bodyPr>
          <a:lstStyle/>
          <a:p>
            <a:pPr indent="0" lvl="0" marL="0" rtl="0" algn="ctr">
              <a:lnSpc>
                <a:spcPct val="100000"/>
              </a:lnSpc>
              <a:spcBef>
                <a:spcPts val="0"/>
              </a:spcBef>
              <a:spcAft>
                <a:spcPts val="0"/>
              </a:spcAft>
              <a:buSzPts val="1100"/>
              <a:buNone/>
            </a:pPr>
            <a:r>
              <a:rPr b="1" i="0" lang="en-GB" sz="2000">
                <a:solidFill>
                  <a:srgbClr val="0B2E4F"/>
                </a:solidFill>
                <a:latin typeface="Times New Roman"/>
                <a:ea typeface="Times New Roman"/>
                <a:cs typeface="Times New Roman"/>
                <a:sym typeface="Times New Roman"/>
              </a:rPr>
              <a:t>RESEARCH AND REFERENCES</a:t>
            </a:r>
            <a:endParaRPr b="1" sz="1100"/>
          </a:p>
        </p:txBody>
      </p:sp>
      <p:sp>
        <p:nvSpPr>
          <p:cNvPr id="499" name="Google Shape;499;p42"/>
          <p:cNvSpPr txBox="1"/>
          <p:nvPr>
            <p:ph idx="12" type="sldNum"/>
          </p:nvPr>
        </p:nvSpPr>
        <p:spPr>
          <a:xfrm>
            <a:off x="6553200" y="4867347"/>
            <a:ext cx="2133600" cy="273900"/>
          </a:xfrm>
          <a:prstGeom prst="rect">
            <a:avLst/>
          </a:prstGeom>
          <a:noFill/>
          <a:ln>
            <a:noFill/>
          </a:ln>
        </p:spPr>
        <p:txBody>
          <a:bodyPr anchorCtr="0" anchor="ctr" bIns="34275" lIns="68575" spcFirstLastPara="1" rIns="68575" wrap="square" tIns="34275">
            <a:noAutofit/>
          </a:bodyPr>
          <a:lstStyle/>
          <a:p>
            <a:pPr indent="0" lvl="0" marL="0" marR="0" rtl="0" algn="r">
              <a:lnSpc>
                <a:spcPct val="100000"/>
              </a:lnSpc>
              <a:spcBef>
                <a:spcPts val="0"/>
              </a:spcBef>
              <a:spcAft>
                <a:spcPts val="0"/>
              </a:spcAft>
              <a:buClr>
                <a:srgbClr val="FFFFFF"/>
              </a:buClr>
              <a:buSzPts val="900"/>
              <a:buFont typeface="Oswald"/>
              <a:buNone/>
            </a:pPr>
            <a:fld id="{00000000-1234-1234-1234-123412341234}" type="slidenum">
              <a:rPr b="1" i="0" lang="en-GB" sz="900" u="none" cap="none" strike="noStrike">
                <a:solidFill>
                  <a:srgbClr val="FFFFFF"/>
                </a:solidFill>
                <a:latin typeface="Oswald"/>
                <a:ea typeface="Oswald"/>
                <a:cs typeface="Oswald"/>
                <a:sym typeface="Oswald"/>
              </a:rPr>
              <a:t>‹#›</a:t>
            </a:fld>
            <a:endParaRPr b="1" i="0" sz="900" u="none" cap="none" strike="noStrike">
              <a:solidFill>
                <a:srgbClr val="FFFFFF"/>
              </a:solidFill>
              <a:latin typeface="Oswald"/>
              <a:ea typeface="Oswald"/>
              <a:cs typeface="Oswald"/>
              <a:sym typeface="Oswald"/>
            </a:endParaRPr>
          </a:p>
        </p:txBody>
      </p:sp>
      <p:sp>
        <p:nvSpPr>
          <p:cNvPr id="500" name="Google Shape;500;p42"/>
          <p:cNvSpPr txBox="1"/>
          <p:nvPr>
            <p:ph idx="11" type="ftr"/>
          </p:nvPr>
        </p:nvSpPr>
        <p:spPr>
          <a:xfrm>
            <a:off x="3396599" y="4846738"/>
            <a:ext cx="2403000" cy="273900"/>
          </a:xfrm>
          <a:prstGeom prst="rect">
            <a:avLst/>
          </a:prstGeom>
          <a:no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FFFFFF"/>
              </a:buClr>
              <a:buSzPts val="800"/>
              <a:buFont typeface="Calibri"/>
              <a:buNone/>
            </a:pPr>
            <a:r>
              <a:rPr b="1" i="0" lang="en-GB" sz="700">
                <a:solidFill>
                  <a:srgbClr val="FFFFFF"/>
                </a:solidFill>
                <a:latin typeface="Calibri"/>
                <a:ea typeface="Calibri"/>
                <a:cs typeface="Calibri"/>
                <a:sym typeface="Calibri"/>
              </a:rPr>
              <a:t>SagarDrishti  ·  PS SIH26067  ·  @SIH Idea Submission</a:t>
            </a:r>
            <a:endParaRPr b="0" i="0" sz="900" u="none" cap="none" strike="noStrike">
              <a:solidFill>
                <a:srgbClr val="FFFFFF"/>
              </a:solidFill>
              <a:latin typeface="Oswald"/>
              <a:ea typeface="Oswald"/>
              <a:cs typeface="Oswald"/>
              <a:sym typeface="Oswald"/>
            </a:endParaRPr>
          </a:p>
        </p:txBody>
      </p:sp>
      <p:pic>
        <p:nvPicPr>
          <p:cNvPr id="501" name="Google Shape;501;p42"/>
          <p:cNvPicPr preferRelativeResize="0"/>
          <p:nvPr/>
        </p:nvPicPr>
        <p:blipFill rotWithShape="1">
          <a:blip r:embed="rId3">
            <a:alphaModFix/>
          </a:blip>
          <a:srcRect b="0" l="0" r="0" t="0"/>
          <a:stretch/>
        </p:blipFill>
        <p:spPr>
          <a:xfrm>
            <a:off x="7813772" y="-6708"/>
            <a:ext cx="1282120" cy="605400"/>
          </a:xfrm>
          <a:prstGeom prst="rect">
            <a:avLst/>
          </a:prstGeom>
          <a:noFill/>
          <a:ln>
            <a:noFill/>
          </a:ln>
        </p:spPr>
      </p:pic>
      <p:sp>
        <p:nvSpPr>
          <p:cNvPr id="502" name="Google Shape;502;p42"/>
          <p:cNvSpPr/>
          <p:nvPr/>
        </p:nvSpPr>
        <p:spPr>
          <a:xfrm>
            <a:off x="188775" y="798057"/>
            <a:ext cx="3497700" cy="205800"/>
          </a:xfrm>
          <a:prstGeom prst="roundRect">
            <a:avLst>
              <a:gd fmla="val 32000" name="adj"/>
            </a:avLst>
          </a:prstGeom>
          <a:solidFill>
            <a:srgbClr val="0B2E4F"/>
          </a:solidFill>
          <a:ln>
            <a:noFill/>
          </a:ln>
        </p:spPr>
        <p:txBody>
          <a:bodyPr anchorCtr="0" anchor="ctr" bIns="0" lIns="68575" spcFirstLastPara="1" rIns="4115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DETAILS AND LINKS OF THE REFERENCE AND RESEARCH WORK</a:t>
            </a:r>
            <a:endParaRPr b="0" i="0" sz="1100" u="none" cap="none" strike="noStrike">
              <a:solidFill>
                <a:srgbClr val="000000"/>
              </a:solidFill>
              <a:latin typeface="Arial"/>
              <a:ea typeface="Arial"/>
              <a:cs typeface="Arial"/>
              <a:sym typeface="Arial"/>
            </a:endParaRPr>
          </a:p>
        </p:txBody>
      </p:sp>
      <p:sp>
        <p:nvSpPr>
          <p:cNvPr id="503" name="Google Shape;503;p42"/>
          <p:cNvSpPr txBox="1"/>
          <p:nvPr/>
        </p:nvSpPr>
        <p:spPr>
          <a:xfrm>
            <a:off x="178308" y="1110996"/>
            <a:ext cx="5898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0E8C9A"/>
                </a:solidFill>
                <a:latin typeface="Calibri"/>
                <a:ea typeface="Calibri"/>
                <a:cs typeface="Calibri"/>
                <a:sym typeface="Calibri"/>
              </a:rPr>
              <a:t>METHOD AND VERIFICATION</a:t>
            </a:r>
            <a:endParaRPr b="0" i="0" sz="1300" u="none" cap="none" strike="noStrike">
              <a:solidFill>
                <a:srgbClr val="000000"/>
              </a:solidFill>
              <a:latin typeface="Arial"/>
              <a:ea typeface="Arial"/>
              <a:cs typeface="Arial"/>
              <a:sym typeface="Arial"/>
            </a:endParaRPr>
          </a:p>
        </p:txBody>
      </p:sp>
      <p:sp>
        <p:nvSpPr>
          <p:cNvPr id="504" name="Google Shape;504;p42"/>
          <p:cNvSpPr txBox="1"/>
          <p:nvPr/>
        </p:nvSpPr>
        <p:spPr>
          <a:xfrm>
            <a:off x="178308" y="1241298"/>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E8C9A"/>
                </a:solidFill>
                <a:latin typeface="Calibri"/>
                <a:ea typeface="Calibri"/>
                <a:cs typeface="Calibri"/>
                <a:sym typeface="Calibri"/>
              </a:rPr>
              <a:t>[1] </a:t>
            </a:r>
            <a:r>
              <a:rPr b="0" i="0" lang="en-GB" sz="800" u="sng" cap="none" strike="noStrike">
                <a:solidFill>
                  <a:schemeClr val="hlink"/>
                </a:solidFill>
                <a:latin typeface="Calibri"/>
                <a:ea typeface="Calibri"/>
                <a:cs typeface="Calibri"/>
                <a:sym typeface="Calibri"/>
                <a:hlinkClick r:id="rId4"/>
              </a:rPr>
              <a:t>Ryan et al. 2015: GODAE OceanView Class 4 verification, J. Op. Oceanogr. 8</a:t>
            </a:r>
            <a:r>
              <a:rPr b="0" i="1" lang="en-GB" sz="800" u="none" cap="none" strike="noStrike">
                <a:solidFill>
                  <a:srgbClr val="556471"/>
                </a:solidFill>
                <a:latin typeface="Calibri"/>
                <a:ea typeface="Calibri"/>
                <a:cs typeface="Calibri"/>
                <a:sym typeface="Calibri"/>
              </a:rPr>
              <a:t>   ·  the method behind our scorecard</a:t>
            </a:r>
            <a:endParaRPr b="0" i="0" sz="1300" u="none" cap="none" strike="noStrike">
              <a:solidFill>
                <a:srgbClr val="000000"/>
              </a:solidFill>
              <a:latin typeface="Arial"/>
              <a:ea typeface="Arial"/>
              <a:cs typeface="Arial"/>
              <a:sym typeface="Arial"/>
            </a:endParaRPr>
          </a:p>
        </p:txBody>
      </p:sp>
      <p:sp>
        <p:nvSpPr>
          <p:cNvPr id="505" name="Google Shape;505;p42"/>
          <p:cNvSpPr txBox="1"/>
          <p:nvPr/>
        </p:nvSpPr>
        <p:spPr>
          <a:xfrm>
            <a:off x="178308" y="1349654"/>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E8C9A"/>
                </a:solidFill>
                <a:latin typeface="Calibri"/>
                <a:ea typeface="Calibri"/>
                <a:cs typeface="Calibri"/>
                <a:sym typeface="Calibri"/>
              </a:rPr>
              <a:t>[2] </a:t>
            </a:r>
            <a:r>
              <a:rPr b="0" i="0" lang="en-GB" sz="800" u="sng" cap="none" strike="noStrike">
                <a:solidFill>
                  <a:schemeClr val="hlink"/>
                </a:solidFill>
                <a:latin typeface="Calibri"/>
                <a:ea typeface="Calibri"/>
                <a:cs typeface="Calibri"/>
                <a:sym typeface="Calibri"/>
                <a:hlinkClick r:id="rId5"/>
              </a:rPr>
              <a:t>Wong et al. 2020: Argo data and its QC flags, Front. Mar. Sci. 7:700</a:t>
            </a:r>
            <a:r>
              <a:rPr b="0" i="1" lang="en-GB" sz="800" u="none" cap="none" strike="noStrike">
                <a:solidFill>
                  <a:srgbClr val="556471"/>
                </a:solidFill>
                <a:latin typeface="Calibri"/>
                <a:ea typeface="Calibri"/>
                <a:cs typeface="Calibri"/>
                <a:sym typeface="Calibri"/>
              </a:rPr>
              <a:t>   ·  why we keep only flags 1 and 2</a:t>
            </a:r>
            <a:endParaRPr b="0" i="0" sz="1300" u="none" cap="none" strike="noStrike">
              <a:solidFill>
                <a:srgbClr val="000000"/>
              </a:solidFill>
              <a:latin typeface="Arial"/>
              <a:ea typeface="Arial"/>
              <a:cs typeface="Arial"/>
              <a:sym typeface="Arial"/>
            </a:endParaRPr>
          </a:p>
        </p:txBody>
      </p:sp>
      <p:sp>
        <p:nvSpPr>
          <p:cNvPr id="506" name="Google Shape;506;p42"/>
          <p:cNvSpPr txBox="1"/>
          <p:nvPr/>
        </p:nvSpPr>
        <p:spPr>
          <a:xfrm>
            <a:off x="178308" y="1458011"/>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E8C9A"/>
                </a:solidFill>
                <a:latin typeface="Calibri"/>
                <a:ea typeface="Calibri"/>
                <a:cs typeface="Calibri"/>
                <a:sym typeface="Calibri"/>
              </a:rPr>
              <a:t>[3] </a:t>
            </a:r>
            <a:r>
              <a:rPr b="0" i="0" lang="en-GB" sz="800" u="sng" cap="none" strike="noStrike">
                <a:solidFill>
                  <a:schemeClr val="hlink"/>
                </a:solidFill>
                <a:latin typeface="Calibri"/>
                <a:ea typeface="Calibri"/>
                <a:cs typeface="Calibri"/>
                <a:sym typeface="Calibri"/>
                <a:hlinkClick r:id="rId6"/>
              </a:rPr>
              <a:t>IOC, SCOR, IAPSO: TEOS-10 thermodynamic equation of seawater</a:t>
            </a:r>
            <a:r>
              <a:rPr b="0" i="1" lang="en-GB" sz="800" u="none" cap="none" strike="noStrike">
                <a:solidFill>
                  <a:srgbClr val="556471"/>
                </a:solidFill>
                <a:latin typeface="Calibri"/>
                <a:ea typeface="Calibri"/>
                <a:cs typeface="Calibri"/>
                <a:sym typeface="Calibri"/>
              </a:rPr>
              <a:t>   ·  our density field</a:t>
            </a:r>
            <a:endParaRPr b="0" i="0" sz="1300" u="none" cap="none" strike="noStrike">
              <a:solidFill>
                <a:srgbClr val="000000"/>
              </a:solidFill>
              <a:latin typeface="Arial"/>
              <a:ea typeface="Arial"/>
              <a:cs typeface="Arial"/>
              <a:sym typeface="Arial"/>
            </a:endParaRPr>
          </a:p>
        </p:txBody>
      </p:sp>
      <p:sp>
        <p:nvSpPr>
          <p:cNvPr id="507" name="Google Shape;507;p42"/>
          <p:cNvSpPr txBox="1"/>
          <p:nvPr/>
        </p:nvSpPr>
        <p:spPr>
          <a:xfrm>
            <a:off x="178308" y="1566367"/>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E8C9A"/>
                </a:solidFill>
                <a:latin typeface="Calibri"/>
                <a:ea typeface="Calibri"/>
                <a:cs typeface="Calibri"/>
                <a:sym typeface="Calibri"/>
              </a:rPr>
              <a:t>[4] </a:t>
            </a:r>
            <a:r>
              <a:rPr b="0" i="0" lang="en-GB" sz="800" u="sng" cap="none" strike="noStrike">
                <a:solidFill>
                  <a:schemeClr val="hlink"/>
                </a:solidFill>
                <a:latin typeface="Calibri"/>
                <a:ea typeface="Calibri"/>
                <a:cs typeface="Calibri"/>
                <a:sym typeface="Calibri"/>
                <a:hlinkClick r:id="rId7"/>
              </a:rPr>
              <a:t>Balakrishnan Nair et al. 2013: INCOIS Ocean State Forecast validation, Current Science 105(2)</a:t>
            </a:r>
            <a:r>
              <a:rPr b="0" i="1" lang="en-GB" sz="800" u="none" cap="none" strike="noStrike">
                <a:solidFill>
                  <a:srgbClr val="556471"/>
                </a:solidFill>
                <a:latin typeface="Calibri"/>
                <a:ea typeface="Calibri"/>
                <a:cs typeface="Calibri"/>
                <a:sym typeface="Calibri"/>
              </a:rPr>
              <a:t>   ·  the Indian validation precedent</a:t>
            </a:r>
            <a:endParaRPr b="0" i="0" sz="1300" u="none" cap="none" strike="noStrike">
              <a:solidFill>
                <a:srgbClr val="000000"/>
              </a:solidFill>
              <a:latin typeface="Arial"/>
              <a:ea typeface="Arial"/>
              <a:cs typeface="Arial"/>
              <a:sym typeface="Arial"/>
            </a:endParaRPr>
          </a:p>
        </p:txBody>
      </p:sp>
      <p:sp>
        <p:nvSpPr>
          <p:cNvPr id="508" name="Google Shape;508;p42"/>
          <p:cNvSpPr txBox="1"/>
          <p:nvPr/>
        </p:nvSpPr>
        <p:spPr>
          <a:xfrm>
            <a:off x="178308" y="1753590"/>
            <a:ext cx="5898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GB" sz="800" u="none" cap="none" strike="noStrike">
                <a:solidFill>
                  <a:srgbClr val="12688F"/>
                </a:solidFill>
                <a:latin typeface="Calibri"/>
                <a:ea typeface="Calibri"/>
                <a:cs typeface="Calibri"/>
                <a:sym typeface="Calibri"/>
              </a:rPr>
              <a:t>WEB 3D OCEAN VISUALISATION</a:t>
            </a:r>
            <a:endParaRPr b="0" i="0" sz="1300" u="none" cap="none" strike="noStrike">
              <a:solidFill>
                <a:srgbClr val="000000"/>
              </a:solidFill>
              <a:latin typeface="Arial"/>
              <a:ea typeface="Arial"/>
              <a:cs typeface="Arial"/>
              <a:sym typeface="Arial"/>
            </a:endParaRPr>
          </a:p>
        </p:txBody>
      </p:sp>
      <p:sp>
        <p:nvSpPr>
          <p:cNvPr id="509" name="Google Shape;509;p42"/>
          <p:cNvSpPr txBox="1"/>
          <p:nvPr/>
        </p:nvSpPr>
        <p:spPr>
          <a:xfrm>
            <a:off x="178308" y="1883892"/>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12688F"/>
                </a:solidFill>
                <a:latin typeface="Calibri"/>
                <a:ea typeface="Calibri"/>
                <a:cs typeface="Calibri"/>
                <a:sym typeface="Calibri"/>
              </a:rPr>
              <a:t>[5] </a:t>
            </a:r>
            <a:r>
              <a:rPr b="0" i="0" lang="en-GB" sz="800" u="sng" cap="none" strike="noStrike">
                <a:solidFill>
                  <a:schemeClr val="hlink"/>
                </a:solidFill>
                <a:latin typeface="Calibri"/>
                <a:ea typeface="Calibri"/>
                <a:cs typeface="Calibri"/>
                <a:sym typeface="Calibri"/>
                <a:hlinkClick r:id="rId8"/>
              </a:rPr>
              <a:t>Qin et al. 2021: Web 3D framework for time-varying ocean forecast data, Env. Modelling &amp; Software 135</a:t>
            </a:r>
            <a:r>
              <a:rPr b="0" i="1" lang="en-GB" sz="800" u="none" cap="none" strike="noStrike">
                <a:solidFill>
                  <a:srgbClr val="556471"/>
                </a:solidFill>
                <a:latin typeface="Calibri"/>
                <a:ea typeface="Calibri"/>
                <a:cs typeface="Calibri"/>
                <a:sym typeface="Calibri"/>
              </a:rPr>
              <a:t>   ·  the closest ancestor</a:t>
            </a:r>
            <a:endParaRPr b="0" i="0" sz="1300" u="none" cap="none" strike="noStrike">
              <a:solidFill>
                <a:srgbClr val="000000"/>
              </a:solidFill>
              <a:latin typeface="Arial"/>
              <a:ea typeface="Arial"/>
              <a:cs typeface="Arial"/>
              <a:sym typeface="Arial"/>
            </a:endParaRPr>
          </a:p>
        </p:txBody>
      </p:sp>
      <p:sp>
        <p:nvSpPr>
          <p:cNvPr id="510" name="Google Shape;510;p42"/>
          <p:cNvSpPr txBox="1"/>
          <p:nvPr/>
        </p:nvSpPr>
        <p:spPr>
          <a:xfrm>
            <a:off x="178308" y="1992249"/>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12688F"/>
                </a:solidFill>
                <a:latin typeface="Calibri"/>
                <a:ea typeface="Calibri"/>
                <a:cs typeface="Calibri"/>
                <a:sym typeface="Calibri"/>
              </a:rPr>
              <a:t>[6] </a:t>
            </a:r>
            <a:r>
              <a:rPr b="0" i="0" lang="en-GB" sz="800" u="sng" cap="none" strike="noStrike">
                <a:solidFill>
                  <a:schemeClr val="hlink"/>
                </a:solidFill>
                <a:latin typeface="Calibri"/>
                <a:ea typeface="Calibri"/>
                <a:cs typeface="Calibri"/>
                <a:sym typeface="Calibri"/>
                <a:hlinkClick r:id="rId9"/>
              </a:rPr>
              <a:t>Yu, Qin &amp; Xu 2025: WebGPU volume rendering of ocean scalars, Applied Sciences 15(5):2782</a:t>
            </a:r>
            <a:r>
              <a:rPr b="0" i="1" lang="en-GB" sz="800" u="none" cap="none" strike="noStrike">
                <a:solidFill>
                  <a:srgbClr val="556471"/>
                </a:solidFill>
                <a:latin typeface="Calibri"/>
                <a:ea typeface="Calibri"/>
                <a:cs typeface="Calibri"/>
                <a:sym typeface="Calibri"/>
              </a:rPr>
              <a:t>   ·  our rendering optimisations</a:t>
            </a:r>
            <a:endParaRPr b="0" i="0" sz="1300" u="none" cap="none" strike="noStrike">
              <a:solidFill>
                <a:srgbClr val="000000"/>
              </a:solidFill>
              <a:latin typeface="Arial"/>
              <a:ea typeface="Arial"/>
              <a:cs typeface="Arial"/>
              <a:sym typeface="Arial"/>
            </a:endParaRPr>
          </a:p>
        </p:txBody>
      </p:sp>
      <p:sp>
        <p:nvSpPr>
          <p:cNvPr id="511" name="Google Shape;511;p42"/>
          <p:cNvSpPr txBox="1"/>
          <p:nvPr/>
        </p:nvSpPr>
        <p:spPr>
          <a:xfrm>
            <a:off x="178308" y="2100605"/>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12688F"/>
                </a:solidFill>
                <a:latin typeface="Calibri"/>
                <a:ea typeface="Calibri"/>
                <a:cs typeface="Calibri"/>
                <a:sym typeface="Calibri"/>
              </a:rPr>
              <a:t>[7] </a:t>
            </a:r>
            <a:r>
              <a:rPr b="0" i="0" lang="en-GB" sz="800" u="sng" cap="none" strike="noStrike">
                <a:solidFill>
                  <a:schemeClr val="hlink"/>
                </a:solidFill>
                <a:latin typeface="Calibri"/>
                <a:ea typeface="Calibri"/>
                <a:cs typeface="Calibri"/>
                <a:sym typeface="Calibri"/>
                <a:hlinkClick r:id="rId10"/>
              </a:rPr>
              <a:t>Tucker et al. 2020: Argovis, J. Atmos. Ocean. Tech. 37(3):401</a:t>
            </a:r>
            <a:r>
              <a:rPr b="0" i="1" lang="en-GB" sz="800" u="none" cap="none" strike="noStrike">
                <a:solidFill>
                  <a:srgbClr val="556471"/>
                </a:solidFill>
                <a:latin typeface="Calibri"/>
                <a:ea typeface="Calibri"/>
                <a:cs typeface="Calibri"/>
                <a:sym typeface="Calibri"/>
              </a:rPr>
              <a:t>   ·  the API contract we follow</a:t>
            </a:r>
            <a:endParaRPr b="0" i="0" sz="1300" u="none" cap="none" strike="noStrike">
              <a:solidFill>
                <a:srgbClr val="000000"/>
              </a:solidFill>
              <a:latin typeface="Arial"/>
              <a:ea typeface="Arial"/>
              <a:cs typeface="Arial"/>
              <a:sym typeface="Arial"/>
            </a:endParaRPr>
          </a:p>
        </p:txBody>
      </p:sp>
      <p:sp>
        <p:nvSpPr>
          <p:cNvPr id="512" name="Google Shape;512;p42"/>
          <p:cNvSpPr txBox="1"/>
          <p:nvPr/>
        </p:nvSpPr>
        <p:spPr>
          <a:xfrm>
            <a:off x="178308" y="2208962"/>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12688F"/>
                </a:solidFill>
                <a:latin typeface="Calibri"/>
                <a:ea typeface="Calibri"/>
                <a:cs typeface="Calibri"/>
                <a:sym typeface="Calibri"/>
              </a:rPr>
              <a:t>[8] </a:t>
            </a:r>
            <a:r>
              <a:rPr b="0" i="0" lang="en-GB" sz="800" u="sng" cap="none" strike="noStrike">
                <a:solidFill>
                  <a:schemeClr val="hlink"/>
                </a:solidFill>
                <a:latin typeface="Calibri"/>
                <a:ea typeface="Calibri"/>
                <a:cs typeface="Calibri"/>
                <a:sym typeface="Calibri"/>
                <a:hlinkClick r:id="rId11"/>
              </a:rPr>
              <a:t>Blower et al. 2013: ncWMS, Env. Modelling &amp; Software 47</a:t>
            </a:r>
            <a:r>
              <a:rPr b="0" i="1" lang="en-GB" sz="800" u="none" cap="none" strike="noStrike">
                <a:solidFill>
                  <a:srgbClr val="556471"/>
                </a:solidFill>
                <a:latin typeface="Calibri"/>
                <a:ea typeface="Calibri"/>
                <a:cs typeface="Calibri"/>
                <a:sym typeface="Calibri"/>
              </a:rPr>
              <a:t>   ·  OGC WMS over CF-NetCDF</a:t>
            </a:r>
            <a:endParaRPr b="0" i="0" sz="1300" u="none" cap="none" strike="noStrike">
              <a:solidFill>
                <a:srgbClr val="000000"/>
              </a:solidFill>
              <a:latin typeface="Arial"/>
              <a:ea typeface="Arial"/>
              <a:cs typeface="Arial"/>
              <a:sym typeface="Arial"/>
            </a:endParaRPr>
          </a:p>
        </p:txBody>
      </p:sp>
      <p:sp>
        <p:nvSpPr>
          <p:cNvPr id="513" name="Google Shape;513;p42"/>
          <p:cNvSpPr txBox="1"/>
          <p:nvPr/>
        </p:nvSpPr>
        <p:spPr>
          <a:xfrm>
            <a:off x="178308" y="2317318"/>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12688F"/>
                </a:solidFill>
                <a:latin typeface="Calibri"/>
                <a:ea typeface="Calibri"/>
                <a:cs typeface="Calibri"/>
                <a:sym typeface="Calibri"/>
              </a:rPr>
              <a:t>[9] </a:t>
            </a:r>
            <a:r>
              <a:rPr b="0" i="0" lang="en-GB" sz="800" u="sng" cap="none" strike="noStrike">
                <a:solidFill>
                  <a:schemeClr val="hlink"/>
                </a:solidFill>
                <a:latin typeface="Calibri"/>
                <a:ea typeface="Calibri"/>
                <a:cs typeface="Calibri"/>
                <a:sym typeface="Calibri"/>
                <a:hlinkClick r:id="rId12"/>
              </a:rPr>
              <a:t>Signell &amp; Pothina 2019: Cloud coastal model analysis, JMSE 7(4):110</a:t>
            </a:r>
            <a:r>
              <a:rPr b="0" i="1" lang="en-GB" sz="800" u="none" cap="none" strike="noStrike">
                <a:solidFill>
                  <a:srgbClr val="556471"/>
                </a:solidFill>
                <a:latin typeface="Calibri"/>
                <a:ea typeface="Calibri"/>
                <a:cs typeface="Calibri"/>
                <a:sym typeface="Calibri"/>
              </a:rPr>
              <a:t>   ·  why Zarr rather than whole NetCDF files</a:t>
            </a:r>
            <a:endParaRPr b="0" i="0" sz="1300" u="none" cap="none" strike="noStrike">
              <a:solidFill>
                <a:srgbClr val="000000"/>
              </a:solidFill>
              <a:latin typeface="Arial"/>
              <a:ea typeface="Arial"/>
              <a:cs typeface="Arial"/>
              <a:sym typeface="Arial"/>
            </a:endParaRPr>
          </a:p>
        </p:txBody>
      </p:sp>
      <p:sp>
        <p:nvSpPr>
          <p:cNvPr id="514" name="Google Shape;514;p42"/>
          <p:cNvSpPr txBox="1"/>
          <p:nvPr/>
        </p:nvSpPr>
        <p:spPr>
          <a:xfrm>
            <a:off x="178308" y="2425674"/>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12688F"/>
                </a:solidFill>
                <a:latin typeface="Calibri"/>
                <a:ea typeface="Calibri"/>
                <a:cs typeface="Calibri"/>
                <a:sym typeface="Calibri"/>
              </a:rPr>
              <a:t>[10] </a:t>
            </a:r>
            <a:r>
              <a:rPr b="0" i="0" lang="en-GB" sz="800" u="sng" cap="none" strike="noStrike">
                <a:solidFill>
                  <a:schemeClr val="hlink"/>
                </a:solidFill>
                <a:latin typeface="Calibri"/>
                <a:ea typeface="Calibri"/>
                <a:cs typeface="Calibri"/>
                <a:sym typeface="Calibri"/>
                <a:hlinkClick r:id="rId13"/>
              </a:rPr>
              <a:t>pyParaOcean (IISc): desktop ocean volumetrics we bring to the browser</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15" name="Google Shape;515;p42"/>
          <p:cNvSpPr txBox="1"/>
          <p:nvPr/>
        </p:nvSpPr>
        <p:spPr>
          <a:xfrm>
            <a:off x="178308" y="2612897"/>
            <a:ext cx="5898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GB" sz="800" u="none" cap="none" strike="noStrike">
                <a:solidFill>
                  <a:srgbClr val="0B2E4F"/>
                </a:solidFill>
                <a:latin typeface="Calibri"/>
                <a:ea typeface="Calibri"/>
                <a:cs typeface="Calibri"/>
                <a:sym typeface="Calibri"/>
              </a:rPr>
              <a:t>DATA SOURCES WE INGEST</a:t>
            </a:r>
            <a:endParaRPr b="0" i="0" sz="1300" u="none" cap="none" strike="noStrike">
              <a:solidFill>
                <a:srgbClr val="000000"/>
              </a:solidFill>
              <a:latin typeface="Arial"/>
              <a:ea typeface="Arial"/>
              <a:cs typeface="Arial"/>
              <a:sym typeface="Arial"/>
            </a:endParaRPr>
          </a:p>
        </p:txBody>
      </p:sp>
      <p:sp>
        <p:nvSpPr>
          <p:cNvPr id="516" name="Google Shape;516;p42"/>
          <p:cNvSpPr txBox="1"/>
          <p:nvPr/>
        </p:nvSpPr>
        <p:spPr>
          <a:xfrm>
            <a:off x="178308" y="2743199"/>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B2E4F"/>
                </a:solidFill>
                <a:latin typeface="Calibri"/>
                <a:ea typeface="Calibri"/>
                <a:cs typeface="Calibri"/>
                <a:sym typeface="Calibri"/>
              </a:rPr>
              <a:t>[11] </a:t>
            </a:r>
            <a:r>
              <a:rPr b="0" i="0" lang="en-GB" sz="800" u="sng" cap="none" strike="noStrike">
                <a:solidFill>
                  <a:schemeClr val="hlink"/>
                </a:solidFill>
                <a:latin typeface="Calibri"/>
                <a:ea typeface="Calibri"/>
                <a:cs typeface="Calibri"/>
                <a:sym typeface="Calibri"/>
                <a:hlinkClick r:id="rId14"/>
              </a:rPr>
              <a:t>INCOIS ERDDAP: the analysis field, 24 levels, 5 to 2000 m</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17" name="Google Shape;517;p42"/>
          <p:cNvSpPr txBox="1"/>
          <p:nvPr/>
        </p:nvSpPr>
        <p:spPr>
          <a:xfrm>
            <a:off x="178308" y="2851556"/>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B2E4F"/>
                </a:solidFill>
                <a:latin typeface="Calibri"/>
                <a:ea typeface="Calibri"/>
                <a:cs typeface="Calibri"/>
                <a:sym typeface="Calibri"/>
              </a:rPr>
              <a:t>[12] </a:t>
            </a:r>
            <a:r>
              <a:rPr b="0" i="0" lang="en-GB" sz="800" u="sng" cap="none" strike="noStrike">
                <a:solidFill>
                  <a:schemeClr val="hlink"/>
                </a:solidFill>
                <a:latin typeface="Calibri"/>
                <a:ea typeface="Calibri"/>
                <a:cs typeface="Calibri"/>
                <a:sym typeface="Calibri"/>
                <a:hlinkClick r:id="rId15"/>
              </a:rPr>
              <a:t>Argo GDAC (Ifremer): Indian Ocean profile files</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18" name="Google Shape;518;p42"/>
          <p:cNvSpPr txBox="1"/>
          <p:nvPr/>
        </p:nvSpPr>
        <p:spPr>
          <a:xfrm>
            <a:off x="178308" y="2959913"/>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B2E4F"/>
                </a:solidFill>
                <a:latin typeface="Calibri"/>
                <a:ea typeface="Calibri"/>
                <a:cs typeface="Calibri"/>
                <a:sym typeface="Calibri"/>
              </a:rPr>
              <a:t>[13] </a:t>
            </a:r>
            <a:r>
              <a:rPr b="0" i="0" lang="en-GB" sz="800" u="sng" cap="none" strike="noStrike">
                <a:solidFill>
                  <a:schemeClr val="hlink"/>
                </a:solidFill>
                <a:latin typeface="Calibri"/>
                <a:ea typeface="Calibri"/>
                <a:cs typeface="Calibri"/>
                <a:sym typeface="Calibri"/>
                <a:hlinkClick r:id="rId16"/>
              </a:rPr>
              <a:t>Copernicus Marine: GLOBAL_ANALYSISFORECAST_PHY_001_024 currents</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19" name="Google Shape;519;p42"/>
          <p:cNvSpPr txBox="1"/>
          <p:nvPr/>
        </p:nvSpPr>
        <p:spPr>
          <a:xfrm>
            <a:off x="178308" y="3068269"/>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B2E4F"/>
                </a:solidFill>
                <a:latin typeface="Calibri"/>
                <a:ea typeface="Calibri"/>
                <a:cs typeface="Calibri"/>
                <a:sym typeface="Calibri"/>
              </a:rPr>
              <a:t>[14] </a:t>
            </a:r>
            <a:r>
              <a:rPr b="0" i="0" lang="en-GB" sz="800" u="sng" cap="none" strike="noStrike">
                <a:solidFill>
                  <a:schemeClr val="hlink"/>
                </a:solidFill>
                <a:latin typeface="Calibri"/>
                <a:ea typeface="Calibri"/>
                <a:cs typeface="Calibri"/>
                <a:sym typeface="Calibri"/>
                <a:hlinkClick r:id="rId17"/>
              </a:rPr>
              <a:t>NOAA PMEL: RAMA moored buoy array, Indian Ocean</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20" name="Google Shape;520;p42"/>
          <p:cNvSpPr txBox="1"/>
          <p:nvPr/>
        </p:nvSpPr>
        <p:spPr>
          <a:xfrm>
            <a:off x="178308" y="3176625"/>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B2E4F"/>
                </a:solidFill>
                <a:latin typeface="Calibri"/>
                <a:ea typeface="Calibri"/>
                <a:cs typeface="Calibri"/>
                <a:sym typeface="Calibri"/>
              </a:rPr>
              <a:t>[15] </a:t>
            </a:r>
            <a:r>
              <a:rPr b="0" i="0" lang="en-GB" sz="800" u="sng" cap="none" strike="noStrike">
                <a:solidFill>
                  <a:schemeClr val="hlink"/>
                </a:solidFill>
                <a:latin typeface="Calibri"/>
                <a:ea typeface="Calibri"/>
                <a:cs typeface="Calibri"/>
                <a:sym typeface="Calibri"/>
                <a:hlinkClick r:id="rId18"/>
              </a:rPr>
              <a:t>NDMA SACHET: India's national CAP alert backbone</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21" name="Google Shape;521;p42"/>
          <p:cNvSpPr txBox="1"/>
          <p:nvPr/>
        </p:nvSpPr>
        <p:spPr>
          <a:xfrm>
            <a:off x="178308" y="3284981"/>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B2E4F"/>
                </a:solidFill>
                <a:latin typeface="Calibri"/>
                <a:ea typeface="Calibri"/>
                <a:cs typeface="Calibri"/>
                <a:sym typeface="Calibri"/>
              </a:rPr>
              <a:t>[16] </a:t>
            </a:r>
            <a:r>
              <a:rPr b="0" i="0" lang="en-GB" sz="800" u="sng" cap="none" strike="noStrike">
                <a:solidFill>
                  <a:schemeClr val="hlink"/>
                </a:solidFill>
                <a:latin typeface="Calibri"/>
                <a:ea typeface="Calibri"/>
                <a:cs typeface="Calibri"/>
                <a:sym typeface="Calibri"/>
                <a:hlinkClick r:id="rId19"/>
              </a:rPr>
              <a:t>INCOIS: Indian National Centre for Ocean Information Services</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22" name="Google Shape;522;p42"/>
          <p:cNvSpPr txBox="1"/>
          <p:nvPr/>
        </p:nvSpPr>
        <p:spPr>
          <a:xfrm>
            <a:off x="178308" y="3472205"/>
            <a:ext cx="5898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GB" sz="800" u="none" cap="none" strike="noStrike">
                <a:solidFill>
                  <a:srgbClr val="B87A1F"/>
                </a:solidFill>
                <a:latin typeface="Calibri"/>
                <a:ea typeface="Calibri"/>
                <a:cs typeface="Calibri"/>
                <a:sym typeface="Calibri"/>
              </a:rPr>
              <a:t>OPEN STANDARDS IMPLEMENTED</a:t>
            </a:r>
            <a:endParaRPr b="0" i="0" sz="1300" u="none" cap="none" strike="noStrike">
              <a:solidFill>
                <a:srgbClr val="000000"/>
              </a:solidFill>
              <a:latin typeface="Arial"/>
              <a:ea typeface="Arial"/>
              <a:cs typeface="Arial"/>
              <a:sym typeface="Arial"/>
            </a:endParaRPr>
          </a:p>
        </p:txBody>
      </p:sp>
      <p:sp>
        <p:nvSpPr>
          <p:cNvPr id="523" name="Google Shape;523;p42"/>
          <p:cNvSpPr txBox="1"/>
          <p:nvPr/>
        </p:nvSpPr>
        <p:spPr>
          <a:xfrm>
            <a:off x="178308" y="3602507"/>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B87A1F"/>
                </a:solidFill>
                <a:latin typeface="Calibri"/>
                <a:ea typeface="Calibri"/>
                <a:cs typeface="Calibri"/>
                <a:sym typeface="Calibri"/>
              </a:rPr>
              <a:t>[17] </a:t>
            </a:r>
            <a:r>
              <a:rPr b="0" i="0" lang="en-GB" sz="800" u="sng" cap="none" strike="noStrike">
                <a:solidFill>
                  <a:schemeClr val="hlink"/>
                </a:solidFill>
                <a:latin typeface="Calibri"/>
                <a:ea typeface="Calibri"/>
                <a:cs typeface="Calibri"/>
                <a:sym typeface="Calibri"/>
                <a:hlinkClick r:id="rId20"/>
              </a:rPr>
              <a:t>CF Conventions for climate and forecast metadata</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24" name="Google Shape;524;p42"/>
          <p:cNvSpPr txBox="1"/>
          <p:nvPr/>
        </p:nvSpPr>
        <p:spPr>
          <a:xfrm>
            <a:off x="178308" y="3710864"/>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B87A1F"/>
                </a:solidFill>
                <a:latin typeface="Calibri"/>
                <a:ea typeface="Calibri"/>
                <a:cs typeface="Calibri"/>
                <a:sym typeface="Calibri"/>
              </a:rPr>
              <a:t>[18] </a:t>
            </a:r>
            <a:r>
              <a:rPr b="0" i="0" lang="en-GB" sz="800" u="sng" cap="none" strike="noStrike">
                <a:solidFill>
                  <a:schemeClr val="hlink"/>
                </a:solidFill>
                <a:latin typeface="Calibri"/>
                <a:ea typeface="Calibri"/>
                <a:cs typeface="Calibri"/>
                <a:sym typeface="Calibri"/>
                <a:hlinkClick r:id="rId21"/>
              </a:rPr>
              <a:t>OGC Web Map Service (WMS) 1.3.0</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25" name="Google Shape;525;p42"/>
          <p:cNvSpPr txBox="1"/>
          <p:nvPr/>
        </p:nvSpPr>
        <p:spPr>
          <a:xfrm>
            <a:off x="178308" y="3819220"/>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B87A1F"/>
                </a:solidFill>
                <a:latin typeface="Calibri"/>
                <a:ea typeface="Calibri"/>
                <a:cs typeface="Calibri"/>
                <a:sym typeface="Calibri"/>
              </a:rPr>
              <a:t>[19] </a:t>
            </a:r>
            <a:r>
              <a:rPr b="0" i="0" lang="en-GB" sz="800" u="sng" cap="none" strike="noStrike">
                <a:solidFill>
                  <a:schemeClr val="hlink"/>
                </a:solidFill>
                <a:latin typeface="Calibri"/>
                <a:ea typeface="Calibri"/>
                <a:cs typeface="Calibri"/>
                <a:sym typeface="Calibri"/>
                <a:hlinkClick r:id="rId22"/>
              </a:rPr>
              <a:t>OGC Web Coverage Service (WCS) 1.0.0</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26" name="Google Shape;526;p42"/>
          <p:cNvSpPr txBox="1"/>
          <p:nvPr/>
        </p:nvSpPr>
        <p:spPr>
          <a:xfrm>
            <a:off x="178308" y="3927576"/>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B87A1F"/>
                </a:solidFill>
                <a:latin typeface="Calibri"/>
                <a:ea typeface="Calibri"/>
                <a:cs typeface="Calibri"/>
                <a:sym typeface="Calibri"/>
              </a:rPr>
              <a:t>[20] </a:t>
            </a:r>
            <a:r>
              <a:rPr b="0" i="0" lang="en-GB" sz="800" u="sng" cap="none" strike="noStrike">
                <a:solidFill>
                  <a:schemeClr val="hlink"/>
                </a:solidFill>
                <a:latin typeface="Calibri"/>
                <a:ea typeface="Calibri"/>
                <a:cs typeface="Calibri"/>
                <a:sym typeface="Calibri"/>
                <a:hlinkClick r:id="rId23"/>
              </a:rPr>
              <a:t>OASIS Common Alerting Protocol (CAP) v1.2</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527" name="Google Shape;527;p42"/>
          <p:cNvSpPr/>
          <p:nvPr/>
        </p:nvSpPr>
        <p:spPr>
          <a:xfrm>
            <a:off x="178301" y="4155950"/>
            <a:ext cx="5181900" cy="635505"/>
          </a:xfrm>
          <a:prstGeom prst="rect">
            <a:avLst/>
          </a:prstGeom>
          <a:solidFill>
            <a:srgbClr val="EFF4F7"/>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id="528" name="Google Shape;528;p42"/>
          <p:cNvSpPr txBox="1"/>
          <p:nvPr/>
        </p:nvSpPr>
        <p:spPr>
          <a:xfrm>
            <a:off x="274320" y="4217669"/>
            <a:ext cx="4114800" cy="92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HOW THE RESEARCH CHANGED THE BUILD  ·  not a bibliography, a set of decisions</a:t>
            </a:r>
            <a:endParaRPr b="0" i="0" sz="1100" u="none" cap="none" strike="noStrike">
              <a:solidFill>
                <a:srgbClr val="000000"/>
              </a:solidFill>
              <a:latin typeface="Arial"/>
              <a:ea typeface="Arial"/>
              <a:cs typeface="Arial"/>
              <a:sym typeface="Arial"/>
            </a:endParaRPr>
          </a:p>
        </p:txBody>
      </p:sp>
      <p:sp>
        <p:nvSpPr>
          <p:cNvPr id="529" name="Google Shape;529;p42"/>
          <p:cNvSpPr txBox="1"/>
          <p:nvPr/>
        </p:nvSpPr>
        <p:spPr>
          <a:xfrm>
            <a:off x="310896" y="4389120"/>
            <a:ext cx="2468880" cy="201168"/>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800"/>
              <a:buFont typeface="Arial"/>
              <a:buNone/>
            </a:pPr>
            <a:r>
              <a:rPr b="1" i="0" lang="en-GB" sz="800" u="none" cap="none" strike="noStrike">
                <a:solidFill>
                  <a:srgbClr val="C44528"/>
                </a:solidFill>
                <a:latin typeface="Calibri"/>
                <a:ea typeface="Calibri"/>
                <a:cs typeface="Calibri"/>
                <a:sym typeface="Calibri"/>
              </a:rPr>
              <a:t>Ryan 2015  →  verify in observation space</a:t>
            </a:r>
            <a:r>
              <a:rPr sz="650" b="1" baseline="28000">
                <a:solidFill>
                  <a:srgbClr val="12688F"/>
                </a:solidFill>
                <a:latin typeface="Calibri"/>
                <a:hlinkClick r:id="rId4"/>
              </a:rPr>
              <a:t>[1]</a:t>
            </a:r>
            <a:r>
              <a:rPr sz="650">
                <a:latin typeface="Calibri"/>
              </a:rPr>
              <a:t> </a:t>
            </a:r>
            <a:endParaRPr b="0" i="0" sz="1100" u="none" cap="none" strike="noStrike">
              <a:solidFill>
                <a:srgbClr val="000000"/>
              </a:solidFill>
              <a:latin typeface="Arial"/>
              <a:ea typeface="Arial"/>
              <a:cs typeface="Arial"/>
              <a:sym typeface="Arial"/>
            </a:endParaRPr>
          </a:p>
        </p:txBody>
      </p:sp>
      <p:sp>
        <p:nvSpPr>
          <p:cNvPr id="530" name="Google Shape;530;p42"/>
          <p:cNvSpPr txBox="1"/>
          <p:nvPr/>
        </p:nvSpPr>
        <p:spPr>
          <a:xfrm>
            <a:off x="2834640" y="4389120"/>
            <a:ext cx="2468880" cy="201168"/>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800"/>
              <a:buFont typeface="Arial"/>
              <a:buNone/>
            </a:pPr>
            <a:r>
              <a:rPr b="1" i="0" lang="en-GB" sz="800" u="none" cap="none" strike="noStrike">
                <a:solidFill>
                  <a:srgbClr val="C44528"/>
                </a:solidFill>
                <a:latin typeface="Calibri"/>
                <a:ea typeface="Calibri"/>
                <a:cs typeface="Calibri"/>
                <a:sym typeface="Calibri"/>
              </a:rPr>
              <a:t>Wong 2020  →  QC flags 1 and 2 only</a:t>
            </a:r>
            <a:r>
              <a:rPr sz="650" b="1" baseline="28000">
                <a:solidFill>
                  <a:srgbClr val="12688F"/>
                </a:solidFill>
                <a:latin typeface="Calibri"/>
                <a:hlinkClick r:id="rId5"/>
              </a:rPr>
              <a:t>[2]</a:t>
            </a:r>
            <a:r>
              <a:rPr sz="650">
                <a:latin typeface="Calibri"/>
              </a:rPr>
              <a:t> </a:t>
            </a:r>
            <a:endParaRPr b="0" i="0" sz="1100" u="none" cap="none" strike="noStrike">
              <a:solidFill>
                <a:srgbClr val="000000"/>
              </a:solidFill>
              <a:latin typeface="Arial"/>
              <a:ea typeface="Arial"/>
              <a:cs typeface="Arial"/>
              <a:sym typeface="Arial"/>
            </a:endParaRPr>
          </a:p>
        </p:txBody>
      </p:sp>
      <p:sp>
        <p:nvSpPr>
          <p:cNvPr id="531" name="Google Shape;531;p42"/>
          <p:cNvSpPr txBox="1"/>
          <p:nvPr/>
        </p:nvSpPr>
        <p:spPr>
          <a:xfrm>
            <a:off x="310896" y="4590288"/>
            <a:ext cx="2468880" cy="201168"/>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800"/>
              <a:buFont typeface="Arial"/>
              <a:buNone/>
            </a:pPr>
            <a:r>
              <a:rPr b="1" i="0" lang="en-GB" sz="800" u="none" cap="none" strike="noStrike">
                <a:solidFill>
                  <a:srgbClr val="C44528"/>
                </a:solidFill>
                <a:latin typeface="Calibri"/>
                <a:ea typeface="Calibri"/>
                <a:cs typeface="Calibri"/>
                <a:sym typeface="Calibri"/>
              </a:rPr>
              <a:t>Yu 2025  →  drop a slice that cannot change the picture</a:t>
            </a:r>
            <a:r>
              <a:rPr sz="650" b="1" baseline="28000">
                <a:solidFill>
                  <a:srgbClr val="12688F"/>
                </a:solidFill>
                <a:latin typeface="Calibri"/>
                <a:hlinkClick r:id="rId9"/>
              </a:rPr>
              <a:t>[6]</a:t>
            </a:r>
            <a:r>
              <a:rPr sz="650">
                <a:latin typeface="Calibri"/>
              </a:rPr>
              <a:t> </a:t>
            </a:r>
            <a:endParaRPr b="0" i="0" sz="1100" u="none" cap="none" strike="noStrike">
              <a:solidFill>
                <a:srgbClr val="000000"/>
              </a:solidFill>
              <a:latin typeface="Arial"/>
              <a:ea typeface="Arial"/>
              <a:cs typeface="Arial"/>
              <a:sym typeface="Arial"/>
            </a:endParaRPr>
          </a:p>
        </p:txBody>
      </p:sp>
      <p:sp>
        <p:nvSpPr>
          <p:cNvPr id="532" name="Google Shape;532;p42"/>
          <p:cNvSpPr txBox="1"/>
          <p:nvPr/>
        </p:nvSpPr>
        <p:spPr>
          <a:xfrm>
            <a:off x="2834640" y="4590288"/>
            <a:ext cx="2468880" cy="201168"/>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800"/>
              <a:buFont typeface="Arial"/>
              <a:buNone/>
            </a:pPr>
            <a:r>
              <a:rPr b="1" i="0" lang="en-GB" sz="800" u="none" cap="none" strike="noStrike">
                <a:solidFill>
                  <a:srgbClr val="C44528"/>
                </a:solidFill>
                <a:latin typeface="Calibri"/>
                <a:ea typeface="Calibri"/>
                <a:cs typeface="Calibri"/>
                <a:sym typeface="Calibri"/>
              </a:rPr>
              <a:t>Signell 2019  →  Zarr chunks over HTTP range reads</a:t>
            </a:r>
            <a:r>
              <a:rPr sz="650" b="1" baseline="28000">
                <a:solidFill>
                  <a:srgbClr val="12688F"/>
                </a:solidFill>
                <a:latin typeface="Calibri"/>
                <a:hlinkClick r:id="rId12"/>
              </a:rPr>
              <a:t>[9]</a:t>
            </a:r>
            <a:r>
              <a:rPr sz="650">
                <a:latin typeface="Calibri"/>
              </a:rPr>
              <a:t> </a:t>
            </a:r>
            <a:endParaRPr b="0" i="0" sz="1100" u="none" cap="none" strike="noStrike">
              <a:solidFill>
                <a:srgbClr val="000000"/>
              </a:solidFill>
              <a:latin typeface="Arial"/>
              <a:ea typeface="Arial"/>
              <a:cs typeface="Arial"/>
              <a:sym typeface="Arial"/>
            </a:endParaRPr>
          </a:p>
        </p:txBody>
      </p:sp>
      <p:sp>
        <p:nvSpPr>
          <p:cNvPr id="533" name="Google Shape;533;p42"/>
          <p:cNvSpPr/>
          <p:nvPr/>
        </p:nvSpPr>
        <p:spPr>
          <a:xfrm>
            <a:off x="5638978" y="625399"/>
            <a:ext cx="3295800" cy="231000"/>
          </a:xfrm>
          <a:prstGeom prst="roundRect">
            <a:avLst>
              <a:gd fmla="val 32000" name="adj"/>
            </a:avLst>
          </a:prstGeom>
          <a:solidFill>
            <a:srgbClr val="C44528"/>
          </a:solidFill>
          <a:ln>
            <a:noFill/>
          </a:ln>
        </p:spPr>
        <p:txBody>
          <a:bodyPr anchorCtr="0" anchor="ctr" bIns="0" lIns="68575" spcFirstLastPara="1" rIns="4115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                             WHERE WE SIT  ·  GAP ANALYSIS</a:t>
            </a:r>
            <a:endParaRPr b="0" i="0" sz="1200" u="none" cap="none" strike="noStrike">
              <a:solidFill>
                <a:srgbClr val="000000"/>
              </a:solidFill>
              <a:latin typeface="Arial"/>
              <a:ea typeface="Arial"/>
              <a:cs typeface="Arial"/>
              <a:sym typeface="Arial"/>
            </a:endParaRPr>
          </a:p>
        </p:txBody>
      </p:sp>
      <p:graphicFrame>
        <p:nvGraphicFramePr>
          <p:cNvPr id="534" name="Google Shape;534;p42"/>
          <p:cNvGraphicFramePr/>
          <p:nvPr/>
        </p:nvGraphicFramePr>
        <p:xfrm>
          <a:off x="5618020" y="941212"/>
          <a:ext cx="3000000" cy="3000000"/>
        </p:xfrm>
        <a:graphic>
          <a:graphicData uri="http://schemas.openxmlformats.org/drawingml/2006/table">
            <a:tbl>
              <a:tblPr bandRow="1" firstRow="1">
                <a:noFill/>
                <a:tableStyleId>{2F554C66-DDCF-4EE5-85A6-085AA44DDC64}</a:tableStyleId>
              </a:tblPr>
              <a:tblGrid>
                <a:gridCol w="1321225"/>
                <a:gridCol w="506025"/>
                <a:gridCol w="506025"/>
                <a:gridCol w="506025"/>
                <a:gridCol w="506025"/>
              </a:tblGrid>
              <a:tr h="319400">
                <a:tc>
                  <a:txBody>
                    <a:bodyPr/>
                    <a:lstStyle/>
                    <a:p>
                      <a:pPr indent="0" lvl="0" marL="0" marR="0" rtl="0" algn="l">
                        <a:lnSpc>
                          <a:spcPct val="88000"/>
                        </a:lnSpc>
                        <a:spcBef>
                          <a:spcPts val="0"/>
                        </a:spcBef>
                        <a:spcAft>
                          <a:spcPts val="0"/>
                        </a:spcAft>
                        <a:buClr>
                          <a:srgbClr val="000000"/>
                        </a:buClr>
                        <a:buSzPts val="600"/>
                        <a:buFont typeface="Arial"/>
                        <a:buNone/>
                      </a:pPr>
                      <a:r>
                        <a:rPr lang="en-GB" sz="600">
                          <a:solidFill>
                            <a:srgbClr val="FFFFFF"/>
                          </a:solidFill>
                        </a:rPr>
                        <a:t>                     </a:t>
                      </a:r>
                      <a:r>
                        <a:rPr b="1" i="0" lang="en-GB" sz="800" u="none" cap="none" strike="noStrike">
                          <a:solidFill>
                            <a:srgbClr val="FFFFFF"/>
                          </a:solidFill>
                          <a:latin typeface="Calibri"/>
                          <a:ea typeface="Calibri"/>
                          <a:cs typeface="Calibri"/>
                          <a:sym typeface="Calibri"/>
                        </a:rPr>
                        <a:t>Capability</a:t>
                      </a:r>
                      <a:endParaRPr sz="1300" u="none" cap="none" strike="noStrike"/>
                    </a:p>
                  </a:txBody>
                  <a:tcPr marT="0" marB="0" marR="20575" marL="34300" anchor="ctr">
                    <a:solidFill>
                      <a:srgbClr val="0B2E4F"/>
                    </a:solidFill>
                  </a:tcPr>
                </a:tc>
                <a:tc>
                  <a:txBody>
                    <a:bodyPr/>
                    <a:lstStyle/>
                    <a:p>
                      <a:pPr indent="0" lvl="0" marL="0" marR="0" rtl="0" algn="ctr">
                        <a:lnSpc>
                          <a:spcPct val="88000"/>
                        </a:lnSpc>
                        <a:spcBef>
                          <a:spcPts val="0"/>
                        </a:spcBef>
                        <a:spcAft>
                          <a:spcPts val="0"/>
                        </a:spcAft>
                        <a:buClr>
                          <a:srgbClr val="000000"/>
                        </a:buClr>
                        <a:buSzPts val="600"/>
                        <a:buFont typeface="Arial"/>
                        <a:buNone/>
                      </a:pPr>
                      <a:r>
                        <a:rPr b="1" i="0" lang="en-GB" sz="700" u="none" cap="none" strike="noStrike">
                          <a:solidFill>
                            <a:srgbClr val="FFFFFF"/>
                          </a:solidFill>
                          <a:latin typeface="Calibri"/>
                          <a:ea typeface="Calibri"/>
                          <a:cs typeface="Calibri"/>
                          <a:sym typeface="Calibri"/>
                        </a:rPr>
                        <a:t>Desktop</a:t>
                      </a:r>
                      <a:br>
                        <a:rPr b="1" i="0" lang="en-GB" sz="700" u="none" cap="none" strike="noStrike">
                          <a:solidFill>
                            <a:srgbClr val="FFFFFF"/>
                          </a:solidFill>
                          <a:latin typeface="Calibri"/>
                          <a:ea typeface="Calibri"/>
                          <a:cs typeface="Calibri"/>
                          <a:sym typeface="Calibri"/>
                        </a:rPr>
                      </a:br>
                      <a:r>
                        <a:rPr b="1" i="0" lang="en-GB" sz="700" u="none" cap="none" strike="noStrike">
                          <a:solidFill>
                            <a:srgbClr val="FFFFFF"/>
                          </a:solidFill>
                          <a:latin typeface="Calibri"/>
                          <a:ea typeface="Calibri"/>
                          <a:cs typeface="Calibri"/>
                          <a:sym typeface="Calibri"/>
                        </a:rPr>
                        <a:t>tools</a:t>
                      </a:r>
                      <a:endParaRPr sz="1200" u="none" cap="none" strike="noStrike"/>
                    </a:p>
                  </a:txBody>
                  <a:tcPr marT="0" marB="0" marR="20575" marL="34300" anchor="ctr">
                    <a:solidFill>
                      <a:srgbClr val="0B2E4F"/>
                    </a:solidFill>
                  </a:tcPr>
                </a:tc>
                <a:tc>
                  <a:txBody>
                    <a:bodyPr/>
                    <a:lstStyle/>
                    <a:p>
                      <a:pPr indent="0" lvl="0" marL="0" marR="0" rtl="0" algn="ctr">
                        <a:lnSpc>
                          <a:spcPct val="88000"/>
                        </a:lnSpc>
                        <a:spcBef>
                          <a:spcPts val="0"/>
                        </a:spcBef>
                        <a:spcAft>
                          <a:spcPts val="0"/>
                        </a:spcAft>
                        <a:buClr>
                          <a:srgbClr val="000000"/>
                        </a:buClr>
                        <a:buSzPts val="600"/>
                        <a:buFont typeface="Arial"/>
                        <a:buNone/>
                      </a:pPr>
                      <a:r>
                        <a:rPr b="1" i="0" lang="en-GB" sz="700" u="none" cap="none" strike="noStrike">
                          <a:solidFill>
                            <a:srgbClr val="FFFFFF"/>
                          </a:solidFill>
                          <a:latin typeface="Calibri"/>
                          <a:ea typeface="Calibri"/>
                          <a:cs typeface="Calibri"/>
                          <a:sym typeface="Calibri"/>
                        </a:rPr>
                        <a:t>Web</a:t>
                      </a:r>
                      <a:br>
                        <a:rPr b="1" i="0" lang="en-GB" sz="700" u="none" cap="none" strike="noStrike">
                          <a:solidFill>
                            <a:srgbClr val="FFFFFF"/>
                          </a:solidFill>
                          <a:latin typeface="Calibri"/>
                          <a:ea typeface="Calibri"/>
                          <a:cs typeface="Calibri"/>
                          <a:sym typeface="Calibri"/>
                        </a:rPr>
                      </a:br>
                      <a:r>
                        <a:rPr b="1" i="0" lang="en-GB" sz="700" u="none" cap="none" strike="noStrike">
                          <a:solidFill>
                            <a:srgbClr val="FFFFFF"/>
                          </a:solidFill>
                          <a:latin typeface="Calibri"/>
                          <a:ea typeface="Calibri"/>
                          <a:cs typeface="Calibri"/>
                          <a:sym typeface="Calibri"/>
                        </a:rPr>
                        <a:t>viewers</a:t>
                      </a:r>
                      <a:endParaRPr sz="1200" u="none" cap="none" strike="noStrike"/>
                    </a:p>
                  </a:txBody>
                  <a:tcPr marT="0" marB="0" marR="20575" marL="34300" anchor="ctr">
                    <a:solidFill>
                      <a:srgbClr val="0B2E4F"/>
                    </a:solidFill>
                  </a:tcPr>
                </a:tc>
                <a:tc>
                  <a:txBody>
                    <a:bodyPr/>
                    <a:lstStyle/>
                    <a:p>
                      <a:pPr indent="0" lvl="0" marL="0" marR="0" rtl="0" algn="ctr">
                        <a:lnSpc>
                          <a:spcPct val="88000"/>
                        </a:lnSpc>
                        <a:spcBef>
                          <a:spcPts val="0"/>
                        </a:spcBef>
                        <a:spcAft>
                          <a:spcPts val="0"/>
                        </a:spcAft>
                        <a:buClr>
                          <a:srgbClr val="000000"/>
                        </a:buClr>
                        <a:buSzPts val="600"/>
                        <a:buFont typeface="Arial"/>
                        <a:buNone/>
                      </a:pPr>
                      <a:r>
                        <a:rPr b="1" i="0" lang="en-GB" sz="600" u="none" cap="none" strike="noStrike">
                          <a:solidFill>
                            <a:srgbClr val="FFFFFF"/>
                          </a:solidFill>
                          <a:latin typeface="Calibri"/>
                          <a:ea typeface="Calibri"/>
                          <a:cs typeface="Calibri"/>
                          <a:sym typeface="Calibri"/>
                        </a:rPr>
                        <a:t>Digital</a:t>
                      </a:r>
                      <a:br>
                        <a:rPr b="1" i="0" lang="en-GB" sz="600" u="none" cap="none" strike="noStrike">
                          <a:solidFill>
                            <a:srgbClr val="FFFFFF"/>
                          </a:solidFill>
                          <a:latin typeface="Calibri"/>
                          <a:ea typeface="Calibri"/>
                          <a:cs typeface="Calibri"/>
                          <a:sym typeface="Calibri"/>
                        </a:rPr>
                      </a:br>
                      <a:r>
                        <a:rPr b="1" i="0" lang="en-GB" sz="600" u="none" cap="none" strike="noStrike">
                          <a:solidFill>
                            <a:srgbClr val="FFFFFF"/>
                          </a:solidFill>
                          <a:latin typeface="Calibri"/>
                          <a:ea typeface="Calibri"/>
                          <a:cs typeface="Calibri"/>
                          <a:sym typeface="Calibri"/>
                        </a:rPr>
                        <a:t>Ocean</a:t>
                      </a:r>
                      <a:endParaRPr sz="1100" u="none" cap="none" strike="noStrike"/>
                    </a:p>
                  </a:txBody>
                  <a:tcPr marT="0" marB="0" marR="20575" marL="34300" anchor="ctr">
                    <a:solidFill>
                      <a:srgbClr val="0B2E4F"/>
                    </a:solidFill>
                  </a:tcPr>
                </a:tc>
                <a:tc>
                  <a:txBody>
                    <a:bodyPr/>
                    <a:lstStyle/>
                    <a:p>
                      <a:pPr indent="0" lvl="0" marL="0" marR="0" rtl="0" algn="ctr">
                        <a:lnSpc>
                          <a:spcPct val="88000"/>
                        </a:lnSpc>
                        <a:spcBef>
                          <a:spcPts val="0"/>
                        </a:spcBef>
                        <a:spcAft>
                          <a:spcPts val="0"/>
                        </a:spcAft>
                        <a:buClr>
                          <a:srgbClr val="000000"/>
                        </a:buClr>
                        <a:buSzPts val="600"/>
                        <a:buFont typeface="Arial"/>
                        <a:buNone/>
                      </a:pPr>
                      <a:r>
                        <a:rPr b="1" i="0" lang="en-GB" sz="800" u="none" cap="none" strike="noStrike">
                          <a:solidFill>
                            <a:srgbClr val="FFFFFF"/>
                          </a:solidFill>
                          <a:latin typeface="Calibri"/>
                          <a:ea typeface="Calibri"/>
                          <a:cs typeface="Calibri"/>
                          <a:sym typeface="Calibri"/>
                        </a:rPr>
                        <a:t>Sagar</a:t>
                      </a:r>
                      <a:br>
                        <a:rPr b="1" i="0" lang="en-GB" sz="800" u="none" cap="none" strike="noStrike">
                          <a:solidFill>
                            <a:srgbClr val="FFFFFF"/>
                          </a:solidFill>
                          <a:latin typeface="Calibri"/>
                          <a:ea typeface="Calibri"/>
                          <a:cs typeface="Calibri"/>
                          <a:sym typeface="Calibri"/>
                        </a:rPr>
                      </a:br>
                      <a:r>
                        <a:rPr b="1" i="0" lang="en-GB" sz="800" u="none" cap="none" strike="noStrike">
                          <a:solidFill>
                            <a:srgbClr val="FFFFFF"/>
                          </a:solidFill>
                          <a:latin typeface="Calibri"/>
                          <a:ea typeface="Calibri"/>
                          <a:cs typeface="Calibri"/>
                          <a:sym typeface="Calibri"/>
                        </a:rPr>
                        <a:t>Drishti</a:t>
                      </a:r>
                      <a:endParaRPr sz="1300" u="none" cap="none" strike="noStrike"/>
                    </a:p>
                  </a:txBody>
                  <a:tcPr marT="0" marB="0" marR="20575" marL="34300" anchor="ctr">
                    <a:solidFill>
                      <a:srgbClr val="C44528"/>
                    </a:solidFill>
                  </a:tcPr>
                </a:tc>
              </a:tr>
              <a:tr h="208025">
                <a:tc>
                  <a:txBody>
                    <a:bodyPr/>
                    <a:lstStyle/>
                    <a:p>
                      <a:pPr indent="0" lvl="0" marL="0" marR="0" rtl="0" algn="l">
                        <a:lnSpc>
                          <a:spcPct val="88000"/>
                        </a:lnSpc>
                        <a:spcBef>
                          <a:spcPts val="0"/>
                        </a:spcBef>
                        <a:spcAft>
                          <a:spcPts val="0"/>
                        </a:spcAft>
                        <a:buClr>
                          <a:srgbClr val="000000"/>
                        </a:buClr>
                        <a:buSzPts val="700"/>
                        <a:buFont typeface="Arial"/>
                        <a:buNone/>
                      </a:pPr>
                      <a:r>
                        <a:rPr b="0" i="0" lang="en-GB" sz="700" u="none" cap="none" strike="noStrike">
                          <a:solidFill>
                            <a:srgbClr val="14202B"/>
                          </a:solidFill>
                          <a:latin typeface="Calibri"/>
                          <a:ea typeface="Calibri"/>
                          <a:cs typeface="Calibri"/>
                          <a:sym typeface="Calibri"/>
                        </a:rPr>
                        <a:t>Browser-native, no install</a:t>
                      </a:r>
                      <a:endParaRPr sz="12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BEEEA"/>
                    </a:solidFill>
                  </a:tcPr>
                </a:tc>
              </a:tr>
              <a:tr h="208025">
                <a:tc>
                  <a:txBody>
                    <a:bodyPr/>
                    <a:lstStyle/>
                    <a:p>
                      <a:pPr indent="0" lvl="0" marL="0" marR="0" rtl="0" algn="l">
                        <a:lnSpc>
                          <a:spcPct val="88000"/>
                        </a:lnSpc>
                        <a:spcBef>
                          <a:spcPts val="0"/>
                        </a:spcBef>
                        <a:spcAft>
                          <a:spcPts val="0"/>
                        </a:spcAft>
                        <a:buClr>
                          <a:srgbClr val="000000"/>
                        </a:buClr>
                        <a:buSzPts val="700"/>
                        <a:buFont typeface="Arial"/>
                        <a:buNone/>
                      </a:pPr>
                      <a:r>
                        <a:rPr b="0" i="0" lang="en-GB" sz="700" u="none" cap="none" strike="noStrike">
                          <a:solidFill>
                            <a:srgbClr val="14202B"/>
                          </a:solidFill>
                          <a:latin typeface="Calibri"/>
                          <a:ea typeface="Calibri"/>
                          <a:cs typeface="Calibri"/>
                          <a:sym typeface="Calibri"/>
                        </a:rPr>
                        <a:t>True volumetric water column</a:t>
                      </a:r>
                      <a:endParaRPr sz="12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87A1F"/>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BEEEA"/>
                    </a:solidFill>
                  </a:tcPr>
                </a:tc>
              </a:tr>
              <a:tr h="208025">
                <a:tc>
                  <a:txBody>
                    <a:bodyPr/>
                    <a:lstStyle/>
                    <a:p>
                      <a:pPr indent="0" lvl="0" marL="0" marR="0" rtl="0" algn="l">
                        <a:lnSpc>
                          <a:spcPct val="88000"/>
                        </a:lnSpc>
                        <a:spcBef>
                          <a:spcPts val="0"/>
                        </a:spcBef>
                        <a:spcAft>
                          <a:spcPts val="0"/>
                        </a:spcAft>
                        <a:buClr>
                          <a:srgbClr val="000000"/>
                        </a:buClr>
                        <a:buSzPts val="700"/>
                        <a:buFont typeface="Arial"/>
                        <a:buNone/>
                      </a:pPr>
                      <a:r>
                        <a:rPr b="0" i="0" lang="en-GB" sz="700" u="none" cap="none" strike="noStrike">
                          <a:solidFill>
                            <a:srgbClr val="14202B"/>
                          </a:solidFill>
                          <a:latin typeface="Calibri"/>
                          <a:ea typeface="Calibri"/>
                          <a:cs typeface="Calibri"/>
                          <a:sym typeface="Calibri"/>
                        </a:rPr>
                        <a:t>Model + in-situ in ONE 3D scene</a:t>
                      </a:r>
                      <a:endParaRPr sz="12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87A1F"/>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BEEEA"/>
                    </a:solidFill>
                  </a:tcPr>
                </a:tc>
              </a:tr>
              <a:tr h="208025">
                <a:tc>
                  <a:txBody>
                    <a:bodyPr/>
                    <a:lstStyle/>
                    <a:p>
                      <a:pPr indent="0" lvl="0" marL="0" marR="0" rtl="0" algn="l">
                        <a:lnSpc>
                          <a:spcPct val="88000"/>
                        </a:lnSpc>
                        <a:spcBef>
                          <a:spcPts val="0"/>
                        </a:spcBef>
                        <a:spcAft>
                          <a:spcPts val="0"/>
                        </a:spcAft>
                        <a:buClr>
                          <a:srgbClr val="000000"/>
                        </a:buClr>
                        <a:buSzPts val="700"/>
                        <a:buFont typeface="Arial"/>
                        <a:buNone/>
                      </a:pPr>
                      <a:r>
                        <a:rPr b="0" i="0" lang="en-GB" sz="700" u="none" cap="none" strike="noStrike">
                          <a:solidFill>
                            <a:srgbClr val="14202B"/>
                          </a:solidFill>
                          <a:latin typeface="Calibri"/>
                          <a:ea typeface="Calibri"/>
                          <a:cs typeface="Calibri"/>
                          <a:sym typeface="Calibri"/>
                        </a:rPr>
                        <a:t>Model-vs-observation skill on screen</a:t>
                      </a:r>
                      <a:endParaRPr sz="12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BEEEA"/>
                    </a:solidFill>
                  </a:tcPr>
                </a:tc>
              </a:tr>
              <a:tr h="208025">
                <a:tc>
                  <a:txBody>
                    <a:bodyPr/>
                    <a:lstStyle/>
                    <a:p>
                      <a:pPr indent="0" lvl="0" marL="0" marR="0" rtl="0" algn="l">
                        <a:lnSpc>
                          <a:spcPct val="88000"/>
                        </a:lnSpc>
                        <a:spcBef>
                          <a:spcPts val="0"/>
                        </a:spcBef>
                        <a:spcAft>
                          <a:spcPts val="0"/>
                        </a:spcAft>
                        <a:buClr>
                          <a:srgbClr val="000000"/>
                        </a:buClr>
                        <a:buSzPts val="700"/>
                        <a:buFont typeface="Arial"/>
                        <a:buNone/>
                      </a:pPr>
                      <a:r>
                        <a:rPr b="0" i="0" lang="en-GB" sz="700" u="none" cap="none" strike="noStrike">
                          <a:solidFill>
                            <a:srgbClr val="14202B"/>
                          </a:solidFill>
                          <a:latin typeface="Calibri"/>
                          <a:ea typeface="Calibri"/>
                          <a:cs typeface="Calibri"/>
                          <a:sym typeface="Calibri"/>
                        </a:rPr>
                        <a:t>CAP hazard layer in ocean context</a:t>
                      </a:r>
                      <a:endParaRPr sz="12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BEEEA"/>
                    </a:solidFill>
                  </a:tcPr>
                </a:tc>
              </a:tr>
              <a:tr h="208025">
                <a:tc>
                  <a:txBody>
                    <a:bodyPr/>
                    <a:lstStyle/>
                    <a:p>
                      <a:pPr indent="0" lvl="0" marL="0" marR="0" rtl="0" algn="l">
                        <a:lnSpc>
                          <a:spcPct val="88000"/>
                        </a:lnSpc>
                        <a:spcBef>
                          <a:spcPts val="0"/>
                        </a:spcBef>
                        <a:spcAft>
                          <a:spcPts val="0"/>
                        </a:spcAft>
                        <a:buClr>
                          <a:srgbClr val="000000"/>
                        </a:buClr>
                        <a:buSzPts val="700"/>
                        <a:buFont typeface="Arial"/>
                        <a:buNone/>
                      </a:pPr>
                      <a:r>
                        <a:rPr b="0" i="0" lang="en-GB" sz="700" u="none" cap="none" strike="noStrike">
                          <a:solidFill>
                            <a:srgbClr val="14202B"/>
                          </a:solidFill>
                          <a:latin typeface="Calibri"/>
                          <a:ea typeface="Calibri"/>
                          <a:cs typeface="Calibri"/>
                          <a:sym typeface="Calibri"/>
                        </a:rPr>
                        <a:t>Runs fully offline / air-gapped</a:t>
                      </a:r>
                      <a:endParaRPr sz="12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BEEEA"/>
                    </a:solidFill>
                  </a:tcPr>
                </a:tc>
              </a:tr>
            </a:tbl>
          </a:graphicData>
        </a:graphic>
      </p:graphicFrame>
      <p:sp>
        <p:nvSpPr>
          <p:cNvPr id="535" name="Google Shape;535;p42"/>
          <p:cNvSpPr txBox="1"/>
          <p:nvPr/>
        </p:nvSpPr>
        <p:spPr>
          <a:xfrm>
            <a:off x="5628576" y="2576894"/>
            <a:ext cx="33348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556471"/>
                </a:solidFill>
                <a:latin typeface="Calibri"/>
                <a:ea typeface="Calibri"/>
                <a:cs typeface="Calibri"/>
                <a:sym typeface="Calibri"/>
              </a:rPr>
              <a:t>Desktop tools: ODV, IDV, pyParaOcean.  Web viewers: Argovis, MyOcean.  </a:t>
            </a:r>
            <a:r>
              <a:rPr b="1" lang="en-GB" sz="900">
                <a:solidFill>
                  <a:srgbClr val="556471"/>
                </a:solidFill>
                <a:latin typeface="Calibri"/>
                <a:ea typeface="Calibri"/>
                <a:cs typeface="Calibri"/>
                <a:sym typeface="Calibri"/>
              </a:rPr>
              <a:t>INCOIS</a:t>
            </a:r>
            <a:r>
              <a:rPr b="1" i="0" lang="en-GB" sz="900" u="none" cap="none" strike="noStrike">
                <a:solidFill>
                  <a:srgbClr val="556471"/>
                </a:solidFill>
                <a:latin typeface="Calibri"/>
                <a:ea typeface="Calibri"/>
                <a:cs typeface="Calibri"/>
                <a:sym typeface="Calibri"/>
              </a:rPr>
              <a:t> Digital Ocean portal advertises 3D and 4D; what it does not do is fuse instruments into the volume or publish model skill beside the field.</a:t>
            </a:r>
            <a:endParaRPr b="0" i="0" sz="1400" u="none" cap="none" strike="noStrike">
              <a:solidFill>
                <a:srgbClr val="000000"/>
              </a:solidFill>
              <a:latin typeface="Arial"/>
              <a:ea typeface="Arial"/>
              <a:cs typeface="Arial"/>
              <a:sym typeface="Arial"/>
            </a:endParaRPr>
          </a:p>
        </p:txBody>
      </p:sp>
      <p:sp>
        <p:nvSpPr>
          <p:cNvPr id="536" name="Google Shape;536;p42"/>
          <p:cNvSpPr/>
          <p:nvPr/>
        </p:nvSpPr>
        <p:spPr>
          <a:xfrm>
            <a:off x="5628575" y="3163700"/>
            <a:ext cx="3285300" cy="1481700"/>
          </a:xfrm>
          <a:prstGeom prst="rect">
            <a:avLst/>
          </a:prstGeom>
          <a:solidFill>
            <a:srgbClr val="EFF4F7"/>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chemeClr val="dk1"/>
              </a:solidFill>
              <a:latin typeface="Calibri"/>
              <a:ea typeface="Calibri"/>
              <a:cs typeface="Calibri"/>
              <a:sym typeface="Calibri"/>
            </a:endParaRPr>
          </a:p>
        </p:txBody>
      </p:sp>
      <p:sp>
        <p:nvSpPr>
          <p:cNvPr descr="Your startup LOGO" id="537" name="Google Shape;537;p42"/>
          <p:cNvSpPr/>
          <p:nvPr/>
        </p:nvSpPr>
        <p:spPr>
          <a:xfrm>
            <a:off x="112625" y="78400"/>
            <a:ext cx="1089300" cy="605400"/>
          </a:xfrm>
          <a:prstGeom prst="ellipse">
            <a:avLst/>
          </a:prstGeom>
          <a:solidFill>
            <a:schemeClr val="lt1"/>
          </a:solidFill>
          <a:ln cap="flat" cmpd="sng" w="25400">
            <a:solidFill>
              <a:schemeClr val="accent1"/>
            </a:solidFill>
            <a:prstDash val="solid"/>
            <a:round/>
            <a:headEnd len="sm" w="sm" type="none"/>
            <a:tailEnd len="sm" w="sm" type="none"/>
          </a:ln>
        </p:spPr>
        <p:txBody>
          <a:bodyPr anchorCtr="0" anchor="ctr" bIns="34275" lIns="0" spcFirstLastPara="1" rIns="0" wrap="none" tIns="34275">
            <a:noAutofit/>
          </a:bodyPr>
          <a:lstStyle/>
          <a:p>
            <a:pPr indent="0" lvl="0" marL="0" marR="0" rtl="0" algn="l">
              <a:lnSpc>
                <a:spcPct val="95000"/>
              </a:lnSpc>
              <a:spcBef>
                <a:spcPts val="400"/>
              </a:spcBef>
              <a:spcAft>
                <a:spcPts val="0"/>
              </a:spcAft>
              <a:buClr>
                <a:schemeClr val="dk1"/>
              </a:buClr>
              <a:buSzPts val="1200"/>
              <a:buFont typeface="Arial"/>
              <a:buNone/>
            </a:pPr>
            <a:r>
              <a:rPr b="1" i="0" lang="en-GB" sz="1100" u="none" cap="none" strike="noStrike">
                <a:solidFill>
                  <a:srgbClr val="FF0000"/>
                </a:solidFill>
                <a:latin typeface="Calibri"/>
                <a:ea typeface="Calibri"/>
                <a:cs typeface="Calibri"/>
                <a:sym typeface="Calibri"/>
              </a:rPr>
              <a:t>Pixel</a:t>
            </a:r>
            <a:r>
              <a:rPr b="1" i="0" lang="en-GB" sz="1100" u="none" cap="none" strike="noStrike">
                <a:solidFill>
                  <a:srgbClr val="1C4587"/>
                </a:solidFill>
                <a:latin typeface="Calibri"/>
                <a:ea typeface="Calibri"/>
                <a:cs typeface="Calibri"/>
                <a:sym typeface="Calibri"/>
              </a:rPr>
              <a:t>Paws</a:t>
            </a:r>
            <a:endParaRPr b="1" i="0" sz="1200" u="none" cap="none" strike="noStrike">
              <a:solidFill>
                <a:srgbClr val="1C4587"/>
              </a:solidFill>
              <a:latin typeface="Calibri"/>
              <a:ea typeface="Calibri"/>
              <a:cs typeface="Calibri"/>
              <a:sym typeface="Calibri"/>
            </a:endParaRPr>
          </a:p>
        </p:txBody>
      </p:sp>
      <p:sp>
        <p:nvSpPr>
          <p:cNvPr id="538" name="Google Shape;538;p42"/>
          <p:cNvSpPr/>
          <p:nvPr/>
        </p:nvSpPr>
        <p:spPr>
          <a:xfrm>
            <a:off x="5632704" y="3218688"/>
            <a:ext cx="2834640" cy="201168"/>
          </a:xfrm>
          <a:prstGeom prst="roundRect">
            <a:avLst>
              <a:gd fmla="val 25000" name="adj"/>
            </a:avLst>
          </a:prstGeom>
          <a:solidFill>
            <a:srgbClr val="1F4E79"/>
          </a:solidFill>
          <a:ln>
            <a:noFill/>
          </a:ln>
        </p:spPr>
        <p:txBody>
          <a:bodyPr anchorCtr="0" anchor="ctr" bIns="9125" lIns="36575" spcFirstLastPara="1" rIns="36575" wrap="square" tIns="9125">
            <a:noAutofit/>
          </a:bodyPr>
          <a:lstStyle/>
          <a:p>
            <a:pPr indent="0" lvl="0" marL="0" marR="0" rtl="0" algn="l">
              <a:lnSpc>
                <a:spcPct val="92000"/>
              </a:lnSpc>
              <a:spcBef>
                <a:spcPts val="0"/>
              </a:spcBef>
              <a:spcAft>
                <a:spcPts val="0"/>
              </a:spcAft>
              <a:buNone/>
            </a:pPr>
            <a:r>
              <a:rPr b="1" i="0" lang="en-GB" sz="900" u="none" cap="none" strike="noStrike">
                <a:solidFill>
                  <a:srgbClr val="FFFFFF"/>
                </a:solidFill>
                <a:latin typeface="Arial"/>
                <a:ea typeface="Arial"/>
                <a:cs typeface="Arial"/>
                <a:sym typeface="Arial"/>
              </a:rPr>
              <a:t>OUR OWN WORK, AND HOW TO CHECK IT</a:t>
            </a:r>
            <a:endParaRPr/>
          </a:p>
        </p:txBody>
      </p:sp>
      <p:sp>
        <p:nvSpPr>
          <p:cNvPr id="539" name="Google Shape;539;p42"/>
          <p:cNvSpPr txBox="1"/>
          <p:nvPr/>
        </p:nvSpPr>
        <p:spPr>
          <a:xfrm>
            <a:off x="5701837" y="3467039"/>
            <a:ext cx="3310200" cy="1785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1000" u="none" cap="none" strike="noStrike">
                <a:solidFill>
                  <a:srgbClr val="C03A2B"/>
                </a:solidFill>
                <a:latin typeface="Arial"/>
                <a:ea typeface="Arial"/>
                <a:cs typeface="Arial"/>
                <a:sym typeface="Arial"/>
              </a:rPr>
              <a:t>607   </a:t>
            </a:r>
            <a:r>
              <a:rPr b="0" i="0" lang="en-GB" sz="850" u="none" cap="none" strike="noStrike">
                <a:solidFill>
                  <a:srgbClr val="5A6B78"/>
                </a:solidFill>
                <a:latin typeface="Arial"/>
                <a:ea typeface="Arial"/>
                <a:cs typeface="Arial"/>
                <a:sym typeface="Arial"/>
              </a:rPr>
              <a:t>automated tests, 12 in a real browser</a:t>
            </a:r>
            <a:endParaRPr/>
          </a:p>
        </p:txBody>
      </p:sp>
      <p:sp>
        <p:nvSpPr>
          <p:cNvPr id="540" name="Google Shape;540;p42"/>
          <p:cNvSpPr txBox="1"/>
          <p:nvPr/>
        </p:nvSpPr>
        <p:spPr>
          <a:xfrm>
            <a:off x="5701837" y="3741358"/>
            <a:ext cx="3310200" cy="1785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1000" u="none" cap="none" strike="noStrike">
                <a:solidFill>
                  <a:srgbClr val="C03A2B"/>
                </a:solidFill>
                <a:latin typeface="Arial"/>
                <a:ea typeface="Arial"/>
                <a:cs typeface="Arial"/>
                <a:sym typeface="Arial"/>
              </a:rPr>
              <a:t>6 dp   </a:t>
            </a:r>
            <a:r>
              <a:rPr b="0" i="0" lang="en-GB" sz="850" u="none" cap="none" strike="noStrike">
                <a:solidFill>
                  <a:srgbClr val="5A6B78"/>
                </a:solidFill>
                <a:latin typeface="Arial"/>
                <a:ea typeface="Arial"/>
                <a:cs typeface="Arial"/>
                <a:sym typeface="Arial"/>
              </a:rPr>
              <a:t>TEOS-10 check values reproduced exactly</a:t>
            </a:r>
            <a:endParaRPr/>
          </a:p>
        </p:txBody>
      </p:sp>
      <p:sp>
        <p:nvSpPr>
          <p:cNvPr id="541" name="Google Shape;541;p42"/>
          <p:cNvSpPr txBox="1"/>
          <p:nvPr/>
        </p:nvSpPr>
        <p:spPr>
          <a:xfrm>
            <a:off x="5701837" y="4015678"/>
            <a:ext cx="3310200" cy="1785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1000" u="none" cap="none" strike="noStrike">
                <a:solidFill>
                  <a:srgbClr val="C03A2B"/>
                </a:solidFill>
                <a:latin typeface="Arial"/>
                <a:ea typeface="Arial"/>
                <a:cs typeface="Arial"/>
                <a:sym typeface="Arial"/>
              </a:rPr>
              <a:t>100%   </a:t>
            </a:r>
            <a:r>
              <a:rPr b="0" i="0" lang="en-GB" sz="850" u="none" cap="none" strike="noStrike">
                <a:solidFill>
                  <a:srgbClr val="5A6B78"/>
                </a:solidFill>
                <a:latin typeface="Arial"/>
                <a:ea typeface="Arial"/>
                <a:cs typeface="Arial"/>
                <a:sym typeface="Arial"/>
              </a:rPr>
              <a:t>of panels cite dataset and timestamp</a:t>
            </a:r>
            <a:endParaRPr/>
          </a:p>
        </p:txBody>
      </p:sp>
      <p:sp>
        <p:nvSpPr>
          <p:cNvPr id="542" name="Google Shape;542;p42"/>
          <p:cNvSpPr txBox="1"/>
          <p:nvPr/>
        </p:nvSpPr>
        <p:spPr>
          <a:xfrm>
            <a:off x="5701826" y="4289993"/>
            <a:ext cx="3141000" cy="3060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1000" u="none" cap="none" strike="noStrike">
                <a:solidFill>
                  <a:srgbClr val="C03A2B"/>
                </a:solidFill>
                <a:latin typeface="Arial"/>
                <a:ea typeface="Arial"/>
                <a:cs typeface="Arial"/>
                <a:sym typeface="Arial"/>
              </a:rPr>
              <a:t>15 + 8   </a:t>
            </a:r>
            <a:r>
              <a:rPr b="0" i="0" lang="en-GB" sz="900" u="none" cap="none" strike="noStrike">
                <a:solidFill>
                  <a:srgbClr val="5A6B78"/>
                </a:solidFill>
                <a:latin typeface="Arial"/>
                <a:ea typeface="Arial"/>
                <a:cs typeface="Arial"/>
                <a:sym typeface="Arial"/>
              </a:rPr>
              <a:t>papers and existing tools reviewed for the gap analysis</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